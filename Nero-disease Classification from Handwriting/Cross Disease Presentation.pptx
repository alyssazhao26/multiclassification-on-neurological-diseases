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oboto Slab"/>
      <p:regular r:id="rId28"/>
      <p:bold r:id="rId29"/>
    </p:embeddedFont>
    <p:embeddedFont>
      <p:font typeface="Proxima Nova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Bebas Neue"/>
      <p:regular r:id="rId38"/>
    </p:embeddedFont>
    <p:embeddedFont>
      <p:font typeface="Proxima Nova Semibold"/>
      <p:regular r:id="rId39"/>
      <p:bold r:id="rId40"/>
      <p:boldItalic r:id="rId41"/>
    </p:embeddedFont>
    <p:embeddedFont>
      <p:font typeface="PT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E299B2-9BDD-40F8-A7EF-E24B7C06D505}">
  <a:tblStyle styleId="{97E299B2-9BDD-40F8-A7EF-E24B7C06D5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Semibold-bold.fntdata"/><Relationship Id="rId20" Type="http://schemas.openxmlformats.org/officeDocument/2006/relationships/slide" Target="slides/slide14.xml"/><Relationship Id="rId42" Type="http://schemas.openxmlformats.org/officeDocument/2006/relationships/font" Target="fonts/PTSans-regular.fntdata"/><Relationship Id="rId41" Type="http://schemas.openxmlformats.org/officeDocument/2006/relationships/font" Target="fonts/ProximaNovaSemibold-boldItalic.fntdata"/><Relationship Id="rId22" Type="http://schemas.openxmlformats.org/officeDocument/2006/relationships/slide" Target="slides/slide16.xml"/><Relationship Id="rId44" Type="http://schemas.openxmlformats.org/officeDocument/2006/relationships/font" Target="fonts/PTSans-italic.fntdata"/><Relationship Id="rId21" Type="http://schemas.openxmlformats.org/officeDocument/2006/relationships/slide" Target="slides/slide15.xml"/><Relationship Id="rId43" Type="http://schemas.openxmlformats.org/officeDocument/2006/relationships/font" Target="fonts/PTSans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PTSans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Slab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Slab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5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4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7.xml"/><Relationship Id="rId35" Type="http://schemas.openxmlformats.org/officeDocument/2006/relationships/font" Target="fonts/Poppins-bold.fntdata"/><Relationship Id="rId12" Type="http://schemas.openxmlformats.org/officeDocument/2006/relationships/slide" Target="slides/slide6.xml"/><Relationship Id="rId34" Type="http://schemas.openxmlformats.org/officeDocument/2006/relationships/font" Target="fonts/Poppins-regular.fntdata"/><Relationship Id="rId15" Type="http://schemas.openxmlformats.org/officeDocument/2006/relationships/slide" Target="slides/slide9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-italic.fntdata"/><Relationship Id="rId17" Type="http://schemas.openxmlformats.org/officeDocument/2006/relationships/slide" Target="slides/slide11.xml"/><Relationship Id="rId39" Type="http://schemas.openxmlformats.org/officeDocument/2006/relationships/font" Target="fonts/ProximaNova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BebasNeue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52d915e71e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52d915e71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1258269c9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1258269c9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Hamza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111e7c571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111e7c571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Hamza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52f117882e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52f117882e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Alyssa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images from same healthy person and same alzheimer person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0f9e629ec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0f9e629ec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Alyssa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105afc42a3_1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1105afc42a3_1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Alyssa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140bdeee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140bdeee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65f16148f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a65f16148f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Alyssa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a65f16148f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a65f16148f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Alyssa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a65f16148f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a65f16148f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105afc42a3_1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105afc42a3_1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671ba235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a671ba235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Isabel: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a671ba235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a671ba235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Alyssa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a671ba2358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a671ba2358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a65f16148f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a65f16148f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Deven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a65f16148f_2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a65f16148f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a65f16148f_2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3a65f16148f_2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1e417f940bc_0_8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1e417f940bc_0_8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1e417f940bc_0_13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1e417f940bc_0_13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1e417f940bc_0_17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1e417f940bc_0_17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715100" y="1439300"/>
            <a:ext cx="4231200" cy="19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5100" y="3432450"/>
            <a:ext cx="4231200" cy="409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-380593" y="-108619"/>
            <a:ext cx="9870184" cy="5292773"/>
            <a:chOff x="-380593" y="-108619"/>
            <a:chExt cx="9870184" cy="5292773"/>
          </a:xfrm>
        </p:grpSpPr>
        <p:sp>
          <p:nvSpPr>
            <p:cNvPr id="14" name="Google Shape;14;p2"/>
            <p:cNvSpPr/>
            <p:nvPr/>
          </p:nvSpPr>
          <p:spPr>
            <a:xfrm>
              <a:off x="-380593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310" y="1"/>
                  </a:moveTo>
                  <a:lnTo>
                    <a:pt x="1" y="67956"/>
                  </a:lnTo>
                  <a:lnTo>
                    <a:pt x="73112" y="68469"/>
                  </a:lnTo>
                  <a:cubicBezTo>
                    <a:pt x="69840" y="62377"/>
                    <a:pt x="63579" y="58168"/>
                    <a:pt x="56815" y="56709"/>
                  </a:cubicBezTo>
                  <a:cubicBezTo>
                    <a:pt x="52367" y="55745"/>
                    <a:pt x="47760" y="55886"/>
                    <a:pt x="43241" y="55294"/>
                  </a:cubicBezTo>
                  <a:cubicBezTo>
                    <a:pt x="38731" y="54701"/>
                    <a:pt x="34062" y="53189"/>
                    <a:pt x="31118" y="49714"/>
                  </a:cubicBezTo>
                  <a:cubicBezTo>
                    <a:pt x="25777" y="43383"/>
                    <a:pt x="28217" y="33523"/>
                    <a:pt x="24742" y="25998"/>
                  </a:cubicBezTo>
                  <a:cubicBezTo>
                    <a:pt x="24123" y="24654"/>
                    <a:pt x="23292" y="23372"/>
                    <a:pt x="22116" y="22461"/>
                  </a:cubicBezTo>
                  <a:cubicBezTo>
                    <a:pt x="21241" y="21789"/>
                    <a:pt x="20206" y="21338"/>
                    <a:pt x="19163" y="20993"/>
                  </a:cubicBezTo>
                  <a:cubicBezTo>
                    <a:pt x="15007" y="19596"/>
                    <a:pt x="10249" y="19446"/>
                    <a:pt x="6871" y="16652"/>
                  </a:cubicBezTo>
                  <a:cubicBezTo>
                    <a:pt x="4581" y="14750"/>
                    <a:pt x="3308" y="11903"/>
                    <a:pt x="2370" y="9073"/>
                  </a:cubicBezTo>
                  <a:cubicBezTo>
                    <a:pt x="1398" y="6129"/>
                    <a:pt x="708" y="3078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130632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72802" y="1"/>
                  </a:moveTo>
                  <a:cubicBezTo>
                    <a:pt x="72404" y="3078"/>
                    <a:pt x="71715" y="6129"/>
                    <a:pt x="70733" y="9073"/>
                  </a:cubicBezTo>
                  <a:cubicBezTo>
                    <a:pt x="69805" y="11903"/>
                    <a:pt x="68531" y="14750"/>
                    <a:pt x="66241" y="16652"/>
                  </a:cubicBezTo>
                  <a:cubicBezTo>
                    <a:pt x="62863" y="19446"/>
                    <a:pt x="58106" y="19596"/>
                    <a:pt x="53950" y="20993"/>
                  </a:cubicBezTo>
                  <a:cubicBezTo>
                    <a:pt x="52898" y="21338"/>
                    <a:pt x="51863" y="21789"/>
                    <a:pt x="50996" y="22461"/>
                  </a:cubicBezTo>
                  <a:cubicBezTo>
                    <a:pt x="49820" y="23372"/>
                    <a:pt x="48989" y="24654"/>
                    <a:pt x="48370" y="25998"/>
                  </a:cubicBezTo>
                  <a:cubicBezTo>
                    <a:pt x="44895" y="33523"/>
                    <a:pt x="47336" y="43383"/>
                    <a:pt x="41986" y="49714"/>
                  </a:cubicBezTo>
                  <a:cubicBezTo>
                    <a:pt x="39050" y="53189"/>
                    <a:pt x="34381" y="54701"/>
                    <a:pt x="29871" y="55294"/>
                  </a:cubicBezTo>
                  <a:cubicBezTo>
                    <a:pt x="25353" y="55886"/>
                    <a:pt x="20746" y="55745"/>
                    <a:pt x="16289" y="56709"/>
                  </a:cubicBezTo>
                  <a:cubicBezTo>
                    <a:pt x="9533" y="58168"/>
                    <a:pt x="3264" y="62377"/>
                    <a:pt x="1" y="68469"/>
                  </a:cubicBezTo>
                  <a:lnTo>
                    <a:pt x="73112" y="67956"/>
                  </a:lnTo>
                  <a:lnTo>
                    <a:pt x="72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19291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73111" y="0"/>
                  </a:moveTo>
                  <a:lnTo>
                    <a:pt x="0" y="522"/>
                  </a:lnTo>
                  <a:lnTo>
                    <a:pt x="0" y="522"/>
                  </a:lnTo>
                  <a:lnTo>
                    <a:pt x="310" y="68477"/>
                  </a:lnTo>
                  <a:cubicBezTo>
                    <a:pt x="708" y="65391"/>
                    <a:pt x="1398" y="62349"/>
                    <a:pt x="2370" y="59396"/>
                  </a:cubicBezTo>
                  <a:cubicBezTo>
                    <a:pt x="3308" y="56566"/>
                    <a:pt x="4581" y="53719"/>
                    <a:pt x="6871" y="51827"/>
                  </a:cubicBezTo>
                  <a:cubicBezTo>
                    <a:pt x="10249" y="49032"/>
                    <a:pt x="15006" y="48873"/>
                    <a:pt x="19162" y="47485"/>
                  </a:cubicBezTo>
                  <a:cubicBezTo>
                    <a:pt x="20206" y="47131"/>
                    <a:pt x="21240" y="46689"/>
                    <a:pt x="22116" y="46008"/>
                  </a:cubicBezTo>
                  <a:cubicBezTo>
                    <a:pt x="23292" y="45106"/>
                    <a:pt x="24123" y="43824"/>
                    <a:pt x="24742" y="42480"/>
                  </a:cubicBezTo>
                  <a:cubicBezTo>
                    <a:pt x="28217" y="34955"/>
                    <a:pt x="25777" y="25095"/>
                    <a:pt x="31118" y="18764"/>
                  </a:cubicBezTo>
                  <a:cubicBezTo>
                    <a:pt x="34062" y="15280"/>
                    <a:pt x="38731" y="13777"/>
                    <a:pt x="43241" y="13184"/>
                  </a:cubicBezTo>
                  <a:cubicBezTo>
                    <a:pt x="47760" y="12583"/>
                    <a:pt x="52367" y="12725"/>
                    <a:pt x="56814" y="11770"/>
                  </a:cubicBezTo>
                  <a:cubicBezTo>
                    <a:pt x="63570" y="10310"/>
                    <a:pt x="69840" y="6093"/>
                    <a:pt x="73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99327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0" y="0"/>
                  </a:moveTo>
                  <a:cubicBezTo>
                    <a:pt x="3272" y="6093"/>
                    <a:pt x="9542" y="10310"/>
                    <a:pt x="16297" y="11770"/>
                  </a:cubicBezTo>
                  <a:cubicBezTo>
                    <a:pt x="20745" y="12725"/>
                    <a:pt x="25352" y="12583"/>
                    <a:pt x="29871" y="13184"/>
                  </a:cubicBezTo>
                  <a:cubicBezTo>
                    <a:pt x="34381" y="13777"/>
                    <a:pt x="39050" y="15280"/>
                    <a:pt x="41994" y="18764"/>
                  </a:cubicBezTo>
                  <a:cubicBezTo>
                    <a:pt x="47335" y="25095"/>
                    <a:pt x="44895" y="34955"/>
                    <a:pt x="48370" y="42480"/>
                  </a:cubicBezTo>
                  <a:cubicBezTo>
                    <a:pt x="48998" y="43824"/>
                    <a:pt x="49820" y="45106"/>
                    <a:pt x="50996" y="46008"/>
                  </a:cubicBezTo>
                  <a:cubicBezTo>
                    <a:pt x="51871" y="46689"/>
                    <a:pt x="52906" y="47131"/>
                    <a:pt x="53949" y="47485"/>
                  </a:cubicBezTo>
                  <a:cubicBezTo>
                    <a:pt x="58106" y="48873"/>
                    <a:pt x="62863" y="49032"/>
                    <a:pt x="66241" y="51827"/>
                  </a:cubicBezTo>
                  <a:cubicBezTo>
                    <a:pt x="68531" y="53719"/>
                    <a:pt x="69804" y="56566"/>
                    <a:pt x="70742" y="59396"/>
                  </a:cubicBezTo>
                  <a:cubicBezTo>
                    <a:pt x="71714" y="62349"/>
                    <a:pt x="72404" y="65391"/>
                    <a:pt x="72802" y="68477"/>
                  </a:cubicBezTo>
                  <a:lnTo>
                    <a:pt x="73111" y="5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182313" y="151879"/>
            <a:ext cx="8813185" cy="4832845"/>
            <a:chOff x="182313" y="151879"/>
            <a:chExt cx="8813185" cy="4832845"/>
          </a:xfrm>
        </p:grpSpPr>
        <p:sp>
          <p:nvSpPr>
            <p:cNvPr id="19" name="Google Shape;19;p2"/>
            <p:cNvSpPr/>
            <p:nvPr/>
          </p:nvSpPr>
          <p:spPr>
            <a:xfrm>
              <a:off x="182313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6" y="1796"/>
                    <a:pt x="1459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9" y="3388"/>
                    <a:pt x="2626" y="4829"/>
                    <a:pt x="2697" y="6624"/>
                  </a:cubicBezTo>
                  <a:cubicBezTo>
                    <a:pt x="2777" y="4829"/>
                    <a:pt x="3944" y="3396"/>
                    <a:pt x="5385" y="3317"/>
                  </a:cubicBezTo>
                  <a:lnTo>
                    <a:pt x="5385" y="3308"/>
                  </a:lnTo>
                  <a:cubicBezTo>
                    <a:pt x="3944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03564" y="515612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7" y="1796"/>
                    <a:pt x="1450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0" y="3387"/>
                    <a:pt x="2627" y="4829"/>
                    <a:pt x="2697" y="6624"/>
                  </a:cubicBezTo>
                  <a:cubicBezTo>
                    <a:pt x="2768" y="4829"/>
                    <a:pt x="3935" y="3387"/>
                    <a:pt x="5385" y="3317"/>
                  </a:cubicBezTo>
                  <a:lnTo>
                    <a:pt x="5385" y="3308"/>
                  </a:lnTo>
                  <a:cubicBezTo>
                    <a:pt x="3935" y="3228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46638" y="196350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1"/>
                  </a:moveTo>
                  <a:cubicBezTo>
                    <a:pt x="390" y="1"/>
                    <a:pt x="1" y="390"/>
                    <a:pt x="1" y="876"/>
                  </a:cubicBezTo>
                  <a:cubicBezTo>
                    <a:pt x="1" y="1354"/>
                    <a:pt x="390" y="1752"/>
                    <a:pt x="876" y="1752"/>
                  </a:cubicBezTo>
                  <a:cubicBezTo>
                    <a:pt x="1354" y="1752"/>
                    <a:pt x="1751" y="1354"/>
                    <a:pt x="1751" y="876"/>
                  </a:cubicBezTo>
                  <a:cubicBezTo>
                    <a:pt x="1751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62319" y="1114192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0"/>
                  </a:moveTo>
                  <a:cubicBezTo>
                    <a:pt x="390" y="0"/>
                    <a:pt x="1" y="398"/>
                    <a:pt x="1" y="876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43" y="1362"/>
                    <a:pt x="1743" y="876"/>
                  </a:cubicBezTo>
                  <a:cubicBezTo>
                    <a:pt x="1743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720987" y="471141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9" y="0"/>
                  </a:moveTo>
                  <a:cubicBezTo>
                    <a:pt x="2618" y="1795"/>
                    <a:pt x="1451" y="3228"/>
                    <a:pt x="1" y="3307"/>
                  </a:cubicBezTo>
                  <a:lnTo>
                    <a:pt x="1" y="3316"/>
                  </a:lnTo>
                  <a:cubicBezTo>
                    <a:pt x="1451" y="3387"/>
                    <a:pt x="2618" y="4828"/>
                    <a:pt x="2689" y="6623"/>
                  </a:cubicBezTo>
                  <a:cubicBezTo>
                    <a:pt x="2769" y="4819"/>
                    <a:pt x="3936" y="3387"/>
                    <a:pt x="5386" y="3316"/>
                  </a:cubicBezTo>
                  <a:cubicBezTo>
                    <a:pt x="5386" y="3316"/>
                    <a:pt x="5386" y="3307"/>
                    <a:pt x="5386" y="3307"/>
                  </a:cubicBezTo>
                  <a:cubicBezTo>
                    <a:pt x="3936" y="3237"/>
                    <a:pt x="2769" y="1795"/>
                    <a:pt x="26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195454" y="151879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79774" y="1069689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52"/>
                    <a:pt x="876" y="1752"/>
                  </a:cubicBezTo>
                  <a:cubicBezTo>
                    <a:pt x="1353" y="1752"/>
                    <a:pt x="1742" y="1354"/>
                    <a:pt x="1742" y="876"/>
                  </a:cubicBezTo>
                  <a:cubicBezTo>
                    <a:pt x="1742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86862" y="406201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94423" y="4910805"/>
              <a:ext cx="56528" cy="56496"/>
            </a:xfrm>
            <a:custGeom>
              <a:rect b="b" l="l" r="r" t="t"/>
              <a:pathLst>
                <a:path extrusionOk="0" h="1751" w="1752">
                  <a:moveTo>
                    <a:pt x="876" y="0"/>
                  </a:moveTo>
                  <a:cubicBezTo>
                    <a:pt x="390" y="0"/>
                    <a:pt x="1" y="398"/>
                    <a:pt x="1" y="875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52" y="1362"/>
                    <a:pt x="1752" y="875"/>
                  </a:cubicBezTo>
                  <a:cubicBezTo>
                    <a:pt x="1752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821718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8" y="1"/>
                  </a:moveTo>
                  <a:cubicBezTo>
                    <a:pt x="2609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96"/>
                    <a:pt x="2609" y="4829"/>
                    <a:pt x="2688" y="6624"/>
                  </a:cubicBezTo>
                  <a:cubicBezTo>
                    <a:pt x="2759" y="4829"/>
                    <a:pt x="3935" y="3388"/>
                    <a:pt x="5385" y="3317"/>
                  </a:cubicBezTo>
                  <a:cubicBezTo>
                    <a:pt x="5385" y="3317"/>
                    <a:pt x="5385" y="3308"/>
                    <a:pt x="5385" y="3308"/>
                  </a:cubicBezTo>
                  <a:cubicBezTo>
                    <a:pt x="3935" y="3237"/>
                    <a:pt x="2759" y="1796"/>
                    <a:pt x="2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934678" y="4062010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76" y="1742"/>
                  </a:cubicBezTo>
                  <a:cubicBezTo>
                    <a:pt x="1354" y="1742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541819" y="4928486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 txBox="1"/>
          <p:nvPr>
            <p:ph type="title"/>
          </p:nvPr>
        </p:nvSpPr>
        <p:spPr>
          <a:xfrm>
            <a:off x="4119275" y="2460850"/>
            <a:ext cx="3943500" cy="13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" name="Google Shape;35;p3"/>
          <p:cNvSpPr txBox="1"/>
          <p:nvPr>
            <p:ph hasCustomPrompt="1" idx="2" type="title"/>
          </p:nvPr>
        </p:nvSpPr>
        <p:spPr>
          <a:xfrm>
            <a:off x="4119275" y="1287050"/>
            <a:ext cx="11175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/>
          <p:nvPr>
            <p:ph idx="3" type="pic"/>
          </p:nvPr>
        </p:nvSpPr>
        <p:spPr>
          <a:xfrm>
            <a:off x="1014900" y="1200150"/>
            <a:ext cx="2743200" cy="2743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</p:sp>
      <p:grpSp>
        <p:nvGrpSpPr>
          <p:cNvPr id="37" name="Google Shape;37;p3"/>
          <p:cNvGrpSpPr/>
          <p:nvPr/>
        </p:nvGrpSpPr>
        <p:grpSpPr>
          <a:xfrm flipH="1">
            <a:off x="-380593" y="-108619"/>
            <a:ext cx="9870184" cy="5292773"/>
            <a:chOff x="-380593" y="-108619"/>
            <a:chExt cx="9870184" cy="5292773"/>
          </a:xfrm>
        </p:grpSpPr>
        <p:sp>
          <p:nvSpPr>
            <p:cNvPr id="38" name="Google Shape;38;p3"/>
            <p:cNvSpPr/>
            <p:nvPr/>
          </p:nvSpPr>
          <p:spPr>
            <a:xfrm>
              <a:off x="-380593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310" y="1"/>
                  </a:moveTo>
                  <a:lnTo>
                    <a:pt x="1" y="67956"/>
                  </a:lnTo>
                  <a:lnTo>
                    <a:pt x="73112" y="68469"/>
                  </a:lnTo>
                  <a:cubicBezTo>
                    <a:pt x="69840" y="62377"/>
                    <a:pt x="63579" y="58168"/>
                    <a:pt x="56815" y="56709"/>
                  </a:cubicBezTo>
                  <a:cubicBezTo>
                    <a:pt x="52367" y="55745"/>
                    <a:pt x="47760" y="55886"/>
                    <a:pt x="43241" y="55294"/>
                  </a:cubicBezTo>
                  <a:cubicBezTo>
                    <a:pt x="38731" y="54701"/>
                    <a:pt x="34062" y="53189"/>
                    <a:pt x="31118" y="49714"/>
                  </a:cubicBezTo>
                  <a:cubicBezTo>
                    <a:pt x="25777" y="43383"/>
                    <a:pt x="28217" y="33523"/>
                    <a:pt x="24742" y="25998"/>
                  </a:cubicBezTo>
                  <a:cubicBezTo>
                    <a:pt x="24123" y="24654"/>
                    <a:pt x="23292" y="23372"/>
                    <a:pt x="22116" y="22461"/>
                  </a:cubicBezTo>
                  <a:cubicBezTo>
                    <a:pt x="21241" y="21789"/>
                    <a:pt x="20206" y="21338"/>
                    <a:pt x="19163" y="20993"/>
                  </a:cubicBezTo>
                  <a:cubicBezTo>
                    <a:pt x="15007" y="19596"/>
                    <a:pt x="10249" y="19446"/>
                    <a:pt x="6871" y="16652"/>
                  </a:cubicBezTo>
                  <a:cubicBezTo>
                    <a:pt x="4581" y="14750"/>
                    <a:pt x="3308" y="11903"/>
                    <a:pt x="2370" y="9073"/>
                  </a:cubicBezTo>
                  <a:cubicBezTo>
                    <a:pt x="1398" y="6129"/>
                    <a:pt x="708" y="3078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130632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72802" y="1"/>
                  </a:moveTo>
                  <a:cubicBezTo>
                    <a:pt x="72404" y="3078"/>
                    <a:pt x="71715" y="6129"/>
                    <a:pt x="70733" y="9073"/>
                  </a:cubicBezTo>
                  <a:cubicBezTo>
                    <a:pt x="69805" y="11903"/>
                    <a:pt x="68531" y="14750"/>
                    <a:pt x="66241" y="16652"/>
                  </a:cubicBezTo>
                  <a:cubicBezTo>
                    <a:pt x="62863" y="19446"/>
                    <a:pt x="58106" y="19596"/>
                    <a:pt x="53950" y="20993"/>
                  </a:cubicBezTo>
                  <a:cubicBezTo>
                    <a:pt x="52898" y="21338"/>
                    <a:pt x="51863" y="21789"/>
                    <a:pt x="50996" y="22461"/>
                  </a:cubicBezTo>
                  <a:cubicBezTo>
                    <a:pt x="49820" y="23372"/>
                    <a:pt x="48989" y="24654"/>
                    <a:pt x="48370" y="25998"/>
                  </a:cubicBezTo>
                  <a:cubicBezTo>
                    <a:pt x="44895" y="33523"/>
                    <a:pt x="47336" y="43383"/>
                    <a:pt x="41986" y="49714"/>
                  </a:cubicBezTo>
                  <a:cubicBezTo>
                    <a:pt x="39050" y="53189"/>
                    <a:pt x="34381" y="54701"/>
                    <a:pt x="29871" y="55294"/>
                  </a:cubicBezTo>
                  <a:cubicBezTo>
                    <a:pt x="25353" y="55886"/>
                    <a:pt x="20746" y="55745"/>
                    <a:pt x="16289" y="56709"/>
                  </a:cubicBezTo>
                  <a:cubicBezTo>
                    <a:pt x="9533" y="58168"/>
                    <a:pt x="3264" y="62377"/>
                    <a:pt x="1" y="68469"/>
                  </a:cubicBezTo>
                  <a:lnTo>
                    <a:pt x="73112" y="67956"/>
                  </a:lnTo>
                  <a:lnTo>
                    <a:pt x="72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-119291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73111" y="0"/>
                  </a:moveTo>
                  <a:lnTo>
                    <a:pt x="0" y="522"/>
                  </a:lnTo>
                  <a:lnTo>
                    <a:pt x="0" y="522"/>
                  </a:lnTo>
                  <a:lnTo>
                    <a:pt x="310" y="68477"/>
                  </a:lnTo>
                  <a:cubicBezTo>
                    <a:pt x="708" y="65391"/>
                    <a:pt x="1398" y="62349"/>
                    <a:pt x="2370" y="59396"/>
                  </a:cubicBezTo>
                  <a:cubicBezTo>
                    <a:pt x="3308" y="56566"/>
                    <a:pt x="4581" y="53719"/>
                    <a:pt x="6871" y="51827"/>
                  </a:cubicBezTo>
                  <a:cubicBezTo>
                    <a:pt x="10249" y="49032"/>
                    <a:pt x="15006" y="48873"/>
                    <a:pt x="19162" y="47485"/>
                  </a:cubicBezTo>
                  <a:cubicBezTo>
                    <a:pt x="20206" y="47131"/>
                    <a:pt x="21240" y="46689"/>
                    <a:pt x="22116" y="46008"/>
                  </a:cubicBezTo>
                  <a:cubicBezTo>
                    <a:pt x="23292" y="45106"/>
                    <a:pt x="24123" y="43824"/>
                    <a:pt x="24742" y="42480"/>
                  </a:cubicBezTo>
                  <a:cubicBezTo>
                    <a:pt x="28217" y="34955"/>
                    <a:pt x="25777" y="25095"/>
                    <a:pt x="31118" y="18764"/>
                  </a:cubicBezTo>
                  <a:cubicBezTo>
                    <a:pt x="34062" y="15280"/>
                    <a:pt x="38731" y="13777"/>
                    <a:pt x="43241" y="13184"/>
                  </a:cubicBezTo>
                  <a:cubicBezTo>
                    <a:pt x="47760" y="12583"/>
                    <a:pt x="52367" y="12725"/>
                    <a:pt x="56814" y="11770"/>
                  </a:cubicBezTo>
                  <a:cubicBezTo>
                    <a:pt x="63570" y="10310"/>
                    <a:pt x="69840" y="6093"/>
                    <a:pt x="73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899327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0" y="0"/>
                  </a:moveTo>
                  <a:cubicBezTo>
                    <a:pt x="3272" y="6093"/>
                    <a:pt x="9542" y="10310"/>
                    <a:pt x="16297" y="11770"/>
                  </a:cubicBezTo>
                  <a:cubicBezTo>
                    <a:pt x="20745" y="12725"/>
                    <a:pt x="25352" y="12583"/>
                    <a:pt x="29871" y="13184"/>
                  </a:cubicBezTo>
                  <a:cubicBezTo>
                    <a:pt x="34381" y="13777"/>
                    <a:pt x="39050" y="15280"/>
                    <a:pt x="41994" y="18764"/>
                  </a:cubicBezTo>
                  <a:cubicBezTo>
                    <a:pt x="47335" y="25095"/>
                    <a:pt x="44895" y="34955"/>
                    <a:pt x="48370" y="42480"/>
                  </a:cubicBezTo>
                  <a:cubicBezTo>
                    <a:pt x="48998" y="43824"/>
                    <a:pt x="49820" y="45106"/>
                    <a:pt x="50996" y="46008"/>
                  </a:cubicBezTo>
                  <a:cubicBezTo>
                    <a:pt x="51871" y="46689"/>
                    <a:pt x="52906" y="47131"/>
                    <a:pt x="53949" y="47485"/>
                  </a:cubicBezTo>
                  <a:cubicBezTo>
                    <a:pt x="58106" y="48873"/>
                    <a:pt x="62863" y="49032"/>
                    <a:pt x="66241" y="51827"/>
                  </a:cubicBezTo>
                  <a:cubicBezTo>
                    <a:pt x="68531" y="53719"/>
                    <a:pt x="69804" y="56566"/>
                    <a:pt x="70742" y="59396"/>
                  </a:cubicBezTo>
                  <a:cubicBezTo>
                    <a:pt x="71714" y="62349"/>
                    <a:pt x="72404" y="65391"/>
                    <a:pt x="72802" y="68477"/>
                  </a:cubicBezTo>
                  <a:lnTo>
                    <a:pt x="73111" y="5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" name="Google Shape;42;p3"/>
          <p:cNvGrpSpPr/>
          <p:nvPr/>
        </p:nvGrpSpPr>
        <p:grpSpPr>
          <a:xfrm flipH="1">
            <a:off x="113501" y="151879"/>
            <a:ext cx="8813185" cy="4832845"/>
            <a:chOff x="182313" y="151879"/>
            <a:chExt cx="8813185" cy="4832845"/>
          </a:xfrm>
        </p:grpSpPr>
        <p:sp>
          <p:nvSpPr>
            <p:cNvPr id="43" name="Google Shape;43;p3"/>
            <p:cNvSpPr/>
            <p:nvPr/>
          </p:nvSpPr>
          <p:spPr>
            <a:xfrm>
              <a:off x="182313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6" y="1796"/>
                    <a:pt x="1459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9" y="3388"/>
                    <a:pt x="2626" y="4829"/>
                    <a:pt x="2697" y="6624"/>
                  </a:cubicBezTo>
                  <a:cubicBezTo>
                    <a:pt x="2777" y="4829"/>
                    <a:pt x="3944" y="3396"/>
                    <a:pt x="5385" y="3317"/>
                  </a:cubicBezTo>
                  <a:lnTo>
                    <a:pt x="5385" y="3308"/>
                  </a:lnTo>
                  <a:cubicBezTo>
                    <a:pt x="3944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03564" y="515612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7" y="1796"/>
                    <a:pt x="1450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0" y="3387"/>
                    <a:pt x="2627" y="4829"/>
                    <a:pt x="2697" y="6624"/>
                  </a:cubicBezTo>
                  <a:cubicBezTo>
                    <a:pt x="2768" y="4829"/>
                    <a:pt x="3935" y="3387"/>
                    <a:pt x="5385" y="3317"/>
                  </a:cubicBezTo>
                  <a:lnTo>
                    <a:pt x="5385" y="3308"/>
                  </a:lnTo>
                  <a:cubicBezTo>
                    <a:pt x="3935" y="3228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46638" y="196350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1"/>
                  </a:moveTo>
                  <a:cubicBezTo>
                    <a:pt x="390" y="1"/>
                    <a:pt x="1" y="390"/>
                    <a:pt x="1" y="876"/>
                  </a:cubicBezTo>
                  <a:cubicBezTo>
                    <a:pt x="1" y="1354"/>
                    <a:pt x="390" y="1752"/>
                    <a:pt x="876" y="1752"/>
                  </a:cubicBezTo>
                  <a:cubicBezTo>
                    <a:pt x="1354" y="1752"/>
                    <a:pt x="1751" y="1354"/>
                    <a:pt x="1751" y="876"/>
                  </a:cubicBezTo>
                  <a:cubicBezTo>
                    <a:pt x="1751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362319" y="1114192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0"/>
                  </a:moveTo>
                  <a:cubicBezTo>
                    <a:pt x="390" y="0"/>
                    <a:pt x="1" y="398"/>
                    <a:pt x="1" y="876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43" y="1362"/>
                    <a:pt x="1743" y="876"/>
                  </a:cubicBezTo>
                  <a:cubicBezTo>
                    <a:pt x="1743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720987" y="471141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9" y="0"/>
                  </a:moveTo>
                  <a:cubicBezTo>
                    <a:pt x="2618" y="1795"/>
                    <a:pt x="1451" y="3228"/>
                    <a:pt x="1" y="3307"/>
                  </a:cubicBezTo>
                  <a:lnTo>
                    <a:pt x="1" y="3316"/>
                  </a:lnTo>
                  <a:cubicBezTo>
                    <a:pt x="1451" y="3387"/>
                    <a:pt x="2618" y="4828"/>
                    <a:pt x="2689" y="6623"/>
                  </a:cubicBezTo>
                  <a:cubicBezTo>
                    <a:pt x="2769" y="4819"/>
                    <a:pt x="3936" y="3387"/>
                    <a:pt x="5386" y="3316"/>
                  </a:cubicBezTo>
                  <a:cubicBezTo>
                    <a:pt x="5386" y="3316"/>
                    <a:pt x="5386" y="3307"/>
                    <a:pt x="5386" y="3307"/>
                  </a:cubicBezTo>
                  <a:cubicBezTo>
                    <a:pt x="3936" y="3237"/>
                    <a:pt x="2769" y="1795"/>
                    <a:pt x="26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195454" y="151879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779774" y="1069689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52"/>
                    <a:pt x="876" y="1752"/>
                  </a:cubicBezTo>
                  <a:cubicBezTo>
                    <a:pt x="1353" y="1752"/>
                    <a:pt x="1742" y="1354"/>
                    <a:pt x="1742" y="876"/>
                  </a:cubicBezTo>
                  <a:cubicBezTo>
                    <a:pt x="1742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86862" y="406201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4423" y="4910805"/>
              <a:ext cx="56528" cy="56496"/>
            </a:xfrm>
            <a:custGeom>
              <a:rect b="b" l="l" r="r" t="t"/>
              <a:pathLst>
                <a:path extrusionOk="0" h="1751" w="1752">
                  <a:moveTo>
                    <a:pt x="876" y="0"/>
                  </a:moveTo>
                  <a:cubicBezTo>
                    <a:pt x="390" y="0"/>
                    <a:pt x="1" y="398"/>
                    <a:pt x="1" y="875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52" y="1362"/>
                    <a:pt x="1752" y="875"/>
                  </a:cubicBezTo>
                  <a:cubicBezTo>
                    <a:pt x="1752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821718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8" y="1"/>
                  </a:moveTo>
                  <a:cubicBezTo>
                    <a:pt x="2609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96"/>
                    <a:pt x="2609" y="4829"/>
                    <a:pt x="2688" y="6624"/>
                  </a:cubicBezTo>
                  <a:cubicBezTo>
                    <a:pt x="2759" y="4829"/>
                    <a:pt x="3935" y="3388"/>
                    <a:pt x="5385" y="3317"/>
                  </a:cubicBezTo>
                  <a:cubicBezTo>
                    <a:pt x="5385" y="3317"/>
                    <a:pt x="5385" y="3308"/>
                    <a:pt x="5385" y="3308"/>
                  </a:cubicBezTo>
                  <a:cubicBezTo>
                    <a:pt x="3935" y="3237"/>
                    <a:pt x="2759" y="1796"/>
                    <a:pt x="2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8934678" y="4062010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76" y="1742"/>
                  </a:cubicBezTo>
                  <a:cubicBezTo>
                    <a:pt x="1354" y="1742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8541819" y="4928486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 flipH="1">
            <a:off x="449986" y="304907"/>
            <a:ext cx="8488713" cy="4695967"/>
            <a:chOff x="261508" y="304907"/>
            <a:chExt cx="8488713" cy="4695967"/>
          </a:xfrm>
        </p:grpSpPr>
        <p:sp>
          <p:nvSpPr>
            <p:cNvPr id="59" name="Google Shape;59;p4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" name="Google Shape;64;p4"/>
          <p:cNvGrpSpPr/>
          <p:nvPr/>
        </p:nvGrpSpPr>
        <p:grpSpPr>
          <a:xfrm flipH="1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65" name="Google Shape;65;p4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1" type="subTitle"/>
          </p:nvPr>
        </p:nvSpPr>
        <p:spPr>
          <a:xfrm>
            <a:off x="4851416" y="2650350"/>
            <a:ext cx="3082200" cy="14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2" type="subTitle"/>
          </p:nvPr>
        </p:nvSpPr>
        <p:spPr>
          <a:xfrm>
            <a:off x="1210396" y="2650350"/>
            <a:ext cx="3082200" cy="14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idx="3" type="subTitle"/>
          </p:nvPr>
        </p:nvSpPr>
        <p:spPr>
          <a:xfrm>
            <a:off x="1210384" y="2206600"/>
            <a:ext cx="3082200" cy="42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" name="Google Shape;79;p5"/>
          <p:cNvSpPr txBox="1"/>
          <p:nvPr>
            <p:ph idx="4" type="subTitle"/>
          </p:nvPr>
        </p:nvSpPr>
        <p:spPr>
          <a:xfrm>
            <a:off x="4851404" y="2206600"/>
            <a:ext cx="3082200" cy="42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0" name="Google Shape;80;p5"/>
          <p:cNvGrpSpPr/>
          <p:nvPr/>
        </p:nvGrpSpPr>
        <p:grpSpPr>
          <a:xfrm rot="10800000">
            <a:off x="449986" y="166788"/>
            <a:ext cx="8488713" cy="4695967"/>
            <a:chOff x="261508" y="304907"/>
            <a:chExt cx="8488713" cy="4695967"/>
          </a:xfrm>
        </p:grpSpPr>
        <p:sp>
          <p:nvSpPr>
            <p:cNvPr id="81" name="Google Shape;81;p5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5"/>
          <p:cNvGrpSpPr/>
          <p:nvPr/>
        </p:nvGrpSpPr>
        <p:grpSpPr>
          <a:xfrm rot="10800000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87" name="Google Shape;87;p5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6" name="Google Shape;96;p6"/>
          <p:cNvGrpSpPr/>
          <p:nvPr/>
        </p:nvGrpSpPr>
        <p:grpSpPr>
          <a:xfrm>
            <a:off x="261508" y="304907"/>
            <a:ext cx="8488713" cy="4695967"/>
            <a:chOff x="261508" y="304907"/>
            <a:chExt cx="8488713" cy="4695967"/>
          </a:xfrm>
        </p:grpSpPr>
        <p:sp>
          <p:nvSpPr>
            <p:cNvPr id="97" name="Google Shape;97;p6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Google Shape;102;p6"/>
          <p:cNvGrpSpPr/>
          <p:nvPr/>
        </p:nvGrpSpPr>
        <p:grpSpPr>
          <a:xfrm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103" name="Google Shape;103;p6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>
            <p:ph type="title"/>
          </p:nvPr>
        </p:nvSpPr>
        <p:spPr>
          <a:xfrm>
            <a:off x="1024800" y="1036138"/>
            <a:ext cx="3735900" cy="11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1024800" y="2138938"/>
            <a:ext cx="3735900" cy="20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3" name="Google Shape;113;p7"/>
          <p:cNvSpPr/>
          <p:nvPr>
            <p:ph idx="2" type="pic"/>
          </p:nvPr>
        </p:nvSpPr>
        <p:spPr>
          <a:xfrm>
            <a:off x="5186250" y="1088750"/>
            <a:ext cx="2897100" cy="2902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</p:sp>
      <p:grpSp>
        <p:nvGrpSpPr>
          <p:cNvPr id="114" name="Google Shape;114;p7"/>
          <p:cNvGrpSpPr/>
          <p:nvPr/>
        </p:nvGrpSpPr>
        <p:grpSpPr>
          <a:xfrm flipH="1" rot="10800000">
            <a:off x="261508" y="166788"/>
            <a:ext cx="8488713" cy="4695967"/>
            <a:chOff x="261508" y="304907"/>
            <a:chExt cx="8488713" cy="4695967"/>
          </a:xfrm>
        </p:grpSpPr>
        <p:sp>
          <p:nvSpPr>
            <p:cNvPr id="115" name="Google Shape;115;p7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" name="Google Shape;120;p7"/>
          <p:cNvGrpSpPr/>
          <p:nvPr/>
        </p:nvGrpSpPr>
        <p:grpSpPr>
          <a:xfrm flipH="1" rot="10800000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121" name="Google Shape;121;p7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9" name="Google Shape;12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7" name="Google Shape;13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 txBox="1"/>
          <p:nvPr>
            <p:ph hasCustomPrompt="1" type="title"/>
          </p:nvPr>
        </p:nvSpPr>
        <p:spPr>
          <a:xfrm>
            <a:off x="1284000" y="112732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1" name="Google Shape;141;p11"/>
          <p:cNvSpPr txBox="1"/>
          <p:nvPr>
            <p:ph idx="1" type="subTitle"/>
          </p:nvPr>
        </p:nvSpPr>
        <p:spPr>
          <a:xfrm>
            <a:off x="1284000" y="2560875"/>
            <a:ext cx="6576000" cy="11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2" name="Google Shape;142;p11"/>
          <p:cNvGrpSpPr/>
          <p:nvPr/>
        </p:nvGrpSpPr>
        <p:grpSpPr>
          <a:xfrm flipH="1">
            <a:off x="-380593" y="-108619"/>
            <a:ext cx="9870184" cy="5292773"/>
            <a:chOff x="-380593" y="-108619"/>
            <a:chExt cx="9870184" cy="5292773"/>
          </a:xfrm>
        </p:grpSpPr>
        <p:sp>
          <p:nvSpPr>
            <p:cNvPr id="143" name="Google Shape;143;p11"/>
            <p:cNvSpPr/>
            <p:nvPr/>
          </p:nvSpPr>
          <p:spPr>
            <a:xfrm>
              <a:off x="-380593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310" y="1"/>
                  </a:moveTo>
                  <a:lnTo>
                    <a:pt x="1" y="67956"/>
                  </a:lnTo>
                  <a:lnTo>
                    <a:pt x="73112" y="68469"/>
                  </a:lnTo>
                  <a:cubicBezTo>
                    <a:pt x="69840" y="62377"/>
                    <a:pt x="63579" y="58168"/>
                    <a:pt x="56815" y="56709"/>
                  </a:cubicBezTo>
                  <a:cubicBezTo>
                    <a:pt x="52367" y="55745"/>
                    <a:pt x="47760" y="55886"/>
                    <a:pt x="43241" y="55294"/>
                  </a:cubicBezTo>
                  <a:cubicBezTo>
                    <a:pt x="38731" y="54701"/>
                    <a:pt x="34062" y="53189"/>
                    <a:pt x="31118" y="49714"/>
                  </a:cubicBezTo>
                  <a:cubicBezTo>
                    <a:pt x="25777" y="43383"/>
                    <a:pt x="28217" y="33523"/>
                    <a:pt x="24742" y="25998"/>
                  </a:cubicBezTo>
                  <a:cubicBezTo>
                    <a:pt x="24123" y="24654"/>
                    <a:pt x="23292" y="23372"/>
                    <a:pt x="22116" y="22461"/>
                  </a:cubicBezTo>
                  <a:cubicBezTo>
                    <a:pt x="21241" y="21789"/>
                    <a:pt x="20206" y="21338"/>
                    <a:pt x="19163" y="20993"/>
                  </a:cubicBezTo>
                  <a:cubicBezTo>
                    <a:pt x="15007" y="19596"/>
                    <a:pt x="10249" y="19446"/>
                    <a:pt x="6871" y="16652"/>
                  </a:cubicBezTo>
                  <a:cubicBezTo>
                    <a:pt x="4581" y="14750"/>
                    <a:pt x="3308" y="11903"/>
                    <a:pt x="2370" y="9073"/>
                  </a:cubicBezTo>
                  <a:cubicBezTo>
                    <a:pt x="1398" y="6129"/>
                    <a:pt x="708" y="3078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130632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72802" y="1"/>
                  </a:moveTo>
                  <a:cubicBezTo>
                    <a:pt x="72404" y="3078"/>
                    <a:pt x="71715" y="6129"/>
                    <a:pt x="70733" y="9073"/>
                  </a:cubicBezTo>
                  <a:cubicBezTo>
                    <a:pt x="69805" y="11903"/>
                    <a:pt x="68531" y="14750"/>
                    <a:pt x="66241" y="16652"/>
                  </a:cubicBezTo>
                  <a:cubicBezTo>
                    <a:pt x="62863" y="19446"/>
                    <a:pt x="58106" y="19596"/>
                    <a:pt x="53950" y="20993"/>
                  </a:cubicBezTo>
                  <a:cubicBezTo>
                    <a:pt x="52898" y="21338"/>
                    <a:pt x="51863" y="21789"/>
                    <a:pt x="50996" y="22461"/>
                  </a:cubicBezTo>
                  <a:cubicBezTo>
                    <a:pt x="49820" y="23372"/>
                    <a:pt x="48989" y="24654"/>
                    <a:pt x="48370" y="25998"/>
                  </a:cubicBezTo>
                  <a:cubicBezTo>
                    <a:pt x="44895" y="33523"/>
                    <a:pt x="47336" y="43383"/>
                    <a:pt x="41986" y="49714"/>
                  </a:cubicBezTo>
                  <a:cubicBezTo>
                    <a:pt x="39050" y="53189"/>
                    <a:pt x="34381" y="54701"/>
                    <a:pt x="29871" y="55294"/>
                  </a:cubicBezTo>
                  <a:cubicBezTo>
                    <a:pt x="25353" y="55886"/>
                    <a:pt x="20746" y="55745"/>
                    <a:pt x="16289" y="56709"/>
                  </a:cubicBezTo>
                  <a:cubicBezTo>
                    <a:pt x="9533" y="58168"/>
                    <a:pt x="3264" y="62377"/>
                    <a:pt x="1" y="68469"/>
                  </a:cubicBezTo>
                  <a:lnTo>
                    <a:pt x="73112" y="67956"/>
                  </a:lnTo>
                  <a:lnTo>
                    <a:pt x="72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-119291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73111" y="0"/>
                  </a:moveTo>
                  <a:lnTo>
                    <a:pt x="0" y="522"/>
                  </a:lnTo>
                  <a:lnTo>
                    <a:pt x="0" y="522"/>
                  </a:lnTo>
                  <a:lnTo>
                    <a:pt x="310" y="68477"/>
                  </a:lnTo>
                  <a:cubicBezTo>
                    <a:pt x="708" y="65391"/>
                    <a:pt x="1398" y="62349"/>
                    <a:pt x="2370" y="59396"/>
                  </a:cubicBezTo>
                  <a:cubicBezTo>
                    <a:pt x="3308" y="56566"/>
                    <a:pt x="4581" y="53719"/>
                    <a:pt x="6871" y="51827"/>
                  </a:cubicBezTo>
                  <a:cubicBezTo>
                    <a:pt x="10249" y="49032"/>
                    <a:pt x="15006" y="48873"/>
                    <a:pt x="19162" y="47485"/>
                  </a:cubicBezTo>
                  <a:cubicBezTo>
                    <a:pt x="20206" y="47131"/>
                    <a:pt x="21240" y="46689"/>
                    <a:pt x="22116" y="46008"/>
                  </a:cubicBezTo>
                  <a:cubicBezTo>
                    <a:pt x="23292" y="45106"/>
                    <a:pt x="24123" y="43824"/>
                    <a:pt x="24742" y="42480"/>
                  </a:cubicBezTo>
                  <a:cubicBezTo>
                    <a:pt x="28217" y="34955"/>
                    <a:pt x="25777" y="25095"/>
                    <a:pt x="31118" y="18764"/>
                  </a:cubicBezTo>
                  <a:cubicBezTo>
                    <a:pt x="34062" y="15280"/>
                    <a:pt x="38731" y="13777"/>
                    <a:pt x="43241" y="13184"/>
                  </a:cubicBezTo>
                  <a:cubicBezTo>
                    <a:pt x="47760" y="12583"/>
                    <a:pt x="52367" y="12725"/>
                    <a:pt x="56814" y="11770"/>
                  </a:cubicBezTo>
                  <a:cubicBezTo>
                    <a:pt x="63570" y="10310"/>
                    <a:pt x="69840" y="6093"/>
                    <a:pt x="73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6899327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0" y="0"/>
                  </a:moveTo>
                  <a:cubicBezTo>
                    <a:pt x="3272" y="6093"/>
                    <a:pt x="9542" y="10310"/>
                    <a:pt x="16297" y="11770"/>
                  </a:cubicBezTo>
                  <a:cubicBezTo>
                    <a:pt x="20745" y="12725"/>
                    <a:pt x="25352" y="12583"/>
                    <a:pt x="29871" y="13184"/>
                  </a:cubicBezTo>
                  <a:cubicBezTo>
                    <a:pt x="34381" y="13777"/>
                    <a:pt x="39050" y="15280"/>
                    <a:pt x="41994" y="18764"/>
                  </a:cubicBezTo>
                  <a:cubicBezTo>
                    <a:pt x="47335" y="25095"/>
                    <a:pt x="44895" y="34955"/>
                    <a:pt x="48370" y="42480"/>
                  </a:cubicBezTo>
                  <a:cubicBezTo>
                    <a:pt x="48998" y="43824"/>
                    <a:pt x="49820" y="45106"/>
                    <a:pt x="50996" y="46008"/>
                  </a:cubicBezTo>
                  <a:cubicBezTo>
                    <a:pt x="51871" y="46689"/>
                    <a:pt x="52906" y="47131"/>
                    <a:pt x="53949" y="47485"/>
                  </a:cubicBezTo>
                  <a:cubicBezTo>
                    <a:pt x="58106" y="48873"/>
                    <a:pt x="62863" y="49032"/>
                    <a:pt x="66241" y="51827"/>
                  </a:cubicBezTo>
                  <a:cubicBezTo>
                    <a:pt x="68531" y="53719"/>
                    <a:pt x="69804" y="56566"/>
                    <a:pt x="70742" y="59396"/>
                  </a:cubicBezTo>
                  <a:cubicBezTo>
                    <a:pt x="71714" y="62349"/>
                    <a:pt x="72404" y="65391"/>
                    <a:pt x="72802" y="68477"/>
                  </a:cubicBezTo>
                  <a:lnTo>
                    <a:pt x="73111" y="5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11"/>
          <p:cNvGrpSpPr/>
          <p:nvPr/>
        </p:nvGrpSpPr>
        <p:grpSpPr>
          <a:xfrm flipH="1">
            <a:off x="113501" y="151879"/>
            <a:ext cx="8813185" cy="4832845"/>
            <a:chOff x="182313" y="151879"/>
            <a:chExt cx="8813185" cy="4832845"/>
          </a:xfrm>
        </p:grpSpPr>
        <p:sp>
          <p:nvSpPr>
            <p:cNvPr id="148" name="Google Shape;148;p11"/>
            <p:cNvSpPr/>
            <p:nvPr/>
          </p:nvSpPr>
          <p:spPr>
            <a:xfrm>
              <a:off x="182313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6" y="1796"/>
                    <a:pt x="1459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9" y="3388"/>
                    <a:pt x="2626" y="4829"/>
                    <a:pt x="2697" y="6624"/>
                  </a:cubicBezTo>
                  <a:cubicBezTo>
                    <a:pt x="2777" y="4829"/>
                    <a:pt x="3944" y="3396"/>
                    <a:pt x="5385" y="3317"/>
                  </a:cubicBezTo>
                  <a:lnTo>
                    <a:pt x="5385" y="3308"/>
                  </a:lnTo>
                  <a:cubicBezTo>
                    <a:pt x="3944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303564" y="515612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7" y="1796"/>
                    <a:pt x="1450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0" y="3387"/>
                    <a:pt x="2627" y="4829"/>
                    <a:pt x="2697" y="6624"/>
                  </a:cubicBezTo>
                  <a:cubicBezTo>
                    <a:pt x="2768" y="4829"/>
                    <a:pt x="3935" y="3387"/>
                    <a:pt x="5385" y="3317"/>
                  </a:cubicBezTo>
                  <a:lnTo>
                    <a:pt x="5385" y="3308"/>
                  </a:lnTo>
                  <a:cubicBezTo>
                    <a:pt x="3935" y="3228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946638" y="196350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1"/>
                  </a:moveTo>
                  <a:cubicBezTo>
                    <a:pt x="390" y="1"/>
                    <a:pt x="1" y="390"/>
                    <a:pt x="1" y="876"/>
                  </a:cubicBezTo>
                  <a:cubicBezTo>
                    <a:pt x="1" y="1354"/>
                    <a:pt x="390" y="1752"/>
                    <a:pt x="876" y="1752"/>
                  </a:cubicBezTo>
                  <a:cubicBezTo>
                    <a:pt x="1354" y="1752"/>
                    <a:pt x="1751" y="1354"/>
                    <a:pt x="1751" y="876"/>
                  </a:cubicBezTo>
                  <a:cubicBezTo>
                    <a:pt x="1751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362319" y="1114192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0"/>
                  </a:moveTo>
                  <a:cubicBezTo>
                    <a:pt x="390" y="0"/>
                    <a:pt x="1" y="398"/>
                    <a:pt x="1" y="876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43" y="1362"/>
                    <a:pt x="1743" y="876"/>
                  </a:cubicBezTo>
                  <a:cubicBezTo>
                    <a:pt x="1743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8720987" y="471141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9" y="0"/>
                  </a:moveTo>
                  <a:cubicBezTo>
                    <a:pt x="2618" y="1795"/>
                    <a:pt x="1451" y="3228"/>
                    <a:pt x="1" y="3307"/>
                  </a:cubicBezTo>
                  <a:lnTo>
                    <a:pt x="1" y="3316"/>
                  </a:lnTo>
                  <a:cubicBezTo>
                    <a:pt x="1451" y="3387"/>
                    <a:pt x="2618" y="4828"/>
                    <a:pt x="2689" y="6623"/>
                  </a:cubicBezTo>
                  <a:cubicBezTo>
                    <a:pt x="2769" y="4819"/>
                    <a:pt x="3936" y="3387"/>
                    <a:pt x="5386" y="3316"/>
                  </a:cubicBezTo>
                  <a:cubicBezTo>
                    <a:pt x="5386" y="3316"/>
                    <a:pt x="5386" y="3307"/>
                    <a:pt x="5386" y="3307"/>
                  </a:cubicBezTo>
                  <a:cubicBezTo>
                    <a:pt x="3936" y="3237"/>
                    <a:pt x="2769" y="1795"/>
                    <a:pt x="26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8195454" y="151879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8779774" y="1069689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52"/>
                    <a:pt x="876" y="1752"/>
                  </a:cubicBezTo>
                  <a:cubicBezTo>
                    <a:pt x="1353" y="1752"/>
                    <a:pt x="1742" y="1354"/>
                    <a:pt x="1742" y="876"/>
                  </a:cubicBezTo>
                  <a:cubicBezTo>
                    <a:pt x="1742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186862" y="406201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694423" y="4910805"/>
              <a:ext cx="56528" cy="56496"/>
            </a:xfrm>
            <a:custGeom>
              <a:rect b="b" l="l" r="r" t="t"/>
              <a:pathLst>
                <a:path extrusionOk="0" h="1751" w="1752">
                  <a:moveTo>
                    <a:pt x="876" y="0"/>
                  </a:moveTo>
                  <a:cubicBezTo>
                    <a:pt x="390" y="0"/>
                    <a:pt x="1" y="398"/>
                    <a:pt x="1" y="875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52" y="1362"/>
                    <a:pt x="1752" y="875"/>
                  </a:cubicBezTo>
                  <a:cubicBezTo>
                    <a:pt x="1752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8821718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8" y="1"/>
                  </a:moveTo>
                  <a:cubicBezTo>
                    <a:pt x="2609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96"/>
                    <a:pt x="2609" y="4829"/>
                    <a:pt x="2688" y="6624"/>
                  </a:cubicBezTo>
                  <a:cubicBezTo>
                    <a:pt x="2759" y="4829"/>
                    <a:pt x="3935" y="3388"/>
                    <a:pt x="5385" y="3317"/>
                  </a:cubicBezTo>
                  <a:cubicBezTo>
                    <a:pt x="5385" y="3317"/>
                    <a:pt x="5385" y="3308"/>
                    <a:pt x="5385" y="3308"/>
                  </a:cubicBezTo>
                  <a:cubicBezTo>
                    <a:pt x="3935" y="3237"/>
                    <a:pt x="2759" y="1796"/>
                    <a:pt x="2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8934678" y="4062010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76" y="1742"/>
                  </a:cubicBezTo>
                  <a:cubicBezTo>
                    <a:pt x="1354" y="1742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8541819" y="4928486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13"/>
          <p:cNvSpPr txBox="1"/>
          <p:nvPr>
            <p:ph hasCustomPrompt="1"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/>
          <p:nvPr>
            <p:ph hasCustomPrompt="1" idx="3" type="title"/>
          </p:nvPr>
        </p:nvSpPr>
        <p:spPr>
          <a:xfrm>
            <a:off x="720000" y="291429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hasCustomPrompt="1" idx="4" type="title"/>
          </p:nvPr>
        </p:nvSpPr>
        <p:spPr>
          <a:xfrm>
            <a:off x="3419275" y="14808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5" type="title"/>
          </p:nvPr>
        </p:nvSpPr>
        <p:spPr>
          <a:xfrm>
            <a:off x="3419275" y="291429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6" type="title"/>
          </p:nvPr>
        </p:nvSpPr>
        <p:spPr>
          <a:xfrm>
            <a:off x="6118550" y="14808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hasCustomPrompt="1" idx="7" type="title"/>
          </p:nvPr>
        </p:nvSpPr>
        <p:spPr>
          <a:xfrm>
            <a:off x="6118550" y="291429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720000" y="2056575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8" type="subTitle"/>
          </p:nvPr>
        </p:nvSpPr>
        <p:spPr>
          <a:xfrm>
            <a:off x="3419275" y="2056575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9" type="subTitle"/>
          </p:nvPr>
        </p:nvSpPr>
        <p:spPr>
          <a:xfrm>
            <a:off x="6118550" y="2056575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13" type="subTitle"/>
          </p:nvPr>
        </p:nvSpPr>
        <p:spPr>
          <a:xfrm>
            <a:off x="720000" y="3490050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14" type="subTitle"/>
          </p:nvPr>
        </p:nvSpPr>
        <p:spPr>
          <a:xfrm>
            <a:off x="3419275" y="3490050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idx="15" type="subTitle"/>
          </p:nvPr>
        </p:nvSpPr>
        <p:spPr>
          <a:xfrm>
            <a:off x="6118550" y="3490050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78" name="Google Shape;178;p13"/>
          <p:cNvGrpSpPr/>
          <p:nvPr/>
        </p:nvGrpSpPr>
        <p:grpSpPr>
          <a:xfrm flipH="1">
            <a:off x="449986" y="304907"/>
            <a:ext cx="8488713" cy="4695967"/>
            <a:chOff x="261508" y="304907"/>
            <a:chExt cx="8488713" cy="4695967"/>
          </a:xfrm>
        </p:grpSpPr>
        <p:sp>
          <p:nvSpPr>
            <p:cNvPr id="179" name="Google Shape;179;p13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" name="Google Shape;184;p13"/>
          <p:cNvGrpSpPr/>
          <p:nvPr/>
        </p:nvGrpSpPr>
        <p:grpSpPr>
          <a:xfrm flipH="1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185" name="Google Shape;185;p13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4" name="Google Shape;194;p14"/>
          <p:cNvGrpSpPr/>
          <p:nvPr/>
        </p:nvGrpSpPr>
        <p:grpSpPr>
          <a:xfrm flipH="1" rot="10800000">
            <a:off x="261508" y="166788"/>
            <a:ext cx="8488713" cy="4695967"/>
            <a:chOff x="261508" y="304907"/>
            <a:chExt cx="8488713" cy="4695967"/>
          </a:xfrm>
        </p:grpSpPr>
        <p:sp>
          <p:nvSpPr>
            <p:cNvPr id="195" name="Google Shape;195;p14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14"/>
          <p:cNvGrpSpPr/>
          <p:nvPr/>
        </p:nvGrpSpPr>
        <p:grpSpPr>
          <a:xfrm flipH="1" rot="10800000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201" name="Google Shape;201;p14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0" name="Google Shape;210;p15"/>
          <p:cNvGrpSpPr/>
          <p:nvPr/>
        </p:nvGrpSpPr>
        <p:grpSpPr>
          <a:xfrm flipH="1">
            <a:off x="449986" y="304907"/>
            <a:ext cx="8488713" cy="4695967"/>
            <a:chOff x="261508" y="304907"/>
            <a:chExt cx="8488713" cy="4695967"/>
          </a:xfrm>
        </p:grpSpPr>
        <p:sp>
          <p:nvSpPr>
            <p:cNvPr id="211" name="Google Shape;211;p15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15"/>
          <p:cNvGrpSpPr/>
          <p:nvPr/>
        </p:nvGrpSpPr>
        <p:grpSpPr>
          <a:xfrm flipH="1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217" name="Google Shape;217;p15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6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6" name="Google Shape;226;p16"/>
          <p:cNvGrpSpPr/>
          <p:nvPr/>
        </p:nvGrpSpPr>
        <p:grpSpPr>
          <a:xfrm rot="10800000">
            <a:off x="449986" y="166788"/>
            <a:ext cx="8488713" cy="4695967"/>
            <a:chOff x="261508" y="304907"/>
            <a:chExt cx="8488713" cy="4695967"/>
          </a:xfrm>
        </p:grpSpPr>
        <p:sp>
          <p:nvSpPr>
            <p:cNvPr id="227" name="Google Shape;227;p16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" name="Google Shape;232;p16"/>
          <p:cNvGrpSpPr/>
          <p:nvPr/>
        </p:nvGrpSpPr>
        <p:grpSpPr>
          <a:xfrm rot="10800000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233" name="Google Shape;233;p16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17"/>
          <p:cNvGrpSpPr/>
          <p:nvPr/>
        </p:nvGrpSpPr>
        <p:grpSpPr>
          <a:xfrm flipH="1" rot="10800000">
            <a:off x="261508" y="166788"/>
            <a:ext cx="8488713" cy="4695967"/>
            <a:chOff x="261508" y="304907"/>
            <a:chExt cx="8488713" cy="4695967"/>
          </a:xfrm>
        </p:grpSpPr>
        <p:sp>
          <p:nvSpPr>
            <p:cNvPr id="242" name="Google Shape;242;p17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17"/>
          <p:cNvGrpSpPr/>
          <p:nvPr/>
        </p:nvGrpSpPr>
        <p:grpSpPr>
          <a:xfrm flipH="1" rot="10800000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248" name="Google Shape;248;p17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7"/>
          <p:cNvSpPr txBox="1"/>
          <p:nvPr>
            <p:ph type="title"/>
          </p:nvPr>
        </p:nvSpPr>
        <p:spPr>
          <a:xfrm>
            <a:off x="720000" y="733775"/>
            <a:ext cx="4123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720000" y="1362125"/>
            <a:ext cx="41238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832900" y="2377775"/>
            <a:ext cx="4123800" cy="1931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</p:sp>
      <p:sp>
        <p:nvSpPr>
          <p:cNvPr id="256" name="Google Shape;256;p17"/>
          <p:cNvSpPr/>
          <p:nvPr>
            <p:ph idx="3" type="pic"/>
          </p:nvPr>
        </p:nvSpPr>
        <p:spPr>
          <a:xfrm>
            <a:off x="5311675" y="832900"/>
            <a:ext cx="2999400" cy="347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</p:sp>
      <p:sp>
        <p:nvSpPr>
          <p:cNvPr id="257" name="Google Shape;25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18"/>
          <p:cNvGrpSpPr/>
          <p:nvPr/>
        </p:nvGrpSpPr>
        <p:grpSpPr>
          <a:xfrm flipH="1" rot="10800000">
            <a:off x="261508" y="166788"/>
            <a:ext cx="8488713" cy="4695967"/>
            <a:chOff x="261508" y="304907"/>
            <a:chExt cx="8488713" cy="4695967"/>
          </a:xfrm>
        </p:grpSpPr>
        <p:sp>
          <p:nvSpPr>
            <p:cNvPr id="261" name="Google Shape;261;p18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18"/>
          <p:cNvGrpSpPr/>
          <p:nvPr/>
        </p:nvGrpSpPr>
        <p:grpSpPr>
          <a:xfrm flipH="1" rot="10800000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267" name="Google Shape;267;p18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3" name="Google Shape;273;p18"/>
          <p:cNvSpPr txBox="1"/>
          <p:nvPr>
            <p:ph idx="1" type="body"/>
          </p:nvPr>
        </p:nvSpPr>
        <p:spPr>
          <a:xfrm>
            <a:off x="720000" y="1152475"/>
            <a:ext cx="7704000" cy="13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74" name="Google Shape;27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19"/>
          <p:cNvGrpSpPr/>
          <p:nvPr/>
        </p:nvGrpSpPr>
        <p:grpSpPr>
          <a:xfrm>
            <a:off x="-380593" y="-108619"/>
            <a:ext cx="9870184" cy="5292773"/>
            <a:chOff x="-380593" y="-108619"/>
            <a:chExt cx="9870184" cy="5292773"/>
          </a:xfrm>
        </p:grpSpPr>
        <p:sp>
          <p:nvSpPr>
            <p:cNvPr id="278" name="Google Shape;278;p19"/>
            <p:cNvSpPr/>
            <p:nvPr/>
          </p:nvSpPr>
          <p:spPr>
            <a:xfrm>
              <a:off x="-380593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310" y="1"/>
                  </a:moveTo>
                  <a:lnTo>
                    <a:pt x="1" y="67956"/>
                  </a:lnTo>
                  <a:lnTo>
                    <a:pt x="73112" y="68469"/>
                  </a:lnTo>
                  <a:cubicBezTo>
                    <a:pt x="69840" y="62377"/>
                    <a:pt x="63579" y="58168"/>
                    <a:pt x="56815" y="56709"/>
                  </a:cubicBezTo>
                  <a:cubicBezTo>
                    <a:pt x="52367" y="55745"/>
                    <a:pt x="47760" y="55886"/>
                    <a:pt x="43241" y="55294"/>
                  </a:cubicBezTo>
                  <a:cubicBezTo>
                    <a:pt x="38731" y="54701"/>
                    <a:pt x="34062" y="53189"/>
                    <a:pt x="31118" y="49714"/>
                  </a:cubicBezTo>
                  <a:cubicBezTo>
                    <a:pt x="25777" y="43383"/>
                    <a:pt x="28217" y="33523"/>
                    <a:pt x="24742" y="25998"/>
                  </a:cubicBezTo>
                  <a:cubicBezTo>
                    <a:pt x="24123" y="24654"/>
                    <a:pt x="23292" y="23372"/>
                    <a:pt x="22116" y="22461"/>
                  </a:cubicBezTo>
                  <a:cubicBezTo>
                    <a:pt x="21241" y="21789"/>
                    <a:pt x="20206" y="21338"/>
                    <a:pt x="19163" y="20993"/>
                  </a:cubicBezTo>
                  <a:cubicBezTo>
                    <a:pt x="15007" y="19596"/>
                    <a:pt x="10249" y="19446"/>
                    <a:pt x="6871" y="16652"/>
                  </a:cubicBezTo>
                  <a:cubicBezTo>
                    <a:pt x="4581" y="14750"/>
                    <a:pt x="3308" y="11903"/>
                    <a:pt x="2370" y="9073"/>
                  </a:cubicBezTo>
                  <a:cubicBezTo>
                    <a:pt x="1398" y="6129"/>
                    <a:pt x="708" y="3078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130632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72802" y="1"/>
                  </a:moveTo>
                  <a:cubicBezTo>
                    <a:pt x="72404" y="3078"/>
                    <a:pt x="71715" y="6129"/>
                    <a:pt x="70733" y="9073"/>
                  </a:cubicBezTo>
                  <a:cubicBezTo>
                    <a:pt x="69805" y="11903"/>
                    <a:pt x="68531" y="14750"/>
                    <a:pt x="66241" y="16652"/>
                  </a:cubicBezTo>
                  <a:cubicBezTo>
                    <a:pt x="62863" y="19446"/>
                    <a:pt x="58106" y="19596"/>
                    <a:pt x="53950" y="20993"/>
                  </a:cubicBezTo>
                  <a:cubicBezTo>
                    <a:pt x="52898" y="21338"/>
                    <a:pt x="51863" y="21789"/>
                    <a:pt x="50996" y="22461"/>
                  </a:cubicBezTo>
                  <a:cubicBezTo>
                    <a:pt x="49820" y="23372"/>
                    <a:pt x="48989" y="24654"/>
                    <a:pt x="48370" y="25998"/>
                  </a:cubicBezTo>
                  <a:cubicBezTo>
                    <a:pt x="44895" y="33523"/>
                    <a:pt x="47336" y="43383"/>
                    <a:pt x="41986" y="49714"/>
                  </a:cubicBezTo>
                  <a:cubicBezTo>
                    <a:pt x="39050" y="53189"/>
                    <a:pt x="34381" y="54701"/>
                    <a:pt x="29871" y="55294"/>
                  </a:cubicBezTo>
                  <a:cubicBezTo>
                    <a:pt x="25353" y="55886"/>
                    <a:pt x="20746" y="55745"/>
                    <a:pt x="16289" y="56709"/>
                  </a:cubicBezTo>
                  <a:cubicBezTo>
                    <a:pt x="9533" y="58168"/>
                    <a:pt x="3264" y="62377"/>
                    <a:pt x="1" y="68469"/>
                  </a:cubicBezTo>
                  <a:lnTo>
                    <a:pt x="73112" y="67956"/>
                  </a:lnTo>
                  <a:lnTo>
                    <a:pt x="72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-119291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73111" y="0"/>
                  </a:moveTo>
                  <a:lnTo>
                    <a:pt x="0" y="522"/>
                  </a:lnTo>
                  <a:lnTo>
                    <a:pt x="0" y="522"/>
                  </a:lnTo>
                  <a:lnTo>
                    <a:pt x="310" y="68477"/>
                  </a:lnTo>
                  <a:cubicBezTo>
                    <a:pt x="708" y="65391"/>
                    <a:pt x="1398" y="62349"/>
                    <a:pt x="2370" y="59396"/>
                  </a:cubicBezTo>
                  <a:cubicBezTo>
                    <a:pt x="3308" y="56566"/>
                    <a:pt x="4581" y="53719"/>
                    <a:pt x="6871" y="51827"/>
                  </a:cubicBezTo>
                  <a:cubicBezTo>
                    <a:pt x="10249" y="49032"/>
                    <a:pt x="15006" y="48873"/>
                    <a:pt x="19162" y="47485"/>
                  </a:cubicBezTo>
                  <a:cubicBezTo>
                    <a:pt x="20206" y="47131"/>
                    <a:pt x="21240" y="46689"/>
                    <a:pt x="22116" y="46008"/>
                  </a:cubicBezTo>
                  <a:cubicBezTo>
                    <a:pt x="23292" y="45106"/>
                    <a:pt x="24123" y="43824"/>
                    <a:pt x="24742" y="42480"/>
                  </a:cubicBezTo>
                  <a:cubicBezTo>
                    <a:pt x="28217" y="34955"/>
                    <a:pt x="25777" y="25095"/>
                    <a:pt x="31118" y="18764"/>
                  </a:cubicBezTo>
                  <a:cubicBezTo>
                    <a:pt x="34062" y="15280"/>
                    <a:pt x="38731" y="13777"/>
                    <a:pt x="43241" y="13184"/>
                  </a:cubicBezTo>
                  <a:cubicBezTo>
                    <a:pt x="47760" y="12583"/>
                    <a:pt x="52367" y="12725"/>
                    <a:pt x="56814" y="11770"/>
                  </a:cubicBezTo>
                  <a:cubicBezTo>
                    <a:pt x="63570" y="10310"/>
                    <a:pt x="69840" y="6093"/>
                    <a:pt x="73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6899327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0" y="0"/>
                  </a:moveTo>
                  <a:cubicBezTo>
                    <a:pt x="3272" y="6093"/>
                    <a:pt x="9542" y="10310"/>
                    <a:pt x="16297" y="11770"/>
                  </a:cubicBezTo>
                  <a:cubicBezTo>
                    <a:pt x="20745" y="12725"/>
                    <a:pt x="25352" y="12583"/>
                    <a:pt x="29871" y="13184"/>
                  </a:cubicBezTo>
                  <a:cubicBezTo>
                    <a:pt x="34381" y="13777"/>
                    <a:pt x="39050" y="15280"/>
                    <a:pt x="41994" y="18764"/>
                  </a:cubicBezTo>
                  <a:cubicBezTo>
                    <a:pt x="47335" y="25095"/>
                    <a:pt x="44895" y="34955"/>
                    <a:pt x="48370" y="42480"/>
                  </a:cubicBezTo>
                  <a:cubicBezTo>
                    <a:pt x="48998" y="43824"/>
                    <a:pt x="49820" y="45106"/>
                    <a:pt x="50996" y="46008"/>
                  </a:cubicBezTo>
                  <a:cubicBezTo>
                    <a:pt x="51871" y="46689"/>
                    <a:pt x="52906" y="47131"/>
                    <a:pt x="53949" y="47485"/>
                  </a:cubicBezTo>
                  <a:cubicBezTo>
                    <a:pt x="58106" y="48873"/>
                    <a:pt x="62863" y="49032"/>
                    <a:pt x="66241" y="51827"/>
                  </a:cubicBezTo>
                  <a:cubicBezTo>
                    <a:pt x="68531" y="53719"/>
                    <a:pt x="69804" y="56566"/>
                    <a:pt x="70742" y="59396"/>
                  </a:cubicBezTo>
                  <a:cubicBezTo>
                    <a:pt x="71714" y="62349"/>
                    <a:pt x="72404" y="65391"/>
                    <a:pt x="72802" y="68477"/>
                  </a:cubicBezTo>
                  <a:lnTo>
                    <a:pt x="73111" y="5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2" name="Google Shape;282;p19"/>
          <p:cNvGrpSpPr/>
          <p:nvPr/>
        </p:nvGrpSpPr>
        <p:grpSpPr>
          <a:xfrm>
            <a:off x="182313" y="151879"/>
            <a:ext cx="8813185" cy="4832845"/>
            <a:chOff x="182313" y="151879"/>
            <a:chExt cx="8813185" cy="4832845"/>
          </a:xfrm>
        </p:grpSpPr>
        <p:sp>
          <p:nvSpPr>
            <p:cNvPr id="283" name="Google Shape;283;p19"/>
            <p:cNvSpPr/>
            <p:nvPr/>
          </p:nvSpPr>
          <p:spPr>
            <a:xfrm>
              <a:off x="182313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6" y="1796"/>
                    <a:pt x="1459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9" y="3388"/>
                    <a:pt x="2626" y="4829"/>
                    <a:pt x="2697" y="6624"/>
                  </a:cubicBezTo>
                  <a:cubicBezTo>
                    <a:pt x="2777" y="4829"/>
                    <a:pt x="3944" y="3396"/>
                    <a:pt x="5385" y="3317"/>
                  </a:cubicBezTo>
                  <a:lnTo>
                    <a:pt x="5385" y="3308"/>
                  </a:lnTo>
                  <a:cubicBezTo>
                    <a:pt x="3944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303564" y="515612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7" y="1796"/>
                    <a:pt x="1450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0" y="3387"/>
                    <a:pt x="2627" y="4829"/>
                    <a:pt x="2697" y="6624"/>
                  </a:cubicBezTo>
                  <a:cubicBezTo>
                    <a:pt x="2768" y="4829"/>
                    <a:pt x="3935" y="3387"/>
                    <a:pt x="5385" y="3317"/>
                  </a:cubicBezTo>
                  <a:lnTo>
                    <a:pt x="5385" y="3308"/>
                  </a:lnTo>
                  <a:cubicBezTo>
                    <a:pt x="3935" y="3228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946638" y="196350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1"/>
                  </a:moveTo>
                  <a:cubicBezTo>
                    <a:pt x="390" y="1"/>
                    <a:pt x="1" y="390"/>
                    <a:pt x="1" y="876"/>
                  </a:cubicBezTo>
                  <a:cubicBezTo>
                    <a:pt x="1" y="1354"/>
                    <a:pt x="390" y="1752"/>
                    <a:pt x="876" y="1752"/>
                  </a:cubicBezTo>
                  <a:cubicBezTo>
                    <a:pt x="1354" y="1752"/>
                    <a:pt x="1751" y="1354"/>
                    <a:pt x="1751" y="876"/>
                  </a:cubicBezTo>
                  <a:cubicBezTo>
                    <a:pt x="1751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362319" y="1114192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0"/>
                  </a:moveTo>
                  <a:cubicBezTo>
                    <a:pt x="390" y="0"/>
                    <a:pt x="1" y="398"/>
                    <a:pt x="1" y="876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43" y="1362"/>
                    <a:pt x="1743" y="876"/>
                  </a:cubicBezTo>
                  <a:cubicBezTo>
                    <a:pt x="1743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8720987" y="471141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9" y="0"/>
                  </a:moveTo>
                  <a:cubicBezTo>
                    <a:pt x="2618" y="1795"/>
                    <a:pt x="1451" y="3228"/>
                    <a:pt x="1" y="3307"/>
                  </a:cubicBezTo>
                  <a:lnTo>
                    <a:pt x="1" y="3316"/>
                  </a:lnTo>
                  <a:cubicBezTo>
                    <a:pt x="1451" y="3387"/>
                    <a:pt x="2618" y="4828"/>
                    <a:pt x="2689" y="6623"/>
                  </a:cubicBezTo>
                  <a:cubicBezTo>
                    <a:pt x="2769" y="4819"/>
                    <a:pt x="3936" y="3387"/>
                    <a:pt x="5386" y="3316"/>
                  </a:cubicBezTo>
                  <a:cubicBezTo>
                    <a:pt x="5386" y="3316"/>
                    <a:pt x="5386" y="3307"/>
                    <a:pt x="5386" y="3307"/>
                  </a:cubicBezTo>
                  <a:cubicBezTo>
                    <a:pt x="3936" y="3237"/>
                    <a:pt x="2769" y="1795"/>
                    <a:pt x="26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8195454" y="151879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8779774" y="1069689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52"/>
                    <a:pt x="876" y="1752"/>
                  </a:cubicBezTo>
                  <a:cubicBezTo>
                    <a:pt x="1353" y="1752"/>
                    <a:pt x="1742" y="1354"/>
                    <a:pt x="1742" y="876"/>
                  </a:cubicBezTo>
                  <a:cubicBezTo>
                    <a:pt x="1742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186862" y="406201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94423" y="4910805"/>
              <a:ext cx="56528" cy="56496"/>
            </a:xfrm>
            <a:custGeom>
              <a:rect b="b" l="l" r="r" t="t"/>
              <a:pathLst>
                <a:path extrusionOk="0" h="1751" w="1752">
                  <a:moveTo>
                    <a:pt x="876" y="0"/>
                  </a:moveTo>
                  <a:cubicBezTo>
                    <a:pt x="390" y="0"/>
                    <a:pt x="1" y="398"/>
                    <a:pt x="1" y="875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52" y="1362"/>
                    <a:pt x="1752" y="875"/>
                  </a:cubicBezTo>
                  <a:cubicBezTo>
                    <a:pt x="1752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8821718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8" y="1"/>
                  </a:moveTo>
                  <a:cubicBezTo>
                    <a:pt x="2609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96"/>
                    <a:pt x="2609" y="4829"/>
                    <a:pt x="2688" y="6624"/>
                  </a:cubicBezTo>
                  <a:cubicBezTo>
                    <a:pt x="2759" y="4829"/>
                    <a:pt x="3935" y="3388"/>
                    <a:pt x="5385" y="3317"/>
                  </a:cubicBezTo>
                  <a:cubicBezTo>
                    <a:pt x="5385" y="3317"/>
                    <a:pt x="5385" y="3308"/>
                    <a:pt x="5385" y="3308"/>
                  </a:cubicBezTo>
                  <a:cubicBezTo>
                    <a:pt x="3935" y="3237"/>
                    <a:pt x="2759" y="1796"/>
                    <a:pt x="2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8934678" y="4062010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76" y="1742"/>
                  </a:cubicBezTo>
                  <a:cubicBezTo>
                    <a:pt x="1354" y="1742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8541819" y="4928486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19"/>
          <p:cNvSpPr txBox="1"/>
          <p:nvPr>
            <p:ph hasCustomPrompt="1" type="title"/>
          </p:nvPr>
        </p:nvSpPr>
        <p:spPr>
          <a:xfrm>
            <a:off x="3213758" y="3435581"/>
            <a:ext cx="2716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6" name="Google Shape;296;p19"/>
          <p:cNvSpPr txBox="1"/>
          <p:nvPr>
            <p:ph idx="1" type="subTitle"/>
          </p:nvPr>
        </p:nvSpPr>
        <p:spPr>
          <a:xfrm>
            <a:off x="3213750" y="4194500"/>
            <a:ext cx="2716500" cy="4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97" name="Google Shape;297;p19"/>
          <p:cNvSpPr txBox="1"/>
          <p:nvPr>
            <p:ph hasCustomPrompt="1" idx="2" type="title"/>
          </p:nvPr>
        </p:nvSpPr>
        <p:spPr>
          <a:xfrm>
            <a:off x="715100" y="2159275"/>
            <a:ext cx="2716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8" name="Google Shape;298;p19"/>
          <p:cNvSpPr txBox="1"/>
          <p:nvPr>
            <p:ph idx="3" type="subTitle"/>
          </p:nvPr>
        </p:nvSpPr>
        <p:spPr>
          <a:xfrm>
            <a:off x="715100" y="2918178"/>
            <a:ext cx="2716500" cy="4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99" name="Google Shape;299;p19"/>
          <p:cNvSpPr txBox="1"/>
          <p:nvPr>
            <p:ph hasCustomPrompt="1" idx="4" type="title"/>
          </p:nvPr>
        </p:nvSpPr>
        <p:spPr>
          <a:xfrm>
            <a:off x="5712410" y="2159281"/>
            <a:ext cx="2716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19"/>
          <p:cNvSpPr txBox="1"/>
          <p:nvPr>
            <p:ph idx="5" type="subTitle"/>
          </p:nvPr>
        </p:nvSpPr>
        <p:spPr>
          <a:xfrm>
            <a:off x="5712403" y="2918189"/>
            <a:ext cx="2716500" cy="4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01" name="Google Shape;30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20"/>
          <p:cNvGrpSpPr/>
          <p:nvPr/>
        </p:nvGrpSpPr>
        <p:grpSpPr>
          <a:xfrm>
            <a:off x="261508" y="304907"/>
            <a:ext cx="8488713" cy="4695967"/>
            <a:chOff x="261508" y="304907"/>
            <a:chExt cx="8488713" cy="4695967"/>
          </a:xfrm>
        </p:grpSpPr>
        <p:sp>
          <p:nvSpPr>
            <p:cNvPr id="305" name="Google Shape;305;p20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20"/>
          <p:cNvGrpSpPr/>
          <p:nvPr/>
        </p:nvGrpSpPr>
        <p:grpSpPr>
          <a:xfrm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311" name="Google Shape;311;p20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7" name="Google Shape;317;p20"/>
          <p:cNvSpPr txBox="1"/>
          <p:nvPr>
            <p:ph idx="1" type="subTitle"/>
          </p:nvPr>
        </p:nvSpPr>
        <p:spPr>
          <a:xfrm>
            <a:off x="720087" y="2656024"/>
            <a:ext cx="23055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8" name="Google Shape;318;p20"/>
          <p:cNvSpPr txBox="1"/>
          <p:nvPr>
            <p:ph idx="2" type="subTitle"/>
          </p:nvPr>
        </p:nvSpPr>
        <p:spPr>
          <a:xfrm>
            <a:off x="3419301" y="2656024"/>
            <a:ext cx="23055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9" name="Google Shape;319;p20"/>
          <p:cNvSpPr txBox="1"/>
          <p:nvPr>
            <p:ph idx="3" type="subTitle"/>
          </p:nvPr>
        </p:nvSpPr>
        <p:spPr>
          <a:xfrm>
            <a:off x="6118412" y="2656025"/>
            <a:ext cx="23055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20"/>
          <p:cNvSpPr txBox="1"/>
          <p:nvPr>
            <p:ph idx="4" type="subTitle"/>
          </p:nvPr>
        </p:nvSpPr>
        <p:spPr>
          <a:xfrm>
            <a:off x="720087" y="2111475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1" name="Google Shape;321;p20"/>
          <p:cNvSpPr txBox="1"/>
          <p:nvPr>
            <p:ph idx="5" type="subTitle"/>
          </p:nvPr>
        </p:nvSpPr>
        <p:spPr>
          <a:xfrm>
            <a:off x="3419304" y="2111475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2" name="Google Shape;322;p20"/>
          <p:cNvSpPr txBox="1"/>
          <p:nvPr>
            <p:ph idx="6" type="subTitle"/>
          </p:nvPr>
        </p:nvSpPr>
        <p:spPr>
          <a:xfrm>
            <a:off x="6118413" y="2111475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3" name="Google Shape;32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1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21"/>
          <p:cNvGrpSpPr/>
          <p:nvPr/>
        </p:nvGrpSpPr>
        <p:grpSpPr>
          <a:xfrm flipH="1">
            <a:off x="449986" y="304907"/>
            <a:ext cx="8488713" cy="4695967"/>
            <a:chOff x="261508" y="304907"/>
            <a:chExt cx="8488713" cy="4695967"/>
          </a:xfrm>
        </p:grpSpPr>
        <p:sp>
          <p:nvSpPr>
            <p:cNvPr id="327" name="Google Shape;327;p21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21"/>
          <p:cNvGrpSpPr/>
          <p:nvPr/>
        </p:nvGrpSpPr>
        <p:grpSpPr>
          <a:xfrm flipH="1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333" name="Google Shape;333;p21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8" name="Google Shape;33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9" name="Google Shape;339;p21"/>
          <p:cNvSpPr txBox="1"/>
          <p:nvPr>
            <p:ph idx="1" type="subTitle"/>
          </p:nvPr>
        </p:nvSpPr>
        <p:spPr>
          <a:xfrm>
            <a:off x="941853" y="1306475"/>
            <a:ext cx="31602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0" name="Google Shape;340;p21"/>
          <p:cNvSpPr txBox="1"/>
          <p:nvPr>
            <p:ph idx="2" type="subTitle"/>
          </p:nvPr>
        </p:nvSpPr>
        <p:spPr>
          <a:xfrm>
            <a:off x="941853" y="1832375"/>
            <a:ext cx="3160200" cy="9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1" name="Google Shape;341;p21"/>
          <p:cNvSpPr txBox="1"/>
          <p:nvPr>
            <p:ph idx="3" type="subTitle"/>
          </p:nvPr>
        </p:nvSpPr>
        <p:spPr>
          <a:xfrm>
            <a:off x="5041947" y="1832375"/>
            <a:ext cx="3160200" cy="9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2" name="Google Shape;342;p21"/>
          <p:cNvSpPr txBox="1"/>
          <p:nvPr>
            <p:ph idx="4" type="subTitle"/>
          </p:nvPr>
        </p:nvSpPr>
        <p:spPr>
          <a:xfrm>
            <a:off x="941853" y="3580700"/>
            <a:ext cx="3160200" cy="9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3" name="Google Shape;343;p21"/>
          <p:cNvSpPr txBox="1"/>
          <p:nvPr>
            <p:ph idx="5" type="subTitle"/>
          </p:nvPr>
        </p:nvSpPr>
        <p:spPr>
          <a:xfrm>
            <a:off x="5041947" y="3580700"/>
            <a:ext cx="3160200" cy="9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4" name="Google Shape;344;p21"/>
          <p:cNvSpPr txBox="1"/>
          <p:nvPr>
            <p:ph idx="6" type="subTitle"/>
          </p:nvPr>
        </p:nvSpPr>
        <p:spPr>
          <a:xfrm>
            <a:off x="941853" y="3054800"/>
            <a:ext cx="31602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" name="Google Shape;345;p21"/>
          <p:cNvSpPr txBox="1"/>
          <p:nvPr>
            <p:ph idx="7" type="subTitle"/>
          </p:nvPr>
        </p:nvSpPr>
        <p:spPr>
          <a:xfrm>
            <a:off x="5041938" y="1306475"/>
            <a:ext cx="31602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6" name="Google Shape;346;p21"/>
          <p:cNvSpPr txBox="1"/>
          <p:nvPr>
            <p:ph idx="8" type="subTitle"/>
          </p:nvPr>
        </p:nvSpPr>
        <p:spPr>
          <a:xfrm>
            <a:off x="5041938" y="3054800"/>
            <a:ext cx="31602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7" name="Google Shape;34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2"/>
          <p:cNvGrpSpPr/>
          <p:nvPr/>
        </p:nvGrpSpPr>
        <p:grpSpPr>
          <a:xfrm flipH="1" rot="10800000">
            <a:off x="261508" y="166788"/>
            <a:ext cx="8488713" cy="4695967"/>
            <a:chOff x="261508" y="304907"/>
            <a:chExt cx="8488713" cy="4695967"/>
          </a:xfrm>
        </p:grpSpPr>
        <p:sp>
          <p:nvSpPr>
            <p:cNvPr id="351" name="Google Shape;351;p22"/>
            <p:cNvSpPr/>
            <p:nvPr/>
          </p:nvSpPr>
          <p:spPr>
            <a:xfrm>
              <a:off x="261508" y="1418826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1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1" y="3388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1243504" y="4786860"/>
              <a:ext cx="173779" cy="214014"/>
            </a:xfrm>
            <a:custGeom>
              <a:rect b="b" l="l" r="r" t="t"/>
              <a:pathLst>
                <a:path extrusionOk="0" h="6633" w="5386">
                  <a:moveTo>
                    <a:pt x="2697" y="1"/>
                  </a:moveTo>
                  <a:cubicBezTo>
                    <a:pt x="2627" y="1805"/>
                    <a:pt x="1459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9" y="3387"/>
                    <a:pt x="2627" y="4829"/>
                    <a:pt x="2697" y="6633"/>
                  </a:cubicBezTo>
                  <a:cubicBezTo>
                    <a:pt x="2777" y="4829"/>
                    <a:pt x="3935" y="3396"/>
                    <a:pt x="5386" y="3317"/>
                  </a:cubicBezTo>
                  <a:lnTo>
                    <a:pt x="5386" y="3308"/>
                  </a:lnTo>
                  <a:cubicBezTo>
                    <a:pt x="3935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4369257" y="304907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7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7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8693983" y="1291414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819525" y="4695726"/>
              <a:ext cx="56496" cy="56238"/>
            </a:xfrm>
            <a:custGeom>
              <a:rect b="b" l="l" r="r" t="t"/>
              <a:pathLst>
                <a:path extrusionOk="0" h="1743" w="1751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3"/>
                    <a:pt x="389" y="1743"/>
                    <a:pt x="876" y="1743"/>
                  </a:cubicBezTo>
                  <a:cubicBezTo>
                    <a:pt x="1353" y="1743"/>
                    <a:pt x="1751" y="1353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" name="Google Shape;356;p22"/>
          <p:cNvGrpSpPr/>
          <p:nvPr/>
        </p:nvGrpSpPr>
        <p:grpSpPr>
          <a:xfrm flipH="1" rot="10800000">
            <a:off x="177329" y="138077"/>
            <a:ext cx="8845549" cy="4891508"/>
            <a:chOff x="177329" y="138077"/>
            <a:chExt cx="8845549" cy="4891508"/>
          </a:xfrm>
        </p:grpSpPr>
        <p:sp>
          <p:nvSpPr>
            <p:cNvPr id="357" name="Google Shape;357;p22"/>
            <p:cNvSpPr/>
            <p:nvPr/>
          </p:nvSpPr>
          <p:spPr>
            <a:xfrm>
              <a:off x="8849389" y="3872301"/>
              <a:ext cx="173489" cy="213723"/>
            </a:xfrm>
            <a:custGeom>
              <a:rect b="b" l="l" r="r" t="t"/>
              <a:pathLst>
                <a:path extrusionOk="0" h="6624" w="5377">
                  <a:moveTo>
                    <a:pt x="2688" y="0"/>
                  </a:moveTo>
                  <a:cubicBezTo>
                    <a:pt x="2618" y="1795"/>
                    <a:pt x="1450" y="3237"/>
                    <a:pt x="0" y="3307"/>
                  </a:cubicBezTo>
                  <a:cubicBezTo>
                    <a:pt x="0" y="3307"/>
                    <a:pt x="0" y="3307"/>
                    <a:pt x="0" y="3316"/>
                  </a:cubicBezTo>
                  <a:cubicBezTo>
                    <a:pt x="1450" y="3387"/>
                    <a:pt x="2618" y="4828"/>
                    <a:pt x="2688" y="6623"/>
                  </a:cubicBezTo>
                  <a:cubicBezTo>
                    <a:pt x="2768" y="4828"/>
                    <a:pt x="3935" y="3396"/>
                    <a:pt x="5377" y="3316"/>
                  </a:cubicBezTo>
                  <a:lnTo>
                    <a:pt x="5377" y="3307"/>
                  </a:lnTo>
                  <a:cubicBezTo>
                    <a:pt x="3935" y="3237"/>
                    <a:pt x="2768" y="1795"/>
                    <a:pt x="2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6756157" y="145855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18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87"/>
                    <a:pt x="2618" y="4829"/>
                    <a:pt x="2697" y="6624"/>
                  </a:cubicBezTo>
                  <a:cubicBezTo>
                    <a:pt x="2768" y="4829"/>
                    <a:pt x="3935" y="3396"/>
                    <a:pt x="5385" y="3317"/>
                  </a:cubicBezTo>
                  <a:lnTo>
                    <a:pt x="5385" y="3308"/>
                  </a:lnTo>
                  <a:cubicBezTo>
                    <a:pt x="3935" y="3237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177329" y="414259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76" y="1"/>
                  </a:moveTo>
                  <a:cubicBezTo>
                    <a:pt x="390" y="1"/>
                    <a:pt x="1" y="390"/>
                    <a:pt x="1" y="868"/>
                  </a:cubicBezTo>
                  <a:cubicBezTo>
                    <a:pt x="1" y="1354"/>
                    <a:pt x="390" y="1743"/>
                    <a:pt x="876" y="1743"/>
                  </a:cubicBezTo>
                  <a:cubicBezTo>
                    <a:pt x="1354" y="1743"/>
                    <a:pt x="1743" y="1354"/>
                    <a:pt x="1743" y="868"/>
                  </a:cubicBezTo>
                  <a:cubicBezTo>
                    <a:pt x="1743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4104513" y="4973056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51"/>
                    <a:pt x="876" y="1751"/>
                  </a:cubicBezTo>
                  <a:cubicBezTo>
                    <a:pt x="1354" y="1751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1911332" y="138077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43"/>
                    <a:pt x="876" y="1743"/>
                  </a:cubicBezTo>
                  <a:cubicBezTo>
                    <a:pt x="1353" y="1743"/>
                    <a:pt x="1751" y="1354"/>
                    <a:pt x="1751" y="876"/>
                  </a:cubicBezTo>
                  <a:cubicBezTo>
                    <a:pt x="1751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3" name="Google Shape;363;p22"/>
          <p:cNvSpPr txBox="1"/>
          <p:nvPr>
            <p:ph idx="1" type="subTitle"/>
          </p:nvPr>
        </p:nvSpPr>
        <p:spPr>
          <a:xfrm>
            <a:off x="711823" y="1710151"/>
            <a:ext cx="2188500" cy="10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4" name="Google Shape;364;p22"/>
          <p:cNvSpPr txBox="1"/>
          <p:nvPr>
            <p:ph idx="2" type="subTitle"/>
          </p:nvPr>
        </p:nvSpPr>
        <p:spPr>
          <a:xfrm>
            <a:off x="3479273" y="1710151"/>
            <a:ext cx="2188500" cy="10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5" name="Google Shape;365;p22"/>
          <p:cNvSpPr txBox="1"/>
          <p:nvPr>
            <p:ph idx="3" type="subTitle"/>
          </p:nvPr>
        </p:nvSpPr>
        <p:spPr>
          <a:xfrm>
            <a:off x="711823" y="3512000"/>
            <a:ext cx="2188500" cy="10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6" name="Google Shape;366;p22"/>
          <p:cNvSpPr txBox="1"/>
          <p:nvPr>
            <p:ph idx="4" type="subTitle"/>
          </p:nvPr>
        </p:nvSpPr>
        <p:spPr>
          <a:xfrm>
            <a:off x="3479273" y="3512000"/>
            <a:ext cx="2188500" cy="10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7" name="Google Shape;367;p22"/>
          <p:cNvSpPr txBox="1"/>
          <p:nvPr>
            <p:ph idx="5" type="subTitle"/>
          </p:nvPr>
        </p:nvSpPr>
        <p:spPr>
          <a:xfrm>
            <a:off x="6243677" y="1710151"/>
            <a:ext cx="2188500" cy="10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8" name="Google Shape;368;p22"/>
          <p:cNvSpPr txBox="1"/>
          <p:nvPr>
            <p:ph idx="6" type="subTitle"/>
          </p:nvPr>
        </p:nvSpPr>
        <p:spPr>
          <a:xfrm>
            <a:off x="6243677" y="3512000"/>
            <a:ext cx="2188500" cy="10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2"/>
          <p:cNvSpPr txBox="1"/>
          <p:nvPr>
            <p:ph idx="7" type="subTitle"/>
          </p:nvPr>
        </p:nvSpPr>
        <p:spPr>
          <a:xfrm>
            <a:off x="711823" y="1336275"/>
            <a:ext cx="2188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0" name="Google Shape;370;p22"/>
          <p:cNvSpPr txBox="1"/>
          <p:nvPr>
            <p:ph idx="8" type="subTitle"/>
          </p:nvPr>
        </p:nvSpPr>
        <p:spPr>
          <a:xfrm>
            <a:off x="3479273" y="1336275"/>
            <a:ext cx="2188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1" name="Google Shape;371;p22"/>
          <p:cNvSpPr txBox="1"/>
          <p:nvPr>
            <p:ph idx="9" type="subTitle"/>
          </p:nvPr>
        </p:nvSpPr>
        <p:spPr>
          <a:xfrm>
            <a:off x="6243677" y="1336275"/>
            <a:ext cx="2188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2" name="Google Shape;372;p22"/>
          <p:cNvSpPr txBox="1"/>
          <p:nvPr>
            <p:ph idx="13" type="subTitle"/>
          </p:nvPr>
        </p:nvSpPr>
        <p:spPr>
          <a:xfrm>
            <a:off x="711823" y="3134900"/>
            <a:ext cx="2188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3" name="Google Shape;373;p22"/>
          <p:cNvSpPr txBox="1"/>
          <p:nvPr>
            <p:ph idx="14" type="subTitle"/>
          </p:nvPr>
        </p:nvSpPr>
        <p:spPr>
          <a:xfrm>
            <a:off x="3479273" y="3134900"/>
            <a:ext cx="2188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4" name="Google Shape;374;p22"/>
          <p:cNvSpPr txBox="1"/>
          <p:nvPr>
            <p:ph idx="15" type="subTitle"/>
          </p:nvPr>
        </p:nvSpPr>
        <p:spPr>
          <a:xfrm>
            <a:off x="6243677" y="3134900"/>
            <a:ext cx="2188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5" name="Google Shape;37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" name="Google Shape;378;p23"/>
          <p:cNvGrpSpPr/>
          <p:nvPr/>
        </p:nvGrpSpPr>
        <p:grpSpPr>
          <a:xfrm flipH="1" rot="10800000">
            <a:off x="-380593" y="-108619"/>
            <a:ext cx="9870184" cy="5292773"/>
            <a:chOff x="-380593" y="-108619"/>
            <a:chExt cx="9870184" cy="5292773"/>
          </a:xfrm>
        </p:grpSpPr>
        <p:sp>
          <p:nvSpPr>
            <p:cNvPr id="379" name="Google Shape;379;p23"/>
            <p:cNvSpPr/>
            <p:nvPr/>
          </p:nvSpPr>
          <p:spPr>
            <a:xfrm>
              <a:off x="-380593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310" y="1"/>
                  </a:moveTo>
                  <a:lnTo>
                    <a:pt x="1" y="67956"/>
                  </a:lnTo>
                  <a:lnTo>
                    <a:pt x="73112" y="68469"/>
                  </a:lnTo>
                  <a:cubicBezTo>
                    <a:pt x="69840" y="62377"/>
                    <a:pt x="63579" y="58168"/>
                    <a:pt x="56815" y="56709"/>
                  </a:cubicBezTo>
                  <a:cubicBezTo>
                    <a:pt x="52367" y="55745"/>
                    <a:pt x="47760" y="55886"/>
                    <a:pt x="43241" y="55294"/>
                  </a:cubicBezTo>
                  <a:cubicBezTo>
                    <a:pt x="38731" y="54701"/>
                    <a:pt x="34062" y="53189"/>
                    <a:pt x="31118" y="49714"/>
                  </a:cubicBezTo>
                  <a:cubicBezTo>
                    <a:pt x="25777" y="43383"/>
                    <a:pt x="28217" y="33523"/>
                    <a:pt x="24742" y="25998"/>
                  </a:cubicBezTo>
                  <a:cubicBezTo>
                    <a:pt x="24123" y="24654"/>
                    <a:pt x="23292" y="23372"/>
                    <a:pt x="22116" y="22461"/>
                  </a:cubicBezTo>
                  <a:cubicBezTo>
                    <a:pt x="21241" y="21789"/>
                    <a:pt x="20206" y="21338"/>
                    <a:pt x="19163" y="20993"/>
                  </a:cubicBezTo>
                  <a:cubicBezTo>
                    <a:pt x="15007" y="19596"/>
                    <a:pt x="10249" y="19446"/>
                    <a:pt x="6871" y="16652"/>
                  </a:cubicBezTo>
                  <a:cubicBezTo>
                    <a:pt x="4581" y="14750"/>
                    <a:pt x="3308" y="11903"/>
                    <a:pt x="2370" y="9073"/>
                  </a:cubicBezTo>
                  <a:cubicBezTo>
                    <a:pt x="1398" y="6129"/>
                    <a:pt x="708" y="3078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7130632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72802" y="1"/>
                  </a:moveTo>
                  <a:cubicBezTo>
                    <a:pt x="72404" y="3078"/>
                    <a:pt x="71715" y="6129"/>
                    <a:pt x="70733" y="9073"/>
                  </a:cubicBezTo>
                  <a:cubicBezTo>
                    <a:pt x="69805" y="11903"/>
                    <a:pt x="68531" y="14750"/>
                    <a:pt x="66241" y="16652"/>
                  </a:cubicBezTo>
                  <a:cubicBezTo>
                    <a:pt x="62863" y="19446"/>
                    <a:pt x="58106" y="19596"/>
                    <a:pt x="53950" y="20993"/>
                  </a:cubicBezTo>
                  <a:cubicBezTo>
                    <a:pt x="52898" y="21338"/>
                    <a:pt x="51863" y="21789"/>
                    <a:pt x="50996" y="22461"/>
                  </a:cubicBezTo>
                  <a:cubicBezTo>
                    <a:pt x="49820" y="23372"/>
                    <a:pt x="48989" y="24654"/>
                    <a:pt x="48370" y="25998"/>
                  </a:cubicBezTo>
                  <a:cubicBezTo>
                    <a:pt x="44895" y="33523"/>
                    <a:pt x="47336" y="43383"/>
                    <a:pt x="41986" y="49714"/>
                  </a:cubicBezTo>
                  <a:cubicBezTo>
                    <a:pt x="39050" y="53189"/>
                    <a:pt x="34381" y="54701"/>
                    <a:pt x="29871" y="55294"/>
                  </a:cubicBezTo>
                  <a:cubicBezTo>
                    <a:pt x="25353" y="55886"/>
                    <a:pt x="20746" y="55745"/>
                    <a:pt x="16289" y="56709"/>
                  </a:cubicBezTo>
                  <a:cubicBezTo>
                    <a:pt x="9533" y="58168"/>
                    <a:pt x="3264" y="62377"/>
                    <a:pt x="1" y="68469"/>
                  </a:cubicBezTo>
                  <a:lnTo>
                    <a:pt x="73112" y="67956"/>
                  </a:lnTo>
                  <a:lnTo>
                    <a:pt x="72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-119291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73111" y="0"/>
                  </a:moveTo>
                  <a:lnTo>
                    <a:pt x="0" y="522"/>
                  </a:lnTo>
                  <a:lnTo>
                    <a:pt x="0" y="522"/>
                  </a:lnTo>
                  <a:lnTo>
                    <a:pt x="310" y="68477"/>
                  </a:lnTo>
                  <a:cubicBezTo>
                    <a:pt x="708" y="65391"/>
                    <a:pt x="1398" y="62349"/>
                    <a:pt x="2370" y="59396"/>
                  </a:cubicBezTo>
                  <a:cubicBezTo>
                    <a:pt x="3308" y="56566"/>
                    <a:pt x="4581" y="53719"/>
                    <a:pt x="6871" y="51827"/>
                  </a:cubicBezTo>
                  <a:cubicBezTo>
                    <a:pt x="10249" y="49032"/>
                    <a:pt x="15006" y="48873"/>
                    <a:pt x="19162" y="47485"/>
                  </a:cubicBezTo>
                  <a:cubicBezTo>
                    <a:pt x="20206" y="47131"/>
                    <a:pt x="21240" y="46689"/>
                    <a:pt x="22116" y="46008"/>
                  </a:cubicBezTo>
                  <a:cubicBezTo>
                    <a:pt x="23292" y="45106"/>
                    <a:pt x="24123" y="43824"/>
                    <a:pt x="24742" y="42480"/>
                  </a:cubicBezTo>
                  <a:cubicBezTo>
                    <a:pt x="28217" y="34955"/>
                    <a:pt x="25777" y="25095"/>
                    <a:pt x="31118" y="18764"/>
                  </a:cubicBezTo>
                  <a:cubicBezTo>
                    <a:pt x="34062" y="15280"/>
                    <a:pt x="38731" y="13777"/>
                    <a:pt x="43241" y="13184"/>
                  </a:cubicBezTo>
                  <a:cubicBezTo>
                    <a:pt x="47760" y="12583"/>
                    <a:pt x="52367" y="12725"/>
                    <a:pt x="56814" y="11770"/>
                  </a:cubicBezTo>
                  <a:cubicBezTo>
                    <a:pt x="63570" y="10310"/>
                    <a:pt x="69840" y="6093"/>
                    <a:pt x="73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6899327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0" y="0"/>
                  </a:moveTo>
                  <a:cubicBezTo>
                    <a:pt x="3272" y="6093"/>
                    <a:pt x="9542" y="10310"/>
                    <a:pt x="16297" y="11770"/>
                  </a:cubicBezTo>
                  <a:cubicBezTo>
                    <a:pt x="20745" y="12725"/>
                    <a:pt x="25352" y="12583"/>
                    <a:pt x="29871" y="13184"/>
                  </a:cubicBezTo>
                  <a:cubicBezTo>
                    <a:pt x="34381" y="13777"/>
                    <a:pt x="39050" y="15280"/>
                    <a:pt x="41994" y="18764"/>
                  </a:cubicBezTo>
                  <a:cubicBezTo>
                    <a:pt x="47335" y="25095"/>
                    <a:pt x="44895" y="34955"/>
                    <a:pt x="48370" y="42480"/>
                  </a:cubicBezTo>
                  <a:cubicBezTo>
                    <a:pt x="48998" y="43824"/>
                    <a:pt x="49820" y="45106"/>
                    <a:pt x="50996" y="46008"/>
                  </a:cubicBezTo>
                  <a:cubicBezTo>
                    <a:pt x="51871" y="46689"/>
                    <a:pt x="52906" y="47131"/>
                    <a:pt x="53949" y="47485"/>
                  </a:cubicBezTo>
                  <a:cubicBezTo>
                    <a:pt x="58106" y="48873"/>
                    <a:pt x="62863" y="49032"/>
                    <a:pt x="66241" y="51827"/>
                  </a:cubicBezTo>
                  <a:cubicBezTo>
                    <a:pt x="68531" y="53719"/>
                    <a:pt x="69804" y="56566"/>
                    <a:pt x="70742" y="59396"/>
                  </a:cubicBezTo>
                  <a:cubicBezTo>
                    <a:pt x="71714" y="62349"/>
                    <a:pt x="72404" y="65391"/>
                    <a:pt x="72802" y="68477"/>
                  </a:cubicBezTo>
                  <a:lnTo>
                    <a:pt x="73111" y="5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23"/>
          <p:cNvGrpSpPr/>
          <p:nvPr/>
        </p:nvGrpSpPr>
        <p:grpSpPr>
          <a:xfrm flipH="1" rot="10800000">
            <a:off x="182313" y="90811"/>
            <a:ext cx="8813185" cy="4832845"/>
            <a:chOff x="182313" y="151879"/>
            <a:chExt cx="8813185" cy="4832845"/>
          </a:xfrm>
        </p:grpSpPr>
        <p:sp>
          <p:nvSpPr>
            <p:cNvPr id="384" name="Google Shape;384;p23"/>
            <p:cNvSpPr/>
            <p:nvPr/>
          </p:nvSpPr>
          <p:spPr>
            <a:xfrm>
              <a:off x="182313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6" y="1796"/>
                    <a:pt x="1459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9" y="3388"/>
                    <a:pt x="2626" y="4829"/>
                    <a:pt x="2697" y="6624"/>
                  </a:cubicBezTo>
                  <a:cubicBezTo>
                    <a:pt x="2777" y="4829"/>
                    <a:pt x="3944" y="3396"/>
                    <a:pt x="5385" y="3317"/>
                  </a:cubicBezTo>
                  <a:lnTo>
                    <a:pt x="5385" y="3308"/>
                  </a:lnTo>
                  <a:cubicBezTo>
                    <a:pt x="3944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303564" y="515612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7" y="1796"/>
                    <a:pt x="1450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0" y="3387"/>
                    <a:pt x="2627" y="4829"/>
                    <a:pt x="2697" y="6624"/>
                  </a:cubicBezTo>
                  <a:cubicBezTo>
                    <a:pt x="2768" y="4829"/>
                    <a:pt x="3935" y="3387"/>
                    <a:pt x="5385" y="3317"/>
                  </a:cubicBezTo>
                  <a:lnTo>
                    <a:pt x="5385" y="3308"/>
                  </a:lnTo>
                  <a:cubicBezTo>
                    <a:pt x="3935" y="3228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946638" y="196350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1"/>
                  </a:moveTo>
                  <a:cubicBezTo>
                    <a:pt x="390" y="1"/>
                    <a:pt x="1" y="390"/>
                    <a:pt x="1" y="876"/>
                  </a:cubicBezTo>
                  <a:cubicBezTo>
                    <a:pt x="1" y="1354"/>
                    <a:pt x="390" y="1752"/>
                    <a:pt x="876" y="1752"/>
                  </a:cubicBezTo>
                  <a:cubicBezTo>
                    <a:pt x="1354" y="1752"/>
                    <a:pt x="1751" y="1354"/>
                    <a:pt x="1751" y="876"/>
                  </a:cubicBezTo>
                  <a:cubicBezTo>
                    <a:pt x="1751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362319" y="1114192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0"/>
                  </a:moveTo>
                  <a:cubicBezTo>
                    <a:pt x="390" y="0"/>
                    <a:pt x="1" y="398"/>
                    <a:pt x="1" y="876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43" y="1362"/>
                    <a:pt x="1743" y="876"/>
                  </a:cubicBezTo>
                  <a:cubicBezTo>
                    <a:pt x="1743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8720987" y="471141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9" y="0"/>
                  </a:moveTo>
                  <a:cubicBezTo>
                    <a:pt x="2618" y="1795"/>
                    <a:pt x="1451" y="3228"/>
                    <a:pt x="1" y="3307"/>
                  </a:cubicBezTo>
                  <a:lnTo>
                    <a:pt x="1" y="3316"/>
                  </a:lnTo>
                  <a:cubicBezTo>
                    <a:pt x="1451" y="3387"/>
                    <a:pt x="2618" y="4828"/>
                    <a:pt x="2689" y="6623"/>
                  </a:cubicBezTo>
                  <a:cubicBezTo>
                    <a:pt x="2769" y="4819"/>
                    <a:pt x="3936" y="3387"/>
                    <a:pt x="5386" y="3316"/>
                  </a:cubicBezTo>
                  <a:cubicBezTo>
                    <a:pt x="5386" y="3316"/>
                    <a:pt x="5386" y="3307"/>
                    <a:pt x="5386" y="3307"/>
                  </a:cubicBezTo>
                  <a:cubicBezTo>
                    <a:pt x="3936" y="3237"/>
                    <a:pt x="2769" y="1795"/>
                    <a:pt x="26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8195454" y="151879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8779774" y="1069689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52"/>
                    <a:pt x="876" y="1752"/>
                  </a:cubicBezTo>
                  <a:cubicBezTo>
                    <a:pt x="1353" y="1752"/>
                    <a:pt x="1742" y="1354"/>
                    <a:pt x="1742" y="876"/>
                  </a:cubicBezTo>
                  <a:cubicBezTo>
                    <a:pt x="1742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186862" y="406201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694423" y="4910805"/>
              <a:ext cx="56528" cy="56496"/>
            </a:xfrm>
            <a:custGeom>
              <a:rect b="b" l="l" r="r" t="t"/>
              <a:pathLst>
                <a:path extrusionOk="0" h="1751" w="1752">
                  <a:moveTo>
                    <a:pt x="876" y="0"/>
                  </a:moveTo>
                  <a:cubicBezTo>
                    <a:pt x="390" y="0"/>
                    <a:pt x="1" y="398"/>
                    <a:pt x="1" y="875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52" y="1362"/>
                    <a:pt x="1752" y="875"/>
                  </a:cubicBezTo>
                  <a:cubicBezTo>
                    <a:pt x="1752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8821718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8" y="1"/>
                  </a:moveTo>
                  <a:cubicBezTo>
                    <a:pt x="2609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96"/>
                    <a:pt x="2609" y="4829"/>
                    <a:pt x="2688" y="6624"/>
                  </a:cubicBezTo>
                  <a:cubicBezTo>
                    <a:pt x="2759" y="4829"/>
                    <a:pt x="3935" y="3388"/>
                    <a:pt x="5385" y="3317"/>
                  </a:cubicBezTo>
                  <a:cubicBezTo>
                    <a:pt x="5385" y="3317"/>
                    <a:pt x="5385" y="3308"/>
                    <a:pt x="5385" y="3308"/>
                  </a:cubicBezTo>
                  <a:cubicBezTo>
                    <a:pt x="3935" y="3237"/>
                    <a:pt x="2759" y="1796"/>
                    <a:pt x="2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8934678" y="4062010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76" y="1742"/>
                  </a:cubicBezTo>
                  <a:cubicBezTo>
                    <a:pt x="1354" y="1742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8541819" y="4928486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" name="Google Shape;396;p23"/>
          <p:cNvSpPr txBox="1"/>
          <p:nvPr>
            <p:ph type="ctrTitle"/>
          </p:nvPr>
        </p:nvSpPr>
        <p:spPr>
          <a:xfrm>
            <a:off x="4266000" y="669825"/>
            <a:ext cx="34464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" name="Google Shape;397;p23"/>
          <p:cNvSpPr txBox="1"/>
          <p:nvPr>
            <p:ph idx="1" type="subTitle"/>
          </p:nvPr>
        </p:nvSpPr>
        <p:spPr>
          <a:xfrm>
            <a:off x="4266000" y="1552150"/>
            <a:ext cx="3446400" cy="11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8" name="Google Shape;398;p23"/>
          <p:cNvSpPr txBox="1"/>
          <p:nvPr/>
        </p:nvSpPr>
        <p:spPr>
          <a:xfrm>
            <a:off x="4266000" y="3496925"/>
            <a:ext cx="344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including icons by 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4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p24"/>
          <p:cNvGrpSpPr/>
          <p:nvPr/>
        </p:nvGrpSpPr>
        <p:grpSpPr>
          <a:xfrm flipH="1" rot="10800000">
            <a:off x="-119291" y="-108619"/>
            <a:ext cx="9608882" cy="5292773"/>
            <a:chOff x="-119291" y="-108619"/>
            <a:chExt cx="9608882" cy="5292773"/>
          </a:xfrm>
        </p:grpSpPr>
        <p:sp>
          <p:nvSpPr>
            <p:cNvPr id="403" name="Google Shape;403;p24"/>
            <p:cNvSpPr/>
            <p:nvPr/>
          </p:nvSpPr>
          <p:spPr>
            <a:xfrm>
              <a:off x="7130632" y="2974969"/>
              <a:ext cx="2358959" cy="2209185"/>
            </a:xfrm>
            <a:custGeom>
              <a:rect b="b" l="l" r="r" t="t"/>
              <a:pathLst>
                <a:path extrusionOk="0" h="68470" w="73112">
                  <a:moveTo>
                    <a:pt x="72802" y="1"/>
                  </a:moveTo>
                  <a:cubicBezTo>
                    <a:pt x="72404" y="3078"/>
                    <a:pt x="71715" y="6129"/>
                    <a:pt x="70733" y="9073"/>
                  </a:cubicBezTo>
                  <a:cubicBezTo>
                    <a:pt x="69805" y="11903"/>
                    <a:pt x="68531" y="14750"/>
                    <a:pt x="66241" y="16652"/>
                  </a:cubicBezTo>
                  <a:cubicBezTo>
                    <a:pt x="62863" y="19446"/>
                    <a:pt x="58106" y="19596"/>
                    <a:pt x="53950" y="20993"/>
                  </a:cubicBezTo>
                  <a:cubicBezTo>
                    <a:pt x="52898" y="21338"/>
                    <a:pt x="51863" y="21789"/>
                    <a:pt x="50996" y="22461"/>
                  </a:cubicBezTo>
                  <a:cubicBezTo>
                    <a:pt x="49820" y="23372"/>
                    <a:pt x="48989" y="24654"/>
                    <a:pt x="48370" y="25998"/>
                  </a:cubicBezTo>
                  <a:cubicBezTo>
                    <a:pt x="44895" y="33523"/>
                    <a:pt x="47336" y="43383"/>
                    <a:pt x="41986" y="49714"/>
                  </a:cubicBezTo>
                  <a:cubicBezTo>
                    <a:pt x="39050" y="53189"/>
                    <a:pt x="34381" y="54701"/>
                    <a:pt x="29871" y="55294"/>
                  </a:cubicBezTo>
                  <a:cubicBezTo>
                    <a:pt x="25353" y="55886"/>
                    <a:pt x="20746" y="55745"/>
                    <a:pt x="16289" y="56709"/>
                  </a:cubicBezTo>
                  <a:cubicBezTo>
                    <a:pt x="9533" y="58168"/>
                    <a:pt x="3264" y="62377"/>
                    <a:pt x="1" y="68469"/>
                  </a:cubicBezTo>
                  <a:lnTo>
                    <a:pt x="73112" y="67956"/>
                  </a:lnTo>
                  <a:lnTo>
                    <a:pt x="72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-119291" y="-108619"/>
              <a:ext cx="2358959" cy="2209443"/>
            </a:xfrm>
            <a:custGeom>
              <a:rect b="b" l="l" r="r" t="t"/>
              <a:pathLst>
                <a:path extrusionOk="0" h="68478" w="73112">
                  <a:moveTo>
                    <a:pt x="73111" y="0"/>
                  </a:moveTo>
                  <a:lnTo>
                    <a:pt x="0" y="522"/>
                  </a:lnTo>
                  <a:lnTo>
                    <a:pt x="0" y="522"/>
                  </a:lnTo>
                  <a:lnTo>
                    <a:pt x="310" y="68477"/>
                  </a:lnTo>
                  <a:cubicBezTo>
                    <a:pt x="708" y="65391"/>
                    <a:pt x="1398" y="62349"/>
                    <a:pt x="2370" y="59396"/>
                  </a:cubicBezTo>
                  <a:cubicBezTo>
                    <a:pt x="3308" y="56566"/>
                    <a:pt x="4581" y="53719"/>
                    <a:pt x="6871" y="51827"/>
                  </a:cubicBezTo>
                  <a:cubicBezTo>
                    <a:pt x="10249" y="49032"/>
                    <a:pt x="15006" y="48873"/>
                    <a:pt x="19162" y="47485"/>
                  </a:cubicBezTo>
                  <a:cubicBezTo>
                    <a:pt x="20206" y="47131"/>
                    <a:pt x="21240" y="46689"/>
                    <a:pt x="22116" y="46008"/>
                  </a:cubicBezTo>
                  <a:cubicBezTo>
                    <a:pt x="23292" y="45106"/>
                    <a:pt x="24123" y="43824"/>
                    <a:pt x="24742" y="42480"/>
                  </a:cubicBezTo>
                  <a:cubicBezTo>
                    <a:pt x="28217" y="34955"/>
                    <a:pt x="25777" y="25095"/>
                    <a:pt x="31118" y="18764"/>
                  </a:cubicBezTo>
                  <a:cubicBezTo>
                    <a:pt x="34062" y="15280"/>
                    <a:pt x="38731" y="13777"/>
                    <a:pt x="43241" y="13184"/>
                  </a:cubicBezTo>
                  <a:cubicBezTo>
                    <a:pt x="47760" y="12583"/>
                    <a:pt x="52367" y="12725"/>
                    <a:pt x="56814" y="11770"/>
                  </a:cubicBezTo>
                  <a:cubicBezTo>
                    <a:pt x="63570" y="10310"/>
                    <a:pt x="69840" y="6093"/>
                    <a:pt x="73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" name="Google Shape;405;p24"/>
          <p:cNvGrpSpPr/>
          <p:nvPr/>
        </p:nvGrpSpPr>
        <p:grpSpPr>
          <a:xfrm flipH="1" rot="10800000">
            <a:off x="182313" y="90811"/>
            <a:ext cx="8813185" cy="4832845"/>
            <a:chOff x="182313" y="151879"/>
            <a:chExt cx="8813185" cy="4832845"/>
          </a:xfrm>
        </p:grpSpPr>
        <p:sp>
          <p:nvSpPr>
            <p:cNvPr id="406" name="Google Shape;406;p24"/>
            <p:cNvSpPr/>
            <p:nvPr/>
          </p:nvSpPr>
          <p:spPr>
            <a:xfrm>
              <a:off x="182313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6" y="1796"/>
                    <a:pt x="1459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9" y="3388"/>
                    <a:pt x="2626" y="4829"/>
                    <a:pt x="2697" y="6624"/>
                  </a:cubicBezTo>
                  <a:cubicBezTo>
                    <a:pt x="2777" y="4829"/>
                    <a:pt x="3944" y="3396"/>
                    <a:pt x="5385" y="3317"/>
                  </a:cubicBezTo>
                  <a:lnTo>
                    <a:pt x="5385" y="3308"/>
                  </a:lnTo>
                  <a:cubicBezTo>
                    <a:pt x="3944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303564" y="515612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7" y="1796"/>
                    <a:pt x="1450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0" y="3387"/>
                    <a:pt x="2627" y="4829"/>
                    <a:pt x="2697" y="6624"/>
                  </a:cubicBezTo>
                  <a:cubicBezTo>
                    <a:pt x="2768" y="4829"/>
                    <a:pt x="3935" y="3387"/>
                    <a:pt x="5385" y="3317"/>
                  </a:cubicBezTo>
                  <a:lnTo>
                    <a:pt x="5385" y="3308"/>
                  </a:lnTo>
                  <a:cubicBezTo>
                    <a:pt x="3935" y="3228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946638" y="196350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1"/>
                  </a:moveTo>
                  <a:cubicBezTo>
                    <a:pt x="390" y="1"/>
                    <a:pt x="1" y="390"/>
                    <a:pt x="1" y="876"/>
                  </a:cubicBezTo>
                  <a:cubicBezTo>
                    <a:pt x="1" y="1354"/>
                    <a:pt x="390" y="1752"/>
                    <a:pt x="876" y="1752"/>
                  </a:cubicBezTo>
                  <a:cubicBezTo>
                    <a:pt x="1354" y="1752"/>
                    <a:pt x="1751" y="1354"/>
                    <a:pt x="1751" y="876"/>
                  </a:cubicBezTo>
                  <a:cubicBezTo>
                    <a:pt x="1751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362319" y="1114192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0"/>
                  </a:moveTo>
                  <a:cubicBezTo>
                    <a:pt x="390" y="0"/>
                    <a:pt x="1" y="398"/>
                    <a:pt x="1" y="876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43" y="1362"/>
                    <a:pt x="1743" y="876"/>
                  </a:cubicBezTo>
                  <a:cubicBezTo>
                    <a:pt x="1743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8720987" y="471141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9" y="0"/>
                  </a:moveTo>
                  <a:cubicBezTo>
                    <a:pt x="2618" y="1795"/>
                    <a:pt x="1451" y="3228"/>
                    <a:pt x="1" y="3307"/>
                  </a:cubicBezTo>
                  <a:lnTo>
                    <a:pt x="1" y="3316"/>
                  </a:lnTo>
                  <a:cubicBezTo>
                    <a:pt x="1451" y="3387"/>
                    <a:pt x="2618" y="4828"/>
                    <a:pt x="2689" y="6623"/>
                  </a:cubicBezTo>
                  <a:cubicBezTo>
                    <a:pt x="2769" y="4819"/>
                    <a:pt x="3936" y="3387"/>
                    <a:pt x="5386" y="3316"/>
                  </a:cubicBezTo>
                  <a:cubicBezTo>
                    <a:pt x="5386" y="3316"/>
                    <a:pt x="5386" y="3307"/>
                    <a:pt x="5386" y="3307"/>
                  </a:cubicBezTo>
                  <a:cubicBezTo>
                    <a:pt x="3936" y="3237"/>
                    <a:pt x="2769" y="1795"/>
                    <a:pt x="26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8195454" y="151879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8779774" y="1069689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52"/>
                    <a:pt x="876" y="1752"/>
                  </a:cubicBezTo>
                  <a:cubicBezTo>
                    <a:pt x="1353" y="1752"/>
                    <a:pt x="1742" y="1354"/>
                    <a:pt x="1742" y="876"/>
                  </a:cubicBezTo>
                  <a:cubicBezTo>
                    <a:pt x="1742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186862" y="406201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694423" y="4910805"/>
              <a:ext cx="56528" cy="56496"/>
            </a:xfrm>
            <a:custGeom>
              <a:rect b="b" l="l" r="r" t="t"/>
              <a:pathLst>
                <a:path extrusionOk="0" h="1751" w="1752">
                  <a:moveTo>
                    <a:pt x="876" y="0"/>
                  </a:moveTo>
                  <a:cubicBezTo>
                    <a:pt x="390" y="0"/>
                    <a:pt x="1" y="398"/>
                    <a:pt x="1" y="875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52" y="1362"/>
                    <a:pt x="1752" y="875"/>
                  </a:cubicBezTo>
                  <a:cubicBezTo>
                    <a:pt x="1752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8821718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8" y="1"/>
                  </a:moveTo>
                  <a:cubicBezTo>
                    <a:pt x="2609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96"/>
                    <a:pt x="2609" y="4829"/>
                    <a:pt x="2688" y="6624"/>
                  </a:cubicBezTo>
                  <a:cubicBezTo>
                    <a:pt x="2759" y="4829"/>
                    <a:pt x="3935" y="3388"/>
                    <a:pt x="5385" y="3317"/>
                  </a:cubicBezTo>
                  <a:cubicBezTo>
                    <a:pt x="5385" y="3317"/>
                    <a:pt x="5385" y="3308"/>
                    <a:pt x="5385" y="3308"/>
                  </a:cubicBezTo>
                  <a:cubicBezTo>
                    <a:pt x="3935" y="3237"/>
                    <a:pt x="2759" y="1796"/>
                    <a:pt x="2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8934678" y="4062010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76" y="1742"/>
                  </a:cubicBezTo>
                  <a:cubicBezTo>
                    <a:pt x="1354" y="1742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8541819" y="4928486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-18587"/>
            <a:ext cx="9144002" cy="51806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25"/>
          <p:cNvGrpSpPr/>
          <p:nvPr/>
        </p:nvGrpSpPr>
        <p:grpSpPr>
          <a:xfrm flipH="1" rot="10800000">
            <a:off x="182313" y="90811"/>
            <a:ext cx="8813185" cy="4832845"/>
            <a:chOff x="182313" y="151879"/>
            <a:chExt cx="8813185" cy="4832845"/>
          </a:xfrm>
        </p:grpSpPr>
        <p:sp>
          <p:nvSpPr>
            <p:cNvPr id="422" name="Google Shape;422;p25"/>
            <p:cNvSpPr/>
            <p:nvPr/>
          </p:nvSpPr>
          <p:spPr>
            <a:xfrm>
              <a:off x="182313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6" y="1796"/>
                    <a:pt x="1459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9" y="3388"/>
                    <a:pt x="2626" y="4829"/>
                    <a:pt x="2697" y="6624"/>
                  </a:cubicBezTo>
                  <a:cubicBezTo>
                    <a:pt x="2777" y="4829"/>
                    <a:pt x="3944" y="3396"/>
                    <a:pt x="5385" y="3317"/>
                  </a:cubicBezTo>
                  <a:lnTo>
                    <a:pt x="5385" y="3308"/>
                  </a:lnTo>
                  <a:cubicBezTo>
                    <a:pt x="3944" y="3237"/>
                    <a:pt x="2777" y="1796"/>
                    <a:pt x="2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5"/>
            <p:cNvSpPr/>
            <p:nvPr/>
          </p:nvSpPr>
          <p:spPr>
            <a:xfrm>
              <a:off x="303564" y="515612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97" y="1"/>
                  </a:moveTo>
                  <a:cubicBezTo>
                    <a:pt x="2627" y="1796"/>
                    <a:pt x="1450" y="3237"/>
                    <a:pt x="0" y="3308"/>
                  </a:cubicBezTo>
                  <a:cubicBezTo>
                    <a:pt x="0" y="3317"/>
                    <a:pt x="0" y="3317"/>
                    <a:pt x="0" y="3317"/>
                  </a:cubicBezTo>
                  <a:cubicBezTo>
                    <a:pt x="1450" y="3387"/>
                    <a:pt x="2627" y="4829"/>
                    <a:pt x="2697" y="6624"/>
                  </a:cubicBezTo>
                  <a:cubicBezTo>
                    <a:pt x="2768" y="4829"/>
                    <a:pt x="3935" y="3387"/>
                    <a:pt x="5385" y="3317"/>
                  </a:cubicBezTo>
                  <a:lnTo>
                    <a:pt x="5385" y="3308"/>
                  </a:lnTo>
                  <a:cubicBezTo>
                    <a:pt x="3935" y="3228"/>
                    <a:pt x="2768" y="1796"/>
                    <a:pt x="2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946638" y="196350"/>
              <a:ext cx="56528" cy="56528"/>
            </a:xfrm>
            <a:custGeom>
              <a:rect b="b" l="l" r="r" t="t"/>
              <a:pathLst>
                <a:path extrusionOk="0" h="1752" w="1752">
                  <a:moveTo>
                    <a:pt x="876" y="1"/>
                  </a:moveTo>
                  <a:cubicBezTo>
                    <a:pt x="390" y="1"/>
                    <a:pt x="1" y="390"/>
                    <a:pt x="1" y="876"/>
                  </a:cubicBezTo>
                  <a:cubicBezTo>
                    <a:pt x="1" y="1354"/>
                    <a:pt x="390" y="1752"/>
                    <a:pt x="876" y="1752"/>
                  </a:cubicBezTo>
                  <a:cubicBezTo>
                    <a:pt x="1354" y="1752"/>
                    <a:pt x="1751" y="1354"/>
                    <a:pt x="1751" y="876"/>
                  </a:cubicBezTo>
                  <a:cubicBezTo>
                    <a:pt x="1751" y="390"/>
                    <a:pt x="1354" y="1"/>
                    <a:pt x="8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362319" y="1114192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0"/>
                  </a:moveTo>
                  <a:cubicBezTo>
                    <a:pt x="390" y="0"/>
                    <a:pt x="1" y="398"/>
                    <a:pt x="1" y="876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43" y="1362"/>
                    <a:pt x="1743" y="876"/>
                  </a:cubicBezTo>
                  <a:cubicBezTo>
                    <a:pt x="1743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8720987" y="471141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9" y="0"/>
                  </a:moveTo>
                  <a:cubicBezTo>
                    <a:pt x="2618" y="1795"/>
                    <a:pt x="1451" y="3228"/>
                    <a:pt x="1" y="3307"/>
                  </a:cubicBezTo>
                  <a:lnTo>
                    <a:pt x="1" y="3316"/>
                  </a:lnTo>
                  <a:cubicBezTo>
                    <a:pt x="1451" y="3387"/>
                    <a:pt x="2618" y="4828"/>
                    <a:pt x="2689" y="6623"/>
                  </a:cubicBezTo>
                  <a:cubicBezTo>
                    <a:pt x="2769" y="4819"/>
                    <a:pt x="3936" y="3387"/>
                    <a:pt x="5386" y="3316"/>
                  </a:cubicBezTo>
                  <a:cubicBezTo>
                    <a:pt x="5386" y="3316"/>
                    <a:pt x="5386" y="3307"/>
                    <a:pt x="5386" y="3307"/>
                  </a:cubicBezTo>
                  <a:cubicBezTo>
                    <a:pt x="3936" y="3237"/>
                    <a:pt x="2769" y="1795"/>
                    <a:pt x="2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8195454" y="151879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8779774" y="1069689"/>
              <a:ext cx="56238" cy="56528"/>
            </a:xfrm>
            <a:custGeom>
              <a:rect b="b" l="l" r="r" t="t"/>
              <a:pathLst>
                <a:path extrusionOk="0" h="1752" w="1743">
                  <a:moveTo>
                    <a:pt x="876" y="1"/>
                  </a:moveTo>
                  <a:cubicBezTo>
                    <a:pt x="389" y="1"/>
                    <a:pt x="0" y="390"/>
                    <a:pt x="0" y="876"/>
                  </a:cubicBezTo>
                  <a:cubicBezTo>
                    <a:pt x="0" y="1354"/>
                    <a:pt x="389" y="1752"/>
                    <a:pt x="876" y="1752"/>
                  </a:cubicBezTo>
                  <a:cubicBezTo>
                    <a:pt x="1353" y="1752"/>
                    <a:pt x="1742" y="1354"/>
                    <a:pt x="1742" y="876"/>
                  </a:cubicBezTo>
                  <a:cubicBezTo>
                    <a:pt x="1742" y="390"/>
                    <a:pt x="1353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186862" y="4062010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5"/>
            <p:cNvSpPr/>
            <p:nvPr/>
          </p:nvSpPr>
          <p:spPr>
            <a:xfrm>
              <a:off x="694423" y="4910805"/>
              <a:ext cx="56528" cy="56496"/>
            </a:xfrm>
            <a:custGeom>
              <a:rect b="b" l="l" r="r" t="t"/>
              <a:pathLst>
                <a:path extrusionOk="0" h="1751" w="1752">
                  <a:moveTo>
                    <a:pt x="876" y="0"/>
                  </a:moveTo>
                  <a:cubicBezTo>
                    <a:pt x="390" y="0"/>
                    <a:pt x="1" y="398"/>
                    <a:pt x="1" y="875"/>
                  </a:cubicBezTo>
                  <a:cubicBezTo>
                    <a:pt x="1" y="1362"/>
                    <a:pt x="390" y="1751"/>
                    <a:pt x="876" y="1751"/>
                  </a:cubicBezTo>
                  <a:cubicBezTo>
                    <a:pt x="1354" y="1751"/>
                    <a:pt x="1752" y="1362"/>
                    <a:pt x="1752" y="875"/>
                  </a:cubicBezTo>
                  <a:cubicBezTo>
                    <a:pt x="1752" y="398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5"/>
            <p:cNvSpPr/>
            <p:nvPr/>
          </p:nvSpPr>
          <p:spPr>
            <a:xfrm>
              <a:off x="8821718" y="4650007"/>
              <a:ext cx="173779" cy="213723"/>
            </a:xfrm>
            <a:custGeom>
              <a:rect b="b" l="l" r="r" t="t"/>
              <a:pathLst>
                <a:path extrusionOk="0" h="6624" w="5386">
                  <a:moveTo>
                    <a:pt x="2688" y="1"/>
                  </a:moveTo>
                  <a:cubicBezTo>
                    <a:pt x="2609" y="1796"/>
                    <a:pt x="1450" y="3237"/>
                    <a:pt x="0" y="3308"/>
                  </a:cubicBezTo>
                  <a:cubicBezTo>
                    <a:pt x="0" y="3308"/>
                    <a:pt x="0" y="3317"/>
                    <a:pt x="0" y="3317"/>
                  </a:cubicBezTo>
                  <a:cubicBezTo>
                    <a:pt x="1450" y="3396"/>
                    <a:pt x="2609" y="4829"/>
                    <a:pt x="2688" y="6624"/>
                  </a:cubicBezTo>
                  <a:cubicBezTo>
                    <a:pt x="2759" y="4829"/>
                    <a:pt x="3935" y="3388"/>
                    <a:pt x="5385" y="3317"/>
                  </a:cubicBezTo>
                  <a:cubicBezTo>
                    <a:pt x="5385" y="3317"/>
                    <a:pt x="5385" y="3308"/>
                    <a:pt x="5385" y="3308"/>
                  </a:cubicBezTo>
                  <a:cubicBezTo>
                    <a:pt x="3935" y="3237"/>
                    <a:pt x="2759" y="1796"/>
                    <a:pt x="2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8934678" y="4062010"/>
              <a:ext cx="56528" cy="56238"/>
            </a:xfrm>
            <a:custGeom>
              <a:rect b="b" l="l" r="r" t="t"/>
              <a:pathLst>
                <a:path extrusionOk="0" h="1743" w="1752">
                  <a:moveTo>
                    <a:pt x="876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76" y="1742"/>
                  </a:cubicBezTo>
                  <a:cubicBezTo>
                    <a:pt x="1354" y="1742"/>
                    <a:pt x="1752" y="1353"/>
                    <a:pt x="1752" y="876"/>
                  </a:cubicBezTo>
                  <a:cubicBezTo>
                    <a:pt x="1752" y="389"/>
                    <a:pt x="1354" y="0"/>
                    <a:pt x="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5"/>
            <p:cNvSpPr/>
            <p:nvPr/>
          </p:nvSpPr>
          <p:spPr>
            <a:xfrm>
              <a:off x="8541819" y="4928486"/>
              <a:ext cx="56238" cy="56238"/>
            </a:xfrm>
            <a:custGeom>
              <a:rect b="b" l="l" r="r" t="t"/>
              <a:pathLst>
                <a:path extrusionOk="0" h="1743" w="1743">
                  <a:moveTo>
                    <a:pt x="867" y="0"/>
                  </a:moveTo>
                  <a:cubicBezTo>
                    <a:pt x="390" y="0"/>
                    <a:pt x="1" y="389"/>
                    <a:pt x="1" y="876"/>
                  </a:cubicBezTo>
                  <a:cubicBezTo>
                    <a:pt x="1" y="1353"/>
                    <a:pt x="390" y="1742"/>
                    <a:pt x="867" y="1742"/>
                  </a:cubicBezTo>
                  <a:cubicBezTo>
                    <a:pt x="1354" y="1742"/>
                    <a:pt x="1743" y="1353"/>
                    <a:pt x="1743" y="876"/>
                  </a:cubicBezTo>
                  <a:cubicBezTo>
                    <a:pt x="1743" y="389"/>
                    <a:pt x="1354" y="0"/>
                    <a:pt x="8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3" name="Google Shape;44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1"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6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37" name="Google Shape;437;p26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38" name="Google Shape;43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8.png"/><Relationship Id="rId5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 txBox="1"/>
          <p:nvPr>
            <p:ph type="ctrTitle"/>
          </p:nvPr>
        </p:nvSpPr>
        <p:spPr>
          <a:xfrm>
            <a:off x="652475" y="643650"/>
            <a:ext cx="5009400" cy="27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Neurological Disease Detection</a:t>
            </a:r>
            <a:endParaRPr/>
          </a:p>
        </p:txBody>
      </p:sp>
      <p:sp>
        <p:nvSpPr>
          <p:cNvPr id="449" name="Google Shape;449;p29"/>
          <p:cNvSpPr txBox="1"/>
          <p:nvPr>
            <p:ph idx="1" type="subTitle"/>
          </p:nvPr>
        </p:nvSpPr>
        <p:spPr>
          <a:xfrm>
            <a:off x="652475" y="3390750"/>
            <a:ext cx="4231200" cy="409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450" name="Google Shape;450;p29"/>
          <p:cNvSpPr/>
          <p:nvPr/>
        </p:nvSpPr>
        <p:spPr>
          <a:xfrm>
            <a:off x="356060" y="4756740"/>
            <a:ext cx="1452" cy="290"/>
          </a:xfrm>
          <a:custGeom>
            <a:rect b="b" l="l" r="r" t="t"/>
            <a:pathLst>
              <a:path extrusionOk="0" h="9" w="45">
                <a:moveTo>
                  <a:pt x="0" y="0"/>
                </a:moveTo>
                <a:lnTo>
                  <a:pt x="0" y="9"/>
                </a:lnTo>
                <a:cubicBezTo>
                  <a:pt x="45" y="9"/>
                  <a:pt x="45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9"/>
          <p:cNvSpPr/>
          <p:nvPr/>
        </p:nvSpPr>
        <p:spPr>
          <a:xfrm>
            <a:off x="181151" y="4756740"/>
            <a:ext cx="1194" cy="290"/>
          </a:xfrm>
          <a:custGeom>
            <a:rect b="b" l="l" r="r" t="t"/>
            <a:pathLst>
              <a:path extrusionOk="0" h="9" w="37">
                <a:moveTo>
                  <a:pt x="36" y="0"/>
                </a:moveTo>
                <a:cubicBezTo>
                  <a:pt x="1" y="0"/>
                  <a:pt x="1" y="9"/>
                  <a:pt x="36" y="9"/>
                </a:cubicBezTo>
                <a:lnTo>
                  <a:pt x="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9"/>
          <p:cNvSpPr/>
          <p:nvPr/>
        </p:nvSpPr>
        <p:spPr>
          <a:xfrm>
            <a:off x="477311" y="698512"/>
            <a:ext cx="1452" cy="323"/>
          </a:xfrm>
          <a:custGeom>
            <a:rect b="b" l="l" r="r" t="t"/>
            <a:pathLst>
              <a:path extrusionOk="0" h="10" w="45">
                <a:moveTo>
                  <a:pt x="0" y="1"/>
                </a:moveTo>
                <a:lnTo>
                  <a:pt x="0" y="10"/>
                </a:lnTo>
                <a:cubicBezTo>
                  <a:pt x="45" y="10"/>
                  <a:pt x="45" y="1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302403" y="698512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9"/>
          <p:cNvSpPr/>
          <p:nvPr/>
        </p:nvSpPr>
        <p:spPr>
          <a:xfrm>
            <a:off x="7628558" y="1125895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"/>
                  <a:pt x="0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9"/>
          <p:cNvSpPr/>
          <p:nvPr/>
        </p:nvSpPr>
        <p:spPr>
          <a:xfrm>
            <a:off x="7453650" y="1125895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9"/>
          <p:cNvSpPr/>
          <p:nvPr/>
        </p:nvSpPr>
        <p:spPr>
          <a:xfrm>
            <a:off x="8817427" y="2864559"/>
            <a:ext cx="1162" cy="323"/>
          </a:xfrm>
          <a:custGeom>
            <a:rect b="b" l="l" r="r" t="t"/>
            <a:pathLst>
              <a:path extrusionOk="0" h="10" w="36">
                <a:moveTo>
                  <a:pt x="1" y="1"/>
                </a:moveTo>
                <a:lnTo>
                  <a:pt x="1" y="10"/>
                </a:lnTo>
                <a:cubicBezTo>
                  <a:pt x="36" y="10"/>
                  <a:pt x="36" y="1"/>
                  <a:pt x="1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8642551" y="2864559"/>
            <a:ext cx="1162" cy="323"/>
          </a:xfrm>
          <a:custGeom>
            <a:rect b="b" l="l" r="r" t="t"/>
            <a:pathLst>
              <a:path extrusionOk="0" h="10" w="36">
                <a:moveTo>
                  <a:pt x="35" y="1"/>
                </a:moveTo>
                <a:cubicBezTo>
                  <a:pt x="0" y="1"/>
                  <a:pt x="0" y="10"/>
                  <a:pt x="35" y="10"/>
                </a:cubicBezTo>
                <a:lnTo>
                  <a:pt x="35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9"/>
          <p:cNvSpPr/>
          <p:nvPr/>
        </p:nvSpPr>
        <p:spPr>
          <a:xfrm>
            <a:off x="816255" y="2744726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"/>
                  <a:pt x="0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9"/>
          <p:cNvSpPr/>
          <p:nvPr/>
        </p:nvSpPr>
        <p:spPr>
          <a:xfrm>
            <a:off x="641347" y="2744726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9"/>
          <p:cNvSpPr/>
          <p:nvPr/>
        </p:nvSpPr>
        <p:spPr>
          <a:xfrm>
            <a:off x="8453962" y="4537886"/>
            <a:ext cx="1452" cy="323"/>
          </a:xfrm>
          <a:custGeom>
            <a:rect b="b" l="l" r="r" t="t"/>
            <a:pathLst>
              <a:path extrusionOk="0" h="10" w="45">
                <a:moveTo>
                  <a:pt x="0" y="1"/>
                </a:moveTo>
                <a:lnTo>
                  <a:pt x="0" y="10"/>
                </a:lnTo>
                <a:cubicBezTo>
                  <a:pt x="44" y="10"/>
                  <a:pt x="44" y="1"/>
                  <a:pt x="0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8279053" y="4537886"/>
            <a:ext cx="1162" cy="323"/>
          </a:xfrm>
          <a:custGeom>
            <a:rect b="b" l="l" r="r" t="t"/>
            <a:pathLst>
              <a:path extrusionOk="0" h="10" w="36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2865051" y="4283961"/>
            <a:ext cx="1452" cy="323"/>
          </a:xfrm>
          <a:custGeom>
            <a:rect b="b" l="l" r="r" t="t"/>
            <a:pathLst>
              <a:path extrusionOk="0" h="10" w="45">
                <a:moveTo>
                  <a:pt x="1" y="1"/>
                </a:moveTo>
                <a:lnTo>
                  <a:pt x="1" y="10"/>
                </a:lnTo>
                <a:cubicBezTo>
                  <a:pt x="45" y="10"/>
                  <a:pt x="45" y="10"/>
                  <a:pt x="1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2690142" y="4283961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0"/>
                  <a:pt x="1" y="10"/>
                  <a:pt x="36" y="10"/>
                </a:cubicBezTo>
                <a:cubicBezTo>
                  <a:pt x="36" y="10"/>
                  <a:pt x="36" y="10"/>
                  <a:pt x="36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1291583" y="4537886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0"/>
                  <a:pt x="0" y="1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1116384" y="4537886"/>
            <a:ext cx="1484" cy="323"/>
          </a:xfrm>
          <a:custGeom>
            <a:rect b="b" l="l" r="r" t="t"/>
            <a:pathLst>
              <a:path extrusionOk="0" h="10" w="46">
                <a:moveTo>
                  <a:pt x="45" y="1"/>
                </a:moveTo>
                <a:cubicBezTo>
                  <a:pt x="1" y="10"/>
                  <a:pt x="1" y="10"/>
                  <a:pt x="45" y="10"/>
                </a:cubicBezTo>
                <a:lnTo>
                  <a:pt x="45" y="1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1388862" y="1391532"/>
            <a:ext cx="1452" cy="323"/>
          </a:xfrm>
          <a:custGeom>
            <a:rect b="b" l="l" r="r" t="t"/>
            <a:pathLst>
              <a:path extrusionOk="0" h="10" w="45">
                <a:moveTo>
                  <a:pt x="1" y="0"/>
                </a:moveTo>
                <a:lnTo>
                  <a:pt x="1" y="9"/>
                </a:lnTo>
                <a:cubicBezTo>
                  <a:pt x="45" y="0"/>
                  <a:pt x="45" y="0"/>
                  <a:pt x="1" y="0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1213986" y="1391532"/>
            <a:ext cx="1452" cy="323"/>
          </a:xfrm>
          <a:custGeom>
            <a:rect b="b" l="l" r="r" t="t"/>
            <a:pathLst>
              <a:path extrusionOk="0" h="10" w="45">
                <a:moveTo>
                  <a:pt x="44" y="0"/>
                </a:moveTo>
                <a:cubicBezTo>
                  <a:pt x="0" y="0"/>
                  <a:pt x="0" y="0"/>
                  <a:pt x="44" y="9"/>
                </a:cubicBezTo>
                <a:lnTo>
                  <a:pt x="44" y="0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5212846" y="1083402"/>
            <a:ext cx="1452" cy="323"/>
          </a:xfrm>
          <a:custGeom>
            <a:rect b="b" l="l" r="r" t="t"/>
            <a:pathLst>
              <a:path extrusionOk="0" h="10" w="45">
                <a:moveTo>
                  <a:pt x="1" y="0"/>
                </a:moveTo>
                <a:lnTo>
                  <a:pt x="1" y="9"/>
                </a:lnTo>
                <a:cubicBezTo>
                  <a:pt x="45" y="9"/>
                  <a:pt x="45" y="0"/>
                  <a:pt x="1" y="0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5037969" y="1083402"/>
            <a:ext cx="1452" cy="323"/>
          </a:xfrm>
          <a:custGeom>
            <a:rect b="b" l="l" r="r" t="t"/>
            <a:pathLst>
              <a:path extrusionOk="0" h="10" w="45">
                <a:moveTo>
                  <a:pt x="44" y="0"/>
                </a:moveTo>
                <a:cubicBezTo>
                  <a:pt x="0" y="0"/>
                  <a:pt x="0" y="9"/>
                  <a:pt x="44" y="9"/>
                </a:cubicBezTo>
                <a:lnTo>
                  <a:pt x="44" y="0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9"/>
          <p:cNvSpPr/>
          <p:nvPr/>
        </p:nvSpPr>
        <p:spPr>
          <a:xfrm>
            <a:off x="4796304" y="328755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"/>
                  <a:pt x="0" y="1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4621396" y="328755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9"/>
          <p:cNvSpPr/>
          <p:nvPr/>
        </p:nvSpPr>
        <p:spPr>
          <a:xfrm>
            <a:off x="6011727" y="3681960"/>
            <a:ext cx="1452" cy="323"/>
          </a:xfrm>
          <a:custGeom>
            <a:rect b="b" l="l" r="r" t="t"/>
            <a:pathLst>
              <a:path extrusionOk="0" h="10" w="45">
                <a:moveTo>
                  <a:pt x="44" y="1"/>
                </a:moveTo>
                <a:cubicBezTo>
                  <a:pt x="0" y="10"/>
                  <a:pt x="0" y="10"/>
                  <a:pt x="44" y="10"/>
                </a:cubicBezTo>
                <a:lnTo>
                  <a:pt x="44" y="1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6186894" y="3681960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0"/>
                  <a:pt x="0" y="1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9"/>
          <p:cNvSpPr/>
          <p:nvPr/>
        </p:nvSpPr>
        <p:spPr>
          <a:xfrm>
            <a:off x="8719857" y="577841"/>
            <a:ext cx="1162" cy="323"/>
          </a:xfrm>
          <a:custGeom>
            <a:rect b="b" l="l" r="r" t="t"/>
            <a:pathLst>
              <a:path extrusionOk="0" h="10" w="36">
                <a:moveTo>
                  <a:pt x="36" y="0"/>
                </a:moveTo>
                <a:cubicBezTo>
                  <a:pt x="0" y="0"/>
                  <a:pt x="0" y="0"/>
                  <a:pt x="36" y="9"/>
                </a:cubicBezTo>
                <a:lnTo>
                  <a:pt x="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9"/>
          <p:cNvSpPr/>
          <p:nvPr/>
        </p:nvSpPr>
        <p:spPr>
          <a:xfrm>
            <a:off x="8894734" y="577841"/>
            <a:ext cx="1194" cy="323"/>
          </a:xfrm>
          <a:custGeom>
            <a:rect b="b" l="l" r="r" t="t"/>
            <a:pathLst>
              <a:path extrusionOk="0" h="10" w="37">
                <a:moveTo>
                  <a:pt x="1" y="0"/>
                </a:moveTo>
                <a:lnTo>
                  <a:pt x="1" y="9"/>
                </a:lnTo>
                <a:cubicBezTo>
                  <a:pt x="36" y="0"/>
                  <a:pt x="36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8820298" y="4756740"/>
            <a:ext cx="1452" cy="290"/>
          </a:xfrm>
          <a:custGeom>
            <a:rect b="b" l="l" r="r" t="t"/>
            <a:pathLst>
              <a:path extrusionOk="0" h="9" w="45">
                <a:moveTo>
                  <a:pt x="44" y="0"/>
                </a:moveTo>
                <a:cubicBezTo>
                  <a:pt x="0" y="0"/>
                  <a:pt x="0" y="9"/>
                  <a:pt x="44" y="9"/>
                </a:cubicBezTo>
                <a:cubicBezTo>
                  <a:pt x="44" y="9"/>
                  <a:pt x="44" y="0"/>
                  <a:pt x="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9"/>
          <p:cNvSpPr/>
          <p:nvPr/>
        </p:nvSpPr>
        <p:spPr>
          <a:xfrm>
            <a:off x="8995465" y="4756740"/>
            <a:ext cx="1162" cy="290"/>
          </a:xfrm>
          <a:custGeom>
            <a:rect b="b" l="l" r="r" t="t"/>
            <a:pathLst>
              <a:path extrusionOk="0" h="9" w="36">
                <a:moveTo>
                  <a:pt x="0" y="0"/>
                </a:moveTo>
                <a:lnTo>
                  <a:pt x="0" y="9"/>
                </a:lnTo>
                <a:cubicBezTo>
                  <a:pt x="36" y="9"/>
                  <a:pt x="36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29"/>
          <p:cNvGrpSpPr/>
          <p:nvPr/>
        </p:nvGrpSpPr>
        <p:grpSpPr>
          <a:xfrm>
            <a:off x="5488237" y="1469046"/>
            <a:ext cx="2940651" cy="2551679"/>
            <a:chOff x="781125" y="238050"/>
            <a:chExt cx="6025925" cy="5228850"/>
          </a:xfrm>
        </p:grpSpPr>
        <p:sp>
          <p:nvSpPr>
            <p:cNvPr id="479" name="Google Shape;479;p29"/>
            <p:cNvSpPr/>
            <p:nvPr/>
          </p:nvSpPr>
          <p:spPr>
            <a:xfrm>
              <a:off x="3459050" y="3877625"/>
              <a:ext cx="1853550" cy="1589275"/>
            </a:xfrm>
            <a:custGeom>
              <a:rect b="b" l="l" r="r" t="t"/>
              <a:pathLst>
                <a:path extrusionOk="0" h="63571" w="74142">
                  <a:moveTo>
                    <a:pt x="20848" y="0"/>
                  </a:moveTo>
                  <a:cubicBezTo>
                    <a:pt x="18841" y="0"/>
                    <a:pt x="16830" y="162"/>
                    <a:pt x="14829" y="500"/>
                  </a:cubicBezTo>
                  <a:cubicBezTo>
                    <a:pt x="3940" y="2361"/>
                    <a:pt x="0" y="13250"/>
                    <a:pt x="9741" y="20168"/>
                  </a:cubicBezTo>
                  <a:cubicBezTo>
                    <a:pt x="13122" y="22556"/>
                    <a:pt x="17248" y="23580"/>
                    <a:pt x="21312" y="24387"/>
                  </a:cubicBezTo>
                  <a:cubicBezTo>
                    <a:pt x="25345" y="25162"/>
                    <a:pt x="29502" y="25783"/>
                    <a:pt x="33255" y="27489"/>
                  </a:cubicBezTo>
                  <a:cubicBezTo>
                    <a:pt x="39863" y="30436"/>
                    <a:pt x="44640" y="36423"/>
                    <a:pt x="48053" y="42782"/>
                  </a:cubicBezTo>
                  <a:cubicBezTo>
                    <a:pt x="51496" y="49142"/>
                    <a:pt x="53822" y="56029"/>
                    <a:pt x="57111" y="62481"/>
                  </a:cubicBezTo>
                  <a:cubicBezTo>
                    <a:pt x="57297" y="62853"/>
                    <a:pt x="57514" y="63288"/>
                    <a:pt x="57917" y="63474"/>
                  </a:cubicBezTo>
                  <a:cubicBezTo>
                    <a:pt x="58091" y="63546"/>
                    <a:pt x="58277" y="63571"/>
                    <a:pt x="58468" y="63571"/>
                  </a:cubicBezTo>
                  <a:cubicBezTo>
                    <a:pt x="58687" y="63571"/>
                    <a:pt x="58912" y="63538"/>
                    <a:pt x="59127" y="63505"/>
                  </a:cubicBezTo>
                  <a:cubicBezTo>
                    <a:pt x="63656" y="62636"/>
                    <a:pt x="68061" y="61178"/>
                    <a:pt x="72218" y="59193"/>
                  </a:cubicBezTo>
                  <a:cubicBezTo>
                    <a:pt x="72932" y="58851"/>
                    <a:pt x="73676" y="58448"/>
                    <a:pt x="73924" y="57704"/>
                  </a:cubicBezTo>
                  <a:cubicBezTo>
                    <a:pt x="74142" y="57145"/>
                    <a:pt x="74017" y="56556"/>
                    <a:pt x="73893" y="55966"/>
                  </a:cubicBezTo>
                  <a:cubicBezTo>
                    <a:pt x="70574" y="41417"/>
                    <a:pt x="64959" y="26992"/>
                    <a:pt x="54877" y="16011"/>
                  </a:cubicBezTo>
                  <a:cubicBezTo>
                    <a:pt x="46141" y="6524"/>
                    <a:pt x="33584" y="0"/>
                    <a:pt x="208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3472225" y="3877625"/>
              <a:ext cx="1840375" cy="1525575"/>
            </a:xfrm>
            <a:custGeom>
              <a:rect b="b" l="l" r="r" t="t"/>
              <a:pathLst>
                <a:path extrusionOk="0" h="61023" w="73615">
                  <a:moveTo>
                    <a:pt x="20321" y="0"/>
                  </a:moveTo>
                  <a:cubicBezTo>
                    <a:pt x="18314" y="0"/>
                    <a:pt x="16303" y="162"/>
                    <a:pt x="14302" y="500"/>
                  </a:cubicBezTo>
                  <a:cubicBezTo>
                    <a:pt x="4127" y="2237"/>
                    <a:pt x="1" y="11916"/>
                    <a:pt x="7508" y="18772"/>
                  </a:cubicBezTo>
                  <a:cubicBezTo>
                    <a:pt x="7922" y="18790"/>
                    <a:pt x="8338" y="18799"/>
                    <a:pt x="8755" y="18799"/>
                  </a:cubicBezTo>
                  <a:cubicBezTo>
                    <a:pt x="13219" y="18799"/>
                    <a:pt x="17829" y="17828"/>
                    <a:pt x="22223" y="17828"/>
                  </a:cubicBezTo>
                  <a:cubicBezTo>
                    <a:pt x="24981" y="17828"/>
                    <a:pt x="27654" y="18210"/>
                    <a:pt x="30154" y="19454"/>
                  </a:cubicBezTo>
                  <a:cubicBezTo>
                    <a:pt x="33287" y="21036"/>
                    <a:pt x="35644" y="23766"/>
                    <a:pt x="38126" y="26248"/>
                  </a:cubicBezTo>
                  <a:cubicBezTo>
                    <a:pt x="44237" y="32390"/>
                    <a:pt x="51527" y="37261"/>
                    <a:pt x="57545" y="43496"/>
                  </a:cubicBezTo>
                  <a:cubicBezTo>
                    <a:pt x="62261" y="48366"/>
                    <a:pt x="66231" y="54446"/>
                    <a:pt x="67441" y="61023"/>
                  </a:cubicBezTo>
                  <a:cubicBezTo>
                    <a:pt x="68868" y="60465"/>
                    <a:pt x="70295" y="59844"/>
                    <a:pt x="71691" y="59193"/>
                  </a:cubicBezTo>
                  <a:cubicBezTo>
                    <a:pt x="72405" y="58851"/>
                    <a:pt x="73149" y="58448"/>
                    <a:pt x="73397" y="57704"/>
                  </a:cubicBezTo>
                  <a:cubicBezTo>
                    <a:pt x="73615" y="57145"/>
                    <a:pt x="73490" y="56556"/>
                    <a:pt x="73366" y="55966"/>
                  </a:cubicBezTo>
                  <a:cubicBezTo>
                    <a:pt x="70047" y="41417"/>
                    <a:pt x="64432" y="26992"/>
                    <a:pt x="54350" y="16011"/>
                  </a:cubicBezTo>
                  <a:cubicBezTo>
                    <a:pt x="45614" y="6524"/>
                    <a:pt x="33057" y="0"/>
                    <a:pt x="20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4347025" y="3465100"/>
              <a:ext cx="2277775" cy="1389700"/>
            </a:xfrm>
            <a:custGeom>
              <a:rect b="b" l="l" r="r" t="t"/>
              <a:pathLst>
                <a:path extrusionOk="0" h="55588" w="91111">
                  <a:moveTo>
                    <a:pt x="76183" y="1"/>
                  </a:moveTo>
                  <a:cubicBezTo>
                    <a:pt x="75099" y="1"/>
                    <a:pt x="74007" y="91"/>
                    <a:pt x="72932" y="187"/>
                  </a:cubicBezTo>
                  <a:cubicBezTo>
                    <a:pt x="53079" y="2080"/>
                    <a:pt x="33473" y="6578"/>
                    <a:pt x="14767" y="13527"/>
                  </a:cubicBezTo>
                  <a:cubicBezTo>
                    <a:pt x="10207" y="15202"/>
                    <a:pt x="4468" y="18428"/>
                    <a:pt x="2483" y="23174"/>
                  </a:cubicBezTo>
                  <a:cubicBezTo>
                    <a:pt x="1" y="29162"/>
                    <a:pt x="1676" y="36514"/>
                    <a:pt x="5554" y="41477"/>
                  </a:cubicBezTo>
                  <a:cubicBezTo>
                    <a:pt x="9959" y="47185"/>
                    <a:pt x="16845" y="50504"/>
                    <a:pt x="23856" y="52335"/>
                  </a:cubicBezTo>
                  <a:cubicBezTo>
                    <a:pt x="24575" y="52517"/>
                    <a:pt x="25391" y="52649"/>
                    <a:pt x="26173" y="52649"/>
                  </a:cubicBezTo>
                  <a:cubicBezTo>
                    <a:pt x="27517" y="52649"/>
                    <a:pt x="28764" y="52259"/>
                    <a:pt x="29254" y="51063"/>
                  </a:cubicBezTo>
                  <a:cubicBezTo>
                    <a:pt x="32158" y="54051"/>
                    <a:pt x="36320" y="55587"/>
                    <a:pt x="40471" y="55587"/>
                  </a:cubicBezTo>
                  <a:cubicBezTo>
                    <a:pt x="43948" y="55587"/>
                    <a:pt x="47417" y="54509"/>
                    <a:pt x="50131" y="52304"/>
                  </a:cubicBezTo>
                  <a:cubicBezTo>
                    <a:pt x="52452" y="52898"/>
                    <a:pt x="54860" y="53354"/>
                    <a:pt x="57245" y="53354"/>
                  </a:cubicBezTo>
                  <a:cubicBezTo>
                    <a:pt x="58590" y="53354"/>
                    <a:pt x="59928" y="53209"/>
                    <a:pt x="61237" y="52862"/>
                  </a:cubicBezTo>
                  <a:cubicBezTo>
                    <a:pt x="64867" y="51900"/>
                    <a:pt x="68217" y="49077"/>
                    <a:pt x="68806" y="45355"/>
                  </a:cubicBezTo>
                  <a:cubicBezTo>
                    <a:pt x="69598" y="45571"/>
                    <a:pt x="70418" y="45677"/>
                    <a:pt x="71238" y="45677"/>
                  </a:cubicBezTo>
                  <a:cubicBezTo>
                    <a:pt x="73822" y="45677"/>
                    <a:pt x="76416" y="44633"/>
                    <a:pt x="78206" y="42749"/>
                  </a:cubicBezTo>
                  <a:cubicBezTo>
                    <a:pt x="80563" y="40298"/>
                    <a:pt x="81463" y="36514"/>
                    <a:pt x="80408" y="33256"/>
                  </a:cubicBezTo>
                  <a:cubicBezTo>
                    <a:pt x="85899" y="32233"/>
                    <a:pt x="89529" y="25594"/>
                    <a:pt x="87450" y="20444"/>
                  </a:cubicBezTo>
                  <a:cubicBezTo>
                    <a:pt x="91018" y="18614"/>
                    <a:pt x="91111" y="12999"/>
                    <a:pt x="88350" y="10083"/>
                  </a:cubicBezTo>
                  <a:cubicBezTo>
                    <a:pt x="87729" y="9401"/>
                    <a:pt x="86954" y="8811"/>
                    <a:pt x="86458" y="8036"/>
                  </a:cubicBezTo>
                  <a:cubicBezTo>
                    <a:pt x="85992" y="7291"/>
                    <a:pt x="85775" y="6392"/>
                    <a:pt x="85434" y="5585"/>
                  </a:cubicBezTo>
                  <a:cubicBezTo>
                    <a:pt x="84503" y="3290"/>
                    <a:pt x="82518" y="1397"/>
                    <a:pt x="80160" y="591"/>
                  </a:cubicBezTo>
                  <a:cubicBezTo>
                    <a:pt x="78884" y="142"/>
                    <a:pt x="77541" y="1"/>
                    <a:pt x="761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4656050" y="4029325"/>
              <a:ext cx="435525" cy="727100"/>
            </a:xfrm>
            <a:custGeom>
              <a:rect b="b" l="l" r="r" t="t"/>
              <a:pathLst>
                <a:path extrusionOk="0" h="29084" w="17421">
                  <a:moveTo>
                    <a:pt x="1067" y="0"/>
                  </a:moveTo>
                  <a:cubicBezTo>
                    <a:pt x="545" y="0"/>
                    <a:pt x="0" y="353"/>
                    <a:pt x="17" y="978"/>
                  </a:cubicBezTo>
                  <a:cubicBezTo>
                    <a:pt x="110" y="3242"/>
                    <a:pt x="421" y="5476"/>
                    <a:pt x="1010" y="7678"/>
                  </a:cubicBezTo>
                  <a:cubicBezTo>
                    <a:pt x="1631" y="9850"/>
                    <a:pt x="2468" y="11990"/>
                    <a:pt x="3430" y="14038"/>
                  </a:cubicBezTo>
                  <a:cubicBezTo>
                    <a:pt x="5322" y="18101"/>
                    <a:pt x="7866" y="21762"/>
                    <a:pt x="10999" y="24957"/>
                  </a:cubicBezTo>
                  <a:cubicBezTo>
                    <a:pt x="11868" y="25857"/>
                    <a:pt x="12829" y="26632"/>
                    <a:pt x="13791" y="27408"/>
                  </a:cubicBezTo>
                  <a:cubicBezTo>
                    <a:pt x="14707" y="28110"/>
                    <a:pt x="15834" y="29084"/>
                    <a:pt x="17024" y="29084"/>
                  </a:cubicBezTo>
                  <a:cubicBezTo>
                    <a:pt x="17042" y="29084"/>
                    <a:pt x="17061" y="29084"/>
                    <a:pt x="17079" y="29083"/>
                  </a:cubicBezTo>
                  <a:cubicBezTo>
                    <a:pt x="17265" y="29083"/>
                    <a:pt x="17420" y="28897"/>
                    <a:pt x="17389" y="28711"/>
                  </a:cubicBezTo>
                  <a:cubicBezTo>
                    <a:pt x="17079" y="27687"/>
                    <a:pt x="16118" y="26974"/>
                    <a:pt x="15373" y="26229"/>
                  </a:cubicBezTo>
                  <a:cubicBezTo>
                    <a:pt x="14660" y="25516"/>
                    <a:pt x="13884" y="24740"/>
                    <a:pt x="13202" y="23965"/>
                  </a:cubicBezTo>
                  <a:cubicBezTo>
                    <a:pt x="11775" y="22382"/>
                    <a:pt x="10441" y="20831"/>
                    <a:pt x="9262" y="19094"/>
                  </a:cubicBezTo>
                  <a:cubicBezTo>
                    <a:pt x="6842" y="15527"/>
                    <a:pt x="4919" y="11804"/>
                    <a:pt x="3678" y="7709"/>
                  </a:cubicBezTo>
                  <a:cubicBezTo>
                    <a:pt x="2995" y="5414"/>
                    <a:pt x="2406" y="3056"/>
                    <a:pt x="1972" y="698"/>
                  </a:cubicBezTo>
                  <a:cubicBezTo>
                    <a:pt x="1876" y="220"/>
                    <a:pt x="1479" y="0"/>
                    <a:pt x="10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4452500" y="3963800"/>
              <a:ext cx="375825" cy="773950"/>
            </a:xfrm>
            <a:custGeom>
              <a:rect b="b" l="l" r="r" t="t"/>
              <a:pathLst>
                <a:path extrusionOk="0" h="30958" w="15033">
                  <a:moveTo>
                    <a:pt x="1273" y="0"/>
                  </a:moveTo>
                  <a:cubicBezTo>
                    <a:pt x="683" y="0"/>
                    <a:pt x="280" y="465"/>
                    <a:pt x="249" y="993"/>
                  </a:cubicBezTo>
                  <a:cubicBezTo>
                    <a:pt x="1" y="5491"/>
                    <a:pt x="1149" y="10082"/>
                    <a:pt x="2700" y="14270"/>
                  </a:cubicBezTo>
                  <a:cubicBezTo>
                    <a:pt x="4251" y="18427"/>
                    <a:pt x="6484" y="22429"/>
                    <a:pt x="9431" y="25872"/>
                  </a:cubicBezTo>
                  <a:cubicBezTo>
                    <a:pt x="11044" y="27764"/>
                    <a:pt x="12875" y="29439"/>
                    <a:pt x="14829" y="30929"/>
                  </a:cubicBezTo>
                  <a:cubicBezTo>
                    <a:pt x="14856" y="30949"/>
                    <a:pt x="14881" y="30957"/>
                    <a:pt x="14904" y="30957"/>
                  </a:cubicBezTo>
                  <a:cubicBezTo>
                    <a:pt x="14986" y="30957"/>
                    <a:pt x="15033" y="30846"/>
                    <a:pt x="14984" y="30773"/>
                  </a:cubicBezTo>
                  <a:cubicBezTo>
                    <a:pt x="12099" y="27547"/>
                    <a:pt x="9648" y="23918"/>
                    <a:pt x="7663" y="20133"/>
                  </a:cubicBezTo>
                  <a:cubicBezTo>
                    <a:pt x="5678" y="16348"/>
                    <a:pt x="4158" y="12285"/>
                    <a:pt x="3320" y="8097"/>
                  </a:cubicBezTo>
                  <a:cubicBezTo>
                    <a:pt x="2824" y="5739"/>
                    <a:pt x="2607" y="3412"/>
                    <a:pt x="2296" y="993"/>
                  </a:cubicBezTo>
                  <a:cubicBezTo>
                    <a:pt x="2234" y="465"/>
                    <a:pt x="1862" y="0"/>
                    <a:pt x="12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4801275" y="4122875"/>
              <a:ext cx="819225" cy="646025"/>
            </a:xfrm>
            <a:custGeom>
              <a:rect b="b" l="l" r="r" t="t"/>
              <a:pathLst>
                <a:path extrusionOk="0" h="25841" w="32769">
                  <a:moveTo>
                    <a:pt x="790" y="1"/>
                  </a:moveTo>
                  <a:cubicBezTo>
                    <a:pt x="378" y="1"/>
                    <a:pt x="1" y="404"/>
                    <a:pt x="258" y="896"/>
                  </a:cubicBezTo>
                  <a:cubicBezTo>
                    <a:pt x="909" y="2168"/>
                    <a:pt x="1560" y="3409"/>
                    <a:pt x="2305" y="4619"/>
                  </a:cubicBezTo>
                  <a:cubicBezTo>
                    <a:pt x="3050" y="5798"/>
                    <a:pt x="3918" y="6945"/>
                    <a:pt x="4756" y="8062"/>
                  </a:cubicBezTo>
                  <a:cubicBezTo>
                    <a:pt x="6462" y="10296"/>
                    <a:pt x="8261" y="12436"/>
                    <a:pt x="10246" y="14422"/>
                  </a:cubicBezTo>
                  <a:cubicBezTo>
                    <a:pt x="14155" y="18299"/>
                    <a:pt x="18684" y="21525"/>
                    <a:pt x="23772" y="23697"/>
                  </a:cubicBezTo>
                  <a:cubicBezTo>
                    <a:pt x="26453" y="24842"/>
                    <a:pt x="29368" y="25840"/>
                    <a:pt x="32290" y="25840"/>
                  </a:cubicBezTo>
                  <a:cubicBezTo>
                    <a:pt x="32377" y="25840"/>
                    <a:pt x="32464" y="25839"/>
                    <a:pt x="32551" y="25837"/>
                  </a:cubicBezTo>
                  <a:cubicBezTo>
                    <a:pt x="32737" y="25837"/>
                    <a:pt x="32768" y="25589"/>
                    <a:pt x="32613" y="25527"/>
                  </a:cubicBezTo>
                  <a:cubicBezTo>
                    <a:pt x="30131" y="24566"/>
                    <a:pt x="27587" y="23852"/>
                    <a:pt x="25168" y="22735"/>
                  </a:cubicBezTo>
                  <a:cubicBezTo>
                    <a:pt x="22748" y="21650"/>
                    <a:pt x="20453" y="20285"/>
                    <a:pt x="18281" y="18733"/>
                  </a:cubicBezTo>
                  <a:cubicBezTo>
                    <a:pt x="13938" y="15569"/>
                    <a:pt x="10122" y="11785"/>
                    <a:pt x="6803" y="7597"/>
                  </a:cubicBezTo>
                  <a:cubicBezTo>
                    <a:pt x="5841" y="6418"/>
                    <a:pt x="4973" y="5208"/>
                    <a:pt x="4073" y="3967"/>
                  </a:cubicBezTo>
                  <a:cubicBezTo>
                    <a:pt x="3205" y="2757"/>
                    <a:pt x="2212" y="1517"/>
                    <a:pt x="1312" y="276"/>
                  </a:cubicBezTo>
                  <a:cubicBezTo>
                    <a:pt x="1168" y="83"/>
                    <a:pt x="975" y="1"/>
                    <a:pt x="7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4848600" y="3902825"/>
              <a:ext cx="1240300" cy="724075"/>
            </a:xfrm>
            <a:custGeom>
              <a:rect b="b" l="l" r="r" t="t"/>
              <a:pathLst>
                <a:path extrusionOk="0" h="28963" w="49612">
                  <a:moveTo>
                    <a:pt x="1058" y="1"/>
                  </a:moveTo>
                  <a:cubicBezTo>
                    <a:pt x="545" y="1"/>
                    <a:pt x="1" y="439"/>
                    <a:pt x="226" y="1012"/>
                  </a:cubicBezTo>
                  <a:cubicBezTo>
                    <a:pt x="1622" y="4549"/>
                    <a:pt x="3452" y="7775"/>
                    <a:pt x="5779" y="10753"/>
                  </a:cubicBezTo>
                  <a:cubicBezTo>
                    <a:pt x="8105" y="13762"/>
                    <a:pt x="10711" y="16492"/>
                    <a:pt x="13689" y="18818"/>
                  </a:cubicBezTo>
                  <a:cubicBezTo>
                    <a:pt x="20018" y="23813"/>
                    <a:pt x="27556" y="27132"/>
                    <a:pt x="35528" y="28373"/>
                  </a:cubicBezTo>
                  <a:cubicBezTo>
                    <a:pt x="37824" y="28745"/>
                    <a:pt x="40150" y="28931"/>
                    <a:pt x="42477" y="28962"/>
                  </a:cubicBezTo>
                  <a:cubicBezTo>
                    <a:pt x="43594" y="28962"/>
                    <a:pt x="44742" y="28962"/>
                    <a:pt x="45858" y="28869"/>
                  </a:cubicBezTo>
                  <a:cubicBezTo>
                    <a:pt x="46417" y="28838"/>
                    <a:pt x="46975" y="28807"/>
                    <a:pt x="47534" y="28714"/>
                  </a:cubicBezTo>
                  <a:cubicBezTo>
                    <a:pt x="47844" y="28652"/>
                    <a:pt x="48123" y="28621"/>
                    <a:pt x="48402" y="28497"/>
                  </a:cubicBezTo>
                  <a:cubicBezTo>
                    <a:pt x="48712" y="28373"/>
                    <a:pt x="48992" y="28280"/>
                    <a:pt x="49302" y="28187"/>
                  </a:cubicBezTo>
                  <a:cubicBezTo>
                    <a:pt x="49612" y="28125"/>
                    <a:pt x="49550" y="27598"/>
                    <a:pt x="49240" y="27598"/>
                  </a:cubicBezTo>
                  <a:lnTo>
                    <a:pt x="49209" y="27598"/>
                  </a:lnTo>
                  <a:cubicBezTo>
                    <a:pt x="48712" y="27598"/>
                    <a:pt x="48216" y="27473"/>
                    <a:pt x="47720" y="27473"/>
                  </a:cubicBezTo>
                  <a:cubicBezTo>
                    <a:pt x="47192" y="27473"/>
                    <a:pt x="46696" y="27473"/>
                    <a:pt x="46200" y="27504"/>
                  </a:cubicBezTo>
                  <a:cubicBezTo>
                    <a:pt x="45688" y="27520"/>
                    <a:pt x="45176" y="27528"/>
                    <a:pt x="44668" y="27528"/>
                  </a:cubicBezTo>
                  <a:cubicBezTo>
                    <a:pt x="44160" y="27528"/>
                    <a:pt x="43656" y="27520"/>
                    <a:pt x="43160" y="27504"/>
                  </a:cubicBezTo>
                  <a:cubicBezTo>
                    <a:pt x="41205" y="27473"/>
                    <a:pt x="39220" y="27287"/>
                    <a:pt x="37296" y="27008"/>
                  </a:cubicBezTo>
                  <a:cubicBezTo>
                    <a:pt x="33388" y="26388"/>
                    <a:pt x="29510" y="25302"/>
                    <a:pt x="25850" y="23720"/>
                  </a:cubicBezTo>
                  <a:cubicBezTo>
                    <a:pt x="19087" y="20773"/>
                    <a:pt x="13100" y="16213"/>
                    <a:pt x="8353" y="10505"/>
                  </a:cubicBezTo>
                  <a:cubicBezTo>
                    <a:pt x="5779" y="7434"/>
                    <a:pt x="3576" y="3959"/>
                    <a:pt x="1715" y="392"/>
                  </a:cubicBezTo>
                  <a:cubicBezTo>
                    <a:pt x="1578" y="117"/>
                    <a:pt x="1322" y="1"/>
                    <a:pt x="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5049550" y="3931850"/>
              <a:ext cx="1324750" cy="407325"/>
            </a:xfrm>
            <a:custGeom>
              <a:rect b="b" l="l" r="r" t="t"/>
              <a:pathLst>
                <a:path extrusionOk="0" h="16293" w="52990">
                  <a:moveTo>
                    <a:pt x="643" y="1"/>
                  </a:moveTo>
                  <a:cubicBezTo>
                    <a:pt x="275" y="1"/>
                    <a:pt x="0" y="508"/>
                    <a:pt x="284" y="844"/>
                  </a:cubicBezTo>
                  <a:cubicBezTo>
                    <a:pt x="1525" y="2240"/>
                    <a:pt x="3014" y="3388"/>
                    <a:pt x="4503" y="4442"/>
                  </a:cubicBezTo>
                  <a:cubicBezTo>
                    <a:pt x="6023" y="5528"/>
                    <a:pt x="7543" y="6490"/>
                    <a:pt x="9126" y="7389"/>
                  </a:cubicBezTo>
                  <a:cubicBezTo>
                    <a:pt x="12321" y="9189"/>
                    <a:pt x="15702" y="10709"/>
                    <a:pt x="19145" y="12012"/>
                  </a:cubicBezTo>
                  <a:cubicBezTo>
                    <a:pt x="26032" y="14555"/>
                    <a:pt x="33322" y="16013"/>
                    <a:pt x="40674" y="16261"/>
                  </a:cubicBezTo>
                  <a:cubicBezTo>
                    <a:pt x="41346" y="16282"/>
                    <a:pt x="42022" y="16293"/>
                    <a:pt x="42699" y="16293"/>
                  </a:cubicBezTo>
                  <a:cubicBezTo>
                    <a:pt x="44052" y="16293"/>
                    <a:pt x="45410" y="16251"/>
                    <a:pt x="46755" y="16168"/>
                  </a:cubicBezTo>
                  <a:cubicBezTo>
                    <a:pt x="47778" y="16106"/>
                    <a:pt x="48802" y="15982"/>
                    <a:pt x="49826" y="15827"/>
                  </a:cubicBezTo>
                  <a:cubicBezTo>
                    <a:pt x="50849" y="15703"/>
                    <a:pt x="51842" y="15579"/>
                    <a:pt x="52804" y="15145"/>
                  </a:cubicBezTo>
                  <a:cubicBezTo>
                    <a:pt x="52990" y="15052"/>
                    <a:pt x="52959" y="14679"/>
                    <a:pt x="52711" y="14648"/>
                  </a:cubicBezTo>
                  <a:cubicBezTo>
                    <a:pt x="52357" y="14596"/>
                    <a:pt x="51997" y="14577"/>
                    <a:pt x="51634" y="14577"/>
                  </a:cubicBezTo>
                  <a:cubicBezTo>
                    <a:pt x="51139" y="14577"/>
                    <a:pt x="50637" y="14613"/>
                    <a:pt x="50136" y="14648"/>
                  </a:cubicBezTo>
                  <a:cubicBezTo>
                    <a:pt x="49267" y="14710"/>
                    <a:pt x="48368" y="14741"/>
                    <a:pt x="47468" y="14803"/>
                  </a:cubicBezTo>
                  <a:cubicBezTo>
                    <a:pt x="46286" y="14864"/>
                    <a:pt x="45117" y="14898"/>
                    <a:pt x="43944" y="14898"/>
                  </a:cubicBezTo>
                  <a:cubicBezTo>
                    <a:pt x="43301" y="14898"/>
                    <a:pt x="42657" y="14888"/>
                    <a:pt x="42008" y="14866"/>
                  </a:cubicBezTo>
                  <a:cubicBezTo>
                    <a:pt x="38441" y="14772"/>
                    <a:pt x="34873" y="14400"/>
                    <a:pt x="31368" y="13749"/>
                  </a:cubicBezTo>
                  <a:cubicBezTo>
                    <a:pt x="24295" y="12446"/>
                    <a:pt x="17439" y="10026"/>
                    <a:pt x="11173" y="6552"/>
                  </a:cubicBezTo>
                  <a:cubicBezTo>
                    <a:pt x="9405" y="5590"/>
                    <a:pt x="7699" y="4504"/>
                    <a:pt x="6023" y="3419"/>
                  </a:cubicBezTo>
                  <a:cubicBezTo>
                    <a:pt x="4348" y="2333"/>
                    <a:pt x="2642" y="1092"/>
                    <a:pt x="874" y="68"/>
                  </a:cubicBezTo>
                  <a:cubicBezTo>
                    <a:pt x="796" y="21"/>
                    <a:pt x="718" y="1"/>
                    <a:pt x="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5226500" y="3917075"/>
              <a:ext cx="1319600" cy="201375"/>
            </a:xfrm>
            <a:custGeom>
              <a:rect b="b" l="l" r="r" t="t"/>
              <a:pathLst>
                <a:path extrusionOk="0" h="8055" w="52784">
                  <a:moveTo>
                    <a:pt x="843" y="0"/>
                  </a:moveTo>
                  <a:cubicBezTo>
                    <a:pt x="358" y="0"/>
                    <a:pt x="0" y="706"/>
                    <a:pt x="528" y="970"/>
                  </a:cubicBezTo>
                  <a:cubicBezTo>
                    <a:pt x="3878" y="2552"/>
                    <a:pt x="7445" y="3637"/>
                    <a:pt x="11013" y="4661"/>
                  </a:cubicBezTo>
                  <a:cubicBezTo>
                    <a:pt x="14549" y="5685"/>
                    <a:pt x="18148" y="6522"/>
                    <a:pt x="21808" y="7143"/>
                  </a:cubicBezTo>
                  <a:cubicBezTo>
                    <a:pt x="25281" y="7711"/>
                    <a:pt x="28801" y="8054"/>
                    <a:pt x="32317" y="8054"/>
                  </a:cubicBezTo>
                  <a:cubicBezTo>
                    <a:pt x="35711" y="8054"/>
                    <a:pt x="39100" y="7734"/>
                    <a:pt x="42437" y="6988"/>
                  </a:cubicBezTo>
                  <a:cubicBezTo>
                    <a:pt x="44299" y="6553"/>
                    <a:pt x="46098" y="6026"/>
                    <a:pt x="47835" y="5281"/>
                  </a:cubicBezTo>
                  <a:cubicBezTo>
                    <a:pt x="49603" y="4568"/>
                    <a:pt x="51248" y="3761"/>
                    <a:pt x="52644" y="2459"/>
                  </a:cubicBezTo>
                  <a:cubicBezTo>
                    <a:pt x="52784" y="2319"/>
                    <a:pt x="52671" y="2077"/>
                    <a:pt x="52488" y="2077"/>
                  </a:cubicBezTo>
                  <a:cubicBezTo>
                    <a:pt x="52468" y="2077"/>
                    <a:pt x="52448" y="2080"/>
                    <a:pt x="52426" y="2086"/>
                  </a:cubicBezTo>
                  <a:cubicBezTo>
                    <a:pt x="50844" y="2552"/>
                    <a:pt x="49355" y="3172"/>
                    <a:pt x="47835" y="3699"/>
                  </a:cubicBezTo>
                  <a:cubicBezTo>
                    <a:pt x="46284" y="4227"/>
                    <a:pt x="44702" y="4661"/>
                    <a:pt x="43089" y="5033"/>
                  </a:cubicBezTo>
                  <a:cubicBezTo>
                    <a:pt x="39925" y="5778"/>
                    <a:pt x="36698" y="6119"/>
                    <a:pt x="33441" y="6181"/>
                  </a:cubicBezTo>
                  <a:cubicBezTo>
                    <a:pt x="33223" y="6184"/>
                    <a:pt x="33005" y="6185"/>
                    <a:pt x="32787" y="6185"/>
                  </a:cubicBezTo>
                  <a:cubicBezTo>
                    <a:pt x="25974" y="6185"/>
                    <a:pt x="19334" y="4793"/>
                    <a:pt x="12781" y="3110"/>
                  </a:cubicBezTo>
                  <a:cubicBezTo>
                    <a:pt x="8841" y="2086"/>
                    <a:pt x="4964" y="752"/>
                    <a:pt x="931" y="8"/>
                  </a:cubicBezTo>
                  <a:cubicBezTo>
                    <a:pt x="901" y="3"/>
                    <a:pt x="872" y="0"/>
                    <a:pt x="8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5300475" y="3641000"/>
              <a:ext cx="1227175" cy="209625"/>
            </a:xfrm>
            <a:custGeom>
              <a:rect b="b" l="l" r="r" t="t"/>
              <a:pathLst>
                <a:path extrusionOk="0" h="8385" w="49087">
                  <a:moveTo>
                    <a:pt x="1130" y="1"/>
                  </a:moveTo>
                  <a:cubicBezTo>
                    <a:pt x="419" y="1"/>
                    <a:pt x="0" y="1158"/>
                    <a:pt x="733" y="1496"/>
                  </a:cubicBezTo>
                  <a:cubicBezTo>
                    <a:pt x="6999" y="4381"/>
                    <a:pt x="13545" y="6584"/>
                    <a:pt x="20369" y="7701"/>
                  </a:cubicBezTo>
                  <a:cubicBezTo>
                    <a:pt x="23081" y="8139"/>
                    <a:pt x="25828" y="8384"/>
                    <a:pt x="28569" y="8384"/>
                  </a:cubicBezTo>
                  <a:cubicBezTo>
                    <a:pt x="32225" y="8384"/>
                    <a:pt x="35871" y="7949"/>
                    <a:pt x="39416" y="6956"/>
                  </a:cubicBezTo>
                  <a:cubicBezTo>
                    <a:pt x="41123" y="6491"/>
                    <a:pt x="42798" y="5870"/>
                    <a:pt x="44411" y="5157"/>
                  </a:cubicBezTo>
                  <a:cubicBezTo>
                    <a:pt x="45186" y="4816"/>
                    <a:pt x="45931" y="4443"/>
                    <a:pt x="46644" y="4009"/>
                  </a:cubicBezTo>
                  <a:cubicBezTo>
                    <a:pt x="47017" y="3761"/>
                    <a:pt x="47389" y="3544"/>
                    <a:pt x="47761" y="3295"/>
                  </a:cubicBezTo>
                  <a:cubicBezTo>
                    <a:pt x="48164" y="3016"/>
                    <a:pt x="48444" y="2675"/>
                    <a:pt x="48754" y="2272"/>
                  </a:cubicBezTo>
                  <a:cubicBezTo>
                    <a:pt x="49086" y="1884"/>
                    <a:pt x="48875" y="1250"/>
                    <a:pt x="48363" y="1250"/>
                  </a:cubicBezTo>
                  <a:cubicBezTo>
                    <a:pt x="48301" y="1250"/>
                    <a:pt x="48235" y="1259"/>
                    <a:pt x="48164" y="1279"/>
                  </a:cubicBezTo>
                  <a:cubicBezTo>
                    <a:pt x="47823" y="1372"/>
                    <a:pt x="47482" y="1434"/>
                    <a:pt x="47172" y="1558"/>
                  </a:cubicBezTo>
                  <a:cubicBezTo>
                    <a:pt x="46768" y="1744"/>
                    <a:pt x="46427" y="1962"/>
                    <a:pt x="46055" y="2148"/>
                  </a:cubicBezTo>
                  <a:cubicBezTo>
                    <a:pt x="45404" y="2489"/>
                    <a:pt x="44721" y="2799"/>
                    <a:pt x="44070" y="3109"/>
                  </a:cubicBezTo>
                  <a:cubicBezTo>
                    <a:pt x="42736" y="3730"/>
                    <a:pt x="41371" y="4226"/>
                    <a:pt x="39975" y="4629"/>
                  </a:cubicBezTo>
                  <a:cubicBezTo>
                    <a:pt x="37090" y="5498"/>
                    <a:pt x="34112" y="5963"/>
                    <a:pt x="31134" y="6118"/>
                  </a:cubicBezTo>
                  <a:cubicBezTo>
                    <a:pt x="30458" y="6148"/>
                    <a:pt x="29783" y="6162"/>
                    <a:pt x="29110" y="6162"/>
                  </a:cubicBezTo>
                  <a:cubicBezTo>
                    <a:pt x="23357" y="6162"/>
                    <a:pt x="17709" y="5120"/>
                    <a:pt x="12211" y="3482"/>
                  </a:cubicBezTo>
                  <a:cubicBezTo>
                    <a:pt x="8550" y="2396"/>
                    <a:pt x="4952" y="1217"/>
                    <a:pt x="1353" y="38"/>
                  </a:cubicBezTo>
                  <a:cubicBezTo>
                    <a:pt x="1276" y="13"/>
                    <a:pt x="1202" y="1"/>
                    <a:pt x="1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4163225" y="3395200"/>
              <a:ext cx="1637175" cy="798625"/>
            </a:xfrm>
            <a:custGeom>
              <a:rect b="b" l="l" r="r" t="t"/>
              <a:pathLst>
                <a:path extrusionOk="0" h="31945" w="65487">
                  <a:moveTo>
                    <a:pt x="50668" y="0"/>
                  </a:moveTo>
                  <a:cubicBezTo>
                    <a:pt x="48869" y="0"/>
                    <a:pt x="47056" y="174"/>
                    <a:pt x="45323" y="440"/>
                  </a:cubicBezTo>
                  <a:cubicBezTo>
                    <a:pt x="39305" y="1401"/>
                    <a:pt x="33442" y="3201"/>
                    <a:pt x="27641" y="5155"/>
                  </a:cubicBezTo>
                  <a:cubicBezTo>
                    <a:pt x="22491" y="6892"/>
                    <a:pt x="17311" y="8815"/>
                    <a:pt x="12999" y="12135"/>
                  </a:cubicBezTo>
                  <a:cubicBezTo>
                    <a:pt x="8594" y="15516"/>
                    <a:pt x="1" y="26994"/>
                    <a:pt x="8780" y="30499"/>
                  </a:cubicBezTo>
                  <a:cubicBezTo>
                    <a:pt x="9521" y="30787"/>
                    <a:pt x="10317" y="30929"/>
                    <a:pt x="11115" y="30929"/>
                  </a:cubicBezTo>
                  <a:cubicBezTo>
                    <a:pt x="12555" y="30929"/>
                    <a:pt x="14001" y="30467"/>
                    <a:pt x="15139" y="29569"/>
                  </a:cubicBezTo>
                  <a:cubicBezTo>
                    <a:pt x="16864" y="31170"/>
                    <a:pt x="19192" y="31944"/>
                    <a:pt x="21536" y="31944"/>
                  </a:cubicBezTo>
                  <a:cubicBezTo>
                    <a:pt x="24504" y="31944"/>
                    <a:pt x="27496" y="30703"/>
                    <a:pt x="29316" y="28328"/>
                  </a:cubicBezTo>
                  <a:cubicBezTo>
                    <a:pt x="30983" y="29581"/>
                    <a:pt x="33034" y="30168"/>
                    <a:pt x="35105" y="30168"/>
                  </a:cubicBezTo>
                  <a:cubicBezTo>
                    <a:pt x="38777" y="30168"/>
                    <a:pt x="42514" y="28323"/>
                    <a:pt x="44299" y="25071"/>
                  </a:cubicBezTo>
                  <a:cubicBezTo>
                    <a:pt x="45464" y="25822"/>
                    <a:pt x="46808" y="26164"/>
                    <a:pt x="48168" y="26164"/>
                  </a:cubicBezTo>
                  <a:cubicBezTo>
                    <a:pt x="51808" y="26164"/>
                    <a:pt x="55568" y="23712"/>
                    <a:pt x="56336" y="20076"/>
                  </a:cubicBezTo>
                  <a:cubicBezTo>
                    <a:pt x="56724" y="20184"/>
                    <a:pt x="57116" y="20234"/>
                    <a:pt x="57506" y="20234"/>
                  </a:cubicBezTo>
                  <a:cubicBezTo>
                    <a:pt x="59483" y="20234"/>
                    <a:pt x="61410" y="18948"/>
                    <a:pt x="62602" y="17315"/>
                  </a:cubicBezTo>
                  <a:cubicBezTo>
                    <a:pt x="65487" y="13469"/>
                    <a:pt x="65208" y="7606"/>
                    <a:pt x="61951" y="4069"/>
                  </a:cubicBezTo>
                  <a:cubicBezTo>
                    <a:pt x="59153" y="988"/>
                    <a:pt x="54955" y="0"/>
                    <a:pt x="506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4931000" y="1643725"/>
              <a:ext cx="1876050" cy="2096750"/>
            </a:xfrm>
            <a:custGeom>
              <a:rect b="b" l="l" r="r" t="t"/>
              <a:pathLst>
                <a:path extrusionOk="0" h="83870" w="75042">
                  <a:moveTo>
                    <a:pt x="36476" y="0"/>
                  </a:moveTo>
                  <a:cubicBezTo>
                    <a:pt x="31764" y="0"/>
                    <a:pt x="27084" y="510"/>
                    <a:pt x="22585" y="1879"/>
                  </a:cubicBezTo>
                  <a:cubicBezTo>
                    <a:pt x="14395" y="4330"/>
                    <a:pt x="2731" y="9852"/>
                    <a:pt x="1769" y="18352"/>
                  </a:cubicBezTo>
                  <a:cubicBezTo>
                    <a:pt x="901" y="26200"/>
                    <a:pt x="1" y="34204"/>
                    <a:pt x="1521" y="41959"/>
                  </a:cubicBezTo>
                  <a:cubicBezTo>
                    <a:pt x="4313" y="56198"/>
                    <a:pt x="14674" y="67645"/>
                    <a:pt x="25128" y="77696"/>
                  </a:cubicBezTo>
                  <a:cubicBezTo>
                    <a:pt x="27052" y="79588"/>
                    <a:pt x="29068" y="81480"/>
                    <a:pt x="31519" y="82597"/>
                  </a:cubicBezTo>
                  <a:cubicBezTo>
                    <a:pt x="33414" y="83487"/>
                    <a:pt x="35493" y="83869"/>
                    <a:pt x="37593" y="83869"/>
                  </a:cubicBezTo>
                  <a:cubicBezTo>
                    <a:pt x="39446" y="83869"/>
                    <a:pt x="41315" y="83571"/>
                    <a:pt x="43090" y="83062"/>
                  </a:cubicBezTo>
                  <a:cubicBezTo>
                    <a:pt x="46874" y="81977"/>
                    <a:pt x="50349" y="80022"/>
                    <a:pt x="53761" y="78099"/>
                  </a:cubicBezTo>
                  <a:cubicBezTo>
                    <a:pt x="56150" y="76734"/>
                    <a:pt x="58631" y="75338"/>
                    <a:pt x="60121" y="73042"/>
                  </a:cubicBezTo>
                  <a:cubicBezTo>
                    <a:pt x="65611" y="72732"/>
                    <a:pt x="70296" y="68668"/>
                    <a:pt x="73025" y="63891"/>
                  </a:cubicBezTo>
                  <a:cubicBezTo>
                    <a:pt x="74173" y="61844"/>
                    <a:pt x="75042" y="59548"/>
                    <a:pt x="74701" y="57222"/>
                  </a:cubicBezTo>
                  <a:cubicBezTo>
                    <a:pt x="74366" y="54973"/>
                    <a:pt x="72514" y="52814"/>
                    <a:pt x="70252" y="52814"/>
                  </a:cubicBezTo>
                  <a:cubicBezTo>
                    <a:pt x="70205" y="52814"/>
                    <a:pt x="70157" y="52815"/>
                    <a:pt x="70109" y="52816"/>
                  </a:cubicBezTo>
                  <a:cubicBezTo>
                    <a:pt x="73398" y="47760"/>
                    <a:pt x="72839" y="40501"/>
                    <a:pt x="68807" y="36034"/>
                  </a:cubicBezTo>
                  <a:cubicBezTo>
                    <a:pt x="69768" y="29116"/>
                    <a:pt x="67317" y="21795"/>
                    <a:pt x="62385" y="16863"/>
                  </a:cubicBezTo>
                  <a:cubicBezTo>
                    <a:pt x="61889" y="16335"/>
                    <a:pt x="61330" y="15839"/>
                    <a:pt x="61051" y="15187"/>
                  </a:cubicBezTo>
                  <a:cubicBezTo>
                    <a:pt x="60834" y="14629"/>
                    <a:pt x="60834" y="14009"/>
                    <a:pt x="60772" y="13419"/>
                  </a:cubicBezTo>
                  <a:cubicBezTo>
                    <a:pt x="60400" y="9200"/>
                    <a:pt x="57732" y="5230"/>
                    <a:pt x="53978" y="3275"/>
                  </a:cubicBezTo>
                  <a:cubicBezTo>
                    <a:pt x="52086" y="2345"/>
                    <a:pt x="50039" y="1073"/>
                    <a:pt x="47960" y="824"/>
                  </a:cubicBezTo>
                  <a:cubicBezTo>
                    <a:pt x="44162" y="338"/>
                    <a:pt x="40308" y="0"/>
                    <a:pt x="364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5973625" y="2019150"/>
              <a:ext cx="493775" cy="443625"/>
            </a:xfrm>
            <a:custGeom>
              <a:rect b="b" l="l" r="r" t="t"/>
              <a:pathLst>
                <a:path extrusionOk="0" h="17745" w="19751">
                  <a:moveTo>
                    <a:pt x="19306" y="0"/>
                  </a:moveTo>
                  <a:cubicBezTo>
                    <a:pt x="19237" y="0"/>
                    <a:pt x="19165" y="23"/>
                    <a:pt x="19098" y="77"/>
                  </a:cubicBezTo>
                  <a:cubicBezTo>
                    <a:pt x="17733" y="1225"/>
                    <a:pt x="16182" y="2156"/>
                    <a:pt x="14631" y="2962"/>
                  </a:cubicBezTo>
                  <a:cubicBezTo>
                    <a:pt x="13049" y="3800"/>
                    <a:pt x="11529" y="4731"/>
                    <a:pt x="9978" y="5630"/>
                  </a:cubicBezTo>
                  <a:cubicBezTo>
                    <a:pt x="7093" y="7274"/>
                    <a:pt x="4270" y="9291"/>
                    <a:pt x="2222" y="11928"/>
                  </a:cubicBezTo>
                  <a:cubicBezTo>
                    <a:pt x="1664" y="12672"/>
                    <a:pt x="1168" y="13417"/>
                    <a:pt x="795" y="14254"/>
                  </a:cubicBezTo>
                  <a:cubicBezTo>
                    <a:pt x="423" y="15154"/>
                    <a:pt x="175" y="16053"/>
                    <a:pt x="51" y="17015"/>
                  </a:cubicBezTo>
                  <a:cubicBezTo>
                    <a:pt x="0" y="17503"/>
                    <a:pt x="370" y="17745"/>
                    <a:pt x="758" y="17745"/>
                  </a:cubicBezTo>
                  <a:cubicBezTo>
                    <a:pt x="1086" y="17745"/>
                    <a:pt x="1426" y="17573"/>
                    <a:pt x="1540" y="17232"/>
                  </a:cubicBezTo>
                  <a:cubicBezTo>
                    <a:pt x="2564" y="14285"/>
                    <a:pt x="4580" y="11866"/>
                    <a:pt x="7031" y="9942"/>
                  </a:cubicBezTo>
                  <a:cubicBezTo>
                    <a:pt x="8272" y="8949"/>
                    <a:pt x="9636" y="8143"/>
                    <a:pt x="10970" y="7305"/>
                  </a:cubicBezTo>
                  <a:cubicBezTo>
                    <a:pt x="12428" y="6375"/>
                    <a:pt x="14010" y="5537"/>
                    <a:pt x="15375" y="4482"/>
                  </a:cubicBezTo>
                  <a:cubicBezTo>
                    <a:pt x="16895" y="3304"/>
                    <a:pt x="18322" y="2032"/>
                    <a:pt x="19532" y="543"/>
                  </a:cubicBezTo>
                  <a:cubicBezTo>
                    <a:pt x="19751" y="300"/>
                    <a:pt x="19551" y="0"/>
                    <a:pt x="193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5867850" y="2193175"/>
              <a:ext cx="293950" cy="49725"/>
            </a:xfrm>
            <a:custGeom>
              <a:rect b="b" l="l" r="r" t="t"/>
              <a:pathLst>
                <a:path extrusionOk="0" h="1989" w="11758">
                  <a:moveTo>
                    <a:pt x="1294" y="0"/>
                  </a:moveTo>
                  <a:cubicBezTo>
                    <a:pt x="1194" y="0"/>
                    <a:pt x="1094" y="1"/>
                    <a:pt x="994" y="3"/>
                  </a:cubicBezTo>
                  <a:cubicBezTo>
                    <a:pt x="187" y="34"/>
                    <a:pt x="1" y="1244"/>
                    <a:pt x="807" y="1430"/>
                  </a:cubicBezTo>
                  <a:cubicBezTo>
                    <a:pt x="2545" y="1895"/>
                    <a:pt x="4344" y="1988"/>
                    <a:pt x="6143" y="1988"/>
                  </a:cubicBezTo>
                  <a:cubicBezTo>
                    <a:pt x="7942" y="1988"/>
                    <a:pt x="9618" y="1802"/>
                    <a:pt x="11386" y="1554"/>
                  </a:cubicBezTo>
                  <a:cubicBezTo>
                    <a:pt x="11758" y="1492"/>
                    <a:pt x="11634" y="934"/>
                    <a:pt x="11293" y="903"/>
                  </a:cubicBezTo>
                  <a:cubicBezTo>
                    <a:pt x="9586" y="748"/>
                    <a:pt x="7849" y="530"/>
                    <a:pt x="6143" y="375"/>
                  </a:cubicBezTo>
                  <a:cubicBezTo>
                    <a:pt x="4506" y="229"/>
                    <a:pt x="2925" y="0"/>
                    <a:pt x="1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6225375" y="2438900"/>
              <a:ext cx="433000" cy="139125"/>
            </a:xfrm>
            <a:custGeom>
              <a:rect b="b" l="l" r="r" t="t"/>
              <a:pathLst>
                <a:path extrusionOk="0" h="5565" w="17320">
                  <a:moveTo>
                    <a:pt x="888" y="0"/>
                  </a:moveTo>
                  <a:cubicBezTo>
                    <a:pt x="779" y="0"/>
                    <a:pt x="670" y="12"/>
                    <a:pt x="559" y="39"/>
                  </a:cubicBezTo>
                  <a:cubicBezTo>
                    <a:pt x="249" y="101"/>
                    <a:pt x="32" y="442"/>
                    <a:pt x="32" y="721"/>
                  </a:cubicBezTo>
                  <a:cubicBezTo>
                    <a:pt x="1" y="1621"/>
                    <a:pt x="869" y="2241"/>
                    <a:pt x="1521" y="2707"/>
                  </a:cubicBezTo>
                  <a:cubicBezTo>
                    <a:pt x="2141" y="3141"/>
                    <a:pt x="2793" y="3544"/>
                    <a:pt x="3506" y="3855"/>
                  </a:cubicBezTo>
                  <a:cubicBezTo>
                    <a:pt x="4902" y="4506"/>
                    <a:pt x="6391" y="5002"/>
                    <a:pt x="7911" y="5282"/>
                  </a:cubicBezTo>
                  <a:cubicBezTo>
                    <a:pt x="8893" y="5462"/>
                    <a:pt x="9874" y="5565"/>
                    <a:pt x="10864" y="5565"/>
                  </a:cubicBezTo>
                  <a:cubicBezTo>
                    <a:pt x="11407" y="5565"/>
                    <a:pt x="11953" y="5534"/>
                    <a:pt x="12502" y="5468"/>
                  </a:cubicBezTo>
                  <a:cubicBezTo>
                    <a:pt x="14053" y="5313"/>
                    <a:pt x="15480" y="4878"/>
                    <a:pt x="16907" y="4196"/>
                  </a:cubicBezTo>
                  <a:cubicBezTo>
                    <a:pt x="17319" y="4019"/>
                    <a:pt x="17034" y="3509"/>
                    <a:pt x="16660" y="3509"/>
                  </a:cubicBezTo>
                  <a:cubicBezTo>
                    <a:pt x="16639" y="3509"/>
                    <a:pt x="16618" y="3510"/>
                    <a:pt x="16597" y="3513"/>
                  </a:cubicBezTo>
                  <a:cubicBezTo>
                    <a:pt x="15526" y="3659"/>
                    <a:pt x="14398" y="3710"/>
                    <a:pt x="13272" y="3710"/>
                  </a:cubicBezTo>
                  <a:cubicBezTo>
                    <a:pt x="12963" y="3710"/>
                    <a:pt x="12654" y="3706"/>
                    <a:pt x="12347" y="3699"/>
                  </a:cubicBezTo>
                  <a:cubicBezTo>
                    <a:pt x="10951" y="3637"/>
                    <a:pt x="9648" y="3482"/>
                    <a:pt x="8346" y="3172"/>
                  </a:cubicBezTo>
                  <a:cubicBezTo>
                    <a:pt x="7012" y="2862"/>
                    <a:pt x="5740" y="2397"/>
                    <a:pt x="4530" y="1776"/>
                  </a:cubicBezTo>
                  <a:cubicBezTo>
                    <a:pt x="3909" y="1466"/>
                    <a:pt x="3289" y="1094"/>
                    <a:pt x="2669" y="752"/>
                  </a:cubicBezTo>
                  <a:cubicBezTo>
                    <a:pt x="2137" y="433"/>
                    <a:pt x="1537" y="0"/>
                    <a:pt x="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6213625" y="2528925"/>
              <a:ext cx="162450" cy="90600"/>
            </a:xfrm>
            <a:custGeom>
              <a:rect b="b" l="l" r="r" t="t"/>
              <a:pathLst>
                <a:path extrusionOk="0" h="3624" w="6498">
                  <a:moveTo>
                    <a:pt x="6021" y="0"/>
                  </a:moveTo>
                  <a:cubicBezTo>
                    <a:pt x="6002" y="0"/>
                    <a:pt x="5982" y="2"/>
                    <a:pt x="5962" y="5"/>
                  </a:cubicBezTo>
                  <a:cubicBezTo>
                    <a:pt x="4907" y="192"/>
                    <a:pt x="3821" y="440"/>
                    <a:pt x="2859" y="905"/>
                  </a:cubicBezTo>
                  <a:cubicBezTo>
                    <a:pt x="1898" y="1401"/>
                    <a:pt x="998" y="2022"/>
                    <a:pt x="254" y="2828"/>
                  </a:cubicBezTo>
                  <a:cubicBezTo>
                    <a:pt x="0" y="3133"/>
                    <a:pt x="244" y="3623"/>
                    <a:pt x="578" y="3623"/>
                  </a:cubicBezTo>
                  <a:cubicBezTo>
                    <a:pt x="653" y="3623"/>
                    <a:pt x="733" y="3599"/>
                    <a:pt x="812" y="3542"/>
                  </a:cubicBezTo>
                  <a:cubicBezTo>
                    <a:pt x="1650" y="2952"/>
                    <a:pt x="2487" y="2394"/>
                    <a:pt x="3387" y="1898"/>
                  </a:cubicBezTo>
                  <a:cubicBezTo>
                    <a:pt x="4255" y="1401"/>
                    <a:pt x="5155" y="936"/>
                    <a:pt x="6117" y="626"/>
                  </a:cubicBezTo>
                  <a:cubicBezTo>
                    <a:pt x="6498" y="479"/>
                    <a:pt x="6353" y="0"/>
                    <a:pt x="60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5879500" y="2629475"/>
              <a:ext cx="806825" cy="374225"/>
            </a:xfrm>
            <a:custGeom>
              <a:rect b="b" l="l" r="r" t="t"/>
              <a:pathLst>
                <a:path extrusionOk="0" h="14969" w="32273">
                  <a:moveTo>
                    <a:pt x="1032" y="0"/>
                  </a:moveTo>
                  <a:cubicBezTo>
                    <a:pt x="815" y="0"/>
                    <a:pt x="597" y="70"/>
                    <a:pt x="434" y="202"/>
                  </a:cubicBezTo>
                  <a:cubicBezTo>
                    <a:pt x="31" y="513"/>
                    <a:pt x="0" y="978"/>
                    <a:pt x="186" y="1412"/>
                  </a:cubicBezTo>
                  <a:cubicBezTo>
                    <a:pt x="1117" y="3491"/>
                    <a:pt x="2606" y="5290"/>
                    <a:pt x="4219" y="6903"/>
                  </a:cubicBezTo>
                  <a:cubicBezTo>
                    <a:pt x="5801" y="8516"/>
                    <a:pt x="7631" y="10005"/>
                    <a:pt x="9586" y="11153"/>
                  </a:cubicBezTo>
                  <a:cubicBezTo>
                    <a:pt x="11540" y="12332"/>
                    <a:pt x="13805" y="13324"/>
                    <a:pt x="16069" y="14007"/>
                  </a:cubicBezTo>
                  <a:cubicBezTo>
                    <a:pt x="18489" y="14689"/>
                    <a:pt x="21095" y="14969"/>
                    <a:pt x="23607" y="14969"/>
                  </a:cubicBezTo>
                  <a:cubicBezTo>
                    <a:pt x="25034" y="14969"/>
                    <a:pt x="26430" y="14844"/>
                    <a:pt x="27826" y="14627"/>
                  </a:cubicBezTo>
                  <a:cubicBezTo>
                    <a:pt x="29253" y="14410"/>
                    <a:pt x="30649" y="13976"/>
                    <a:pt x="31983" y="13448"/>
                  </a:cubicBezTo>
                  <a:cubicBezTo>
                    <a:pt x="32273" y="13333"/>
                    <a:pt x="32184" y="12946"/>
                    <a:pt x="31918" y="12946"/>
                  </a:cubicBezTo>
                  <a:cubicBezTo>
                    <a:pt x="31899" y="12946"/>
                    <a:pt x="31880" y="12948"/>
                    <a:pt x="31859" y="12952"/>
                  </a:cubicBezTo>
                  <a:cubicBezTo>
                    <a:pt x="30649" y="13138"/>
                    <a:pt x="29409" y="13231"/>
                    <a:pt x="28199" y="13355"/>
                  </a:cubicBezTo>
                  <a:cubicBezTo>
                    <a:pt x="27397" y="13416"/>
                    <a:pt x="26622" y="13450"/>
                    <a:pt x="25847" y="13450"/>
                  </a:cubicBezTo>
                  <a:cubicBezTo>
                    <a:pt x="25422" y="13450"/>
                    <a:pt x="24998" y="13439"/>
                    <a:pt x="24569" y="13417"/>
                  </a:cubicBezTo>
                  <a:cubicBezTo>
                    <a:pt x="22149" y="13324"/>
                    <a:pt x="19761" y="12890"/>
                    <a:pt x="17465" y="12177"/>
                  </a:cubicBezTo>
                  <a:cubicBezTo>
                    <a:pt x="13339" y="10843"/>
                    <a:pt x="9555" y="8733"/>
                    <a:pt x="6360" y="5724"/>
                  </a:cubicBezTo>
                  <a:cubicBezTo>
                    <a:pt x="4622" y="4049"/>
                    <a:pt x="3195" y="2126"/>
                    <a:pt x="1675" y="264"/>
                  </a:cubicBezTo>
                  <a:cubicBezTo>
                    <a:pt x="1512" y="85"/>
                    <a:pt x="1273" y="0"/>
                    <a:pt x="10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5811250" y="2751600"/>
              <a:ext cx="168275" cy="49675"/>
            </a:xfrm>
            <a:custGeom>
              <a:rect b="b" l="l" r="r" t="t"/>
              <a:pathLst>
                <a:path extrusionOk="0" h="1987" w="6731">
                  <a:moveTo>
                    <a:pt x="2950" y="0"/>
                  </a:moveTo>
                  <a:cubicBezTo>
                    <a:pt x="2579" y="0"/>
                    <a:pt x="2211" y="35"/>
                    <a:pt x="1831" y="95"/>
                  </a:cubicBezTo>
                  <a:cubicBezTo>
                    <a:pt x="1210" y="219"/>
                    <a:pt x="714" y="560"/>
                    <a:pt x="217" y="932"/>
                  </a:cubicBezTo>
                  <a:cubicBezTo>
                    <a:pt x="0" y="1087"/>
                    <a:pt x="0" y="1460"/>
                    <a:pt x="124" y="1677"/>
                  </a:cubicBezTo>
                  <a:cubicBezTo>
                    <a:pt x="221" y="1869"/>
                    <a:pt x="428" y="1987"/>
                    <a:pt x="633" y="1987"/>
                  </a:cubicBezTo>
                  <a:cubicBezTo>
                    <a:pt x="692" y="1987"/>
                    <a:pt x="751" y="1977"/>
                    <a:pt x="807" y="1956"/>
                  </a:cubicBezTo>
                  <a:cubicBezTo>
                    <a:pt x="1334" y="1832"/>
                    <a:pt x="1675" y="1801"/>
                    <a:pt x="2203" y="1677"/>
                  </a:cubicBezTo>
                  <a:cubicBezTo>
                    <a:pt x="2614" y="1574"/>
                    <a:pt x="2897" y="1514"/>
                    <a:pt x="3265" y="1514"/>
                  </a:cubicBezTo>
                  <a:cubicBezTo>
                    <a:pt x="3341" y="1514"/>
                    <a:pt x="3421" y="1516"/>
                    <a:pt x="3506" y="1522"/>
                  </a:cubicBezTo>
                  <a:cubicBezTo>
                    <a:pt x="4467" y="1522"/>
                    <a:pt x="5398" y="1522"/>
                    <a:pt x="6267" y="1925"/>
                  </a:cubicBezTo>
                  <a:cubicBezTo>
                    <a:pt x="6299" y="1939"/>
                    <a:pt x="6332" y="1945"/>
                    <a:pt x="6366" y="1945"/>
                  </a:cubicBezTo>
                  <a:cubicBezTo>
                    <a:pt x="6556" y="1945"/>
                    <a:pt x="6731" y="1738"/>
                    <a:pt x="6546" y="1553"/>
                  </a:cubicBezTo>
                  <a:cubicBezTo>
                    <a:pt x="5739" y="777"/>
                    <a:pt x="4716" y="157"/>
                    <a:pt x="3568" y="33"/>
                  </a:cubicBezTo>
                  <a:cubicBezTo>
                    <a:pt x="3359" y="11"/>
                    <a:pt x="3154" y="0"/>
                    <a:pt x="2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5524725" y="3077750"/>
              <a:ext cx="907075" cy="399525"/>
            </a:xfrm>
            <a:custGeom>
              <a:rect b="b" l="l" r="r" t="t"/>
              <a:pathLst>
                <a:path extrusionOk="0" h="15981" w="36283">
                  <a:moveTo>
                    <a:pt x="809" y="0"/>
                  </a:moveTo>
                  <a:cubicBezTo>
                    <a:pt x="390" y="0"/>
                    <a:pt x="0" y="515"/>
                    <a:pt x="232" y="977"/>
                  </a:cubicBezTo>
                  <a:cubicBezTo>
                    <a:pt x="790" y="2125"/>
                    <a:pt x="1441" y="3149"/>
                    <a:pt x="2403" y="3986"/>
                  </a:cubicBezTo>
                  <a:cubicBezTo>
                    <a:pt x="3396" y="4855"/>
                    <a:pt x="4637" y="5537"/>
                    <a:pt x="5846" y="6034"/>
                  </a:cubicBezTo>
                  <a:cubicBezTo>
                    <a:pt x="7527" y="6731"/>
                    <a:pt x="9275" y="6981"/>
                    <a:pt x="11037" y="6981"/>
                  </a:cubicBezTo>
                  <a:cubicBezTo>
                    <a:pt x="11943" y="6981"/>
                    <a:pt x="12851" y="6915"/>
                    <a:pt x="13757" y="6809"/>
                  </a:cubicBezTo>
                  <a:cubicBezTo>
                    <a:pt x="15731" y="6580"/>
                    <a:pt x="17773" y="6163"/>
                    <a:pt x="19782" y="6163"/>
                  </a:cubicBezTo>
                  <a:cubicBezTo>
                    <a:pt x="20488" y="6163"/>
                    <a:pt x="21191" y="6215"/>
                    <a:pt x="21885" y="6344"/>
                  </a:cubicBezTo>
                  <a:cubicBezTo>
                    <a:pt x="24583" y="6871"/>
                    <a:pt x="26290" y="8609"/>
                    <a:pt x="28089" y="10439"/>
                  </a:cubicBezTo>
                  <a:cubicBezTo>
                    <a:pt x="29206" y="11587"/>
                    <a:pt x="30322" y="12672"/>
                    <a:pt x="31594" y="13634"/>
                  </a:cubicBezTo>
                  <a:cubicBezTo>
                    <a:pt x="32215" y="14130"/>
                    <a:pt x="32866" y="14596"/>
                    <a:pt x="33580" y="14937"/>
                  </a:cubicBezTo>
                  <a:cubicBezTo>
                    <a:pt x="34262" y="15309"/>
                    <a:pt x="35007" y="15650"/>
                    <a:pt x="35751" y="15961"/>
                  </a:cubicBezTo>
                  <a:cubicBezTo>
                    <a:pt x="35785" y="15974"/>
                    <a:pt x="35818" y="15980"/>
                    <a:pt x="35850" y="15980"/>
                  </a:cubicBezTo>
                  <a:cubicBezTo>
                    <a:pt x="36109" y="15980"/>
                    <a:pt x="36282" y="15568"/>
                    <a:pt x="36061" y="15402"/>
                  </a:cubicBezTo>
                  <a:lnTo>
                    <a:pt x="36061" y="15371"/>
                  </a:lnTo>
                  <a:cubicBezTo>
                    <a:pt x="35007" y="14472"/>
                    <a:pt x="34014" y="13510"/>
                    <a:pt x="32990" y="12548"/>
                  </a:cubicBezTo>
                  <a:cubicBezTo>
                    <a:pt x="31966" y="11587"/>
                    <a:pt x="31005" y="10625"/>
                    <a:pt x="30074" y="9601"/>
                  </a:cubicBezTo>
                  <a:cubicBezTo>
                    <a:pt x="28275" y="7585"/>
                    <a:pt x="26414" y="5599"/>
                    <a:pt x="23870" y="4607"/>
                  </a:cubicBezTo>
                  <a:cubicBezTo>
                    <a:pt x="22582" y="4116"/>
                    <a:pt x="21276" y="3946"/>
                    <a:pt x="19961" y="3946"/>
                  </a:cubicBezTo>
                  <a:cubicBezTo>
                    <a:pt x="16973" y="3946"/>
                    <a:pt x="13935" y="4826"/>
                    <a:pt x="10935" y="4826"/>
                  </a:cubicBezTo>
                  <a:cubicBezTo>
                    <a:pt x="9916" y="4826"/>
                    <a:pt x="8901" y="4724"/>
                    <a:pt x="7894" y="4452"/>
                  </a:cubicBezTo>
                  <a:cubicBezTo>
                    <a:pt x="6622" y="4110"/>
                    <a:pt x="5412" y="3521"/>
                    <a:pt x="4295" y="2745"/>
                  </a:cubicBezTo>
                  <a:cubicBezTo>
                    <a:pt x="3210" y="2001"/>
                    <a:pt x="2124" y="1163"/>
                    <a:pt x="1224" y="202"/>
                  </a:cubicBezTo>
                  <a:cubicBezTo>
                    <a:pt x="1098" y="60"/>
                    <a:pt x="952" y="0"/>
                    <a:pt x="8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5553775" y="1989275"/>
              <a:ext cx="316250" cy="610400"/>
            </a:xfrm>
            <a:custGeom>
              <a:rect b="b" l="l" r="r" t="t"/>
              <a:pathLst>
                <a:path extrusionOk="0" h="24416" w="12650">
                  <a:moveTo>
                    <a:pt x="5061" y="1"/>
                  </a:moveTo>
                  <a:cubicBezTo>
                    <a:pt x="5029" y="1"/>
                    <a:pt x="4996" y="10"/>
                    <a:pt x="4964" y="31"/>
                  </a:cubicBezTo>
                  <a:cubicBezTo>
                    <a:pt x="1489" y="1986"/>
                    <a:pt x="0" y="6267"/>
                    <a:pt x="155" y="10082"/>
                  </a:cubicBezTo>
                  <a:cubicBezTo>
                    <a:pt x="310" y="14301"/>
                    <a:pt x="2451" y="18179"/>
                    <a:pt x="5553" y="20940"/>
                  </a:cubicBezTo>
                  <a:cubicBezTo>
                    <a:pt x="6453" y="21747"/>
                    <a:pt x="7445" y="22460"/>
                    <a:pt x="8469" y="23111"/>
                  </a:cubicBezTo>
                  <a:cubicBezTo>
                    <a:pt x="8965" y="23422"/>
                    <a:pt x="9462" y="23701"/>
                    <a:pt x="10020" y="23949"/>
                  </a:cubicBezTo>
                  <a:cubicBezTo>
                    <a:pt x="10299" y="24042"/>
                    <a:pt x="10578" y="24166"/>
                    <a:pt x="10858" y="24259"/>
                  </a:cubicBezTo>
                  <a:cubicBezTo>
                    <a:pt x="11168" y="24383"/>
                    <a:pt x="11478" y="24383"/>
                    <a:pt x="11819" y="24414"/>
                  </a:cubicBezTo>
                  <a:cubicBezTo>
                    <a:pt x="11830" y="24415"/>
                    <a:pt x="11841" y="24415"/>
                    <a:pt x="11852" y="24415"/>
                  </a:cubicBezTo>
                  <a:cubicBezTo>
                    <a:pt x="12388" y="24415"/>
                    <a:pt x="12650" y="23663"/>
                    <a:pt x="12285" y="23298"/>
                  </a:cubicBezTo>
                  <a:cubicBezTo>
                    <a:pt x="11571" y="22615"/>
                    <a:pt x="10672" y="22150"/>
                    <a:pt x="9834" y="21653"/>
                  </a:cubicBezTo>
                  <a:cubicBezTo>
                    <a:pt x="9027" y="21188"/>
                    <a:pt x="8252" y="20661"/>
                    <a:pt x="7538" y="20071"/>
                  </a:cubicBezTo>
                  <a:cubicBezTo>
                    <a:pt x="6080" y="18893"/>
                    <a:pt x="4777" y="17497"/>
                    <a:pt x="3785" y="15914"/>
                  </a:cubicBezTo>
                  <a:cubicBezTo>
                    <a:pt x="1799" y="12781"/>
                    <a:pt x="1272" y="9121"/>
                    <a:pt x="2234" y="5584"/>
                  </a:cubicBezTo>
                  <a:cubicBezTo>
                    <a:pt x="2761" y="3630"/>
                    <a:pt x="3847" y="1831"/>
                    <a:pt x="5212" y="342"/>
                  </a:cubicBezTo>
                  <a:cubicBezTo>
                    <a:pt x="5340" y="214"/>
                    <a:pt x="5214" y="1"/>
                    <a:pt x="5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4931000" y="1643725"/>
              <a:ext cx="1485175" cy="2082775"/>
            </a:xfrm>
            <a:custGeom>
              <a:rect b="b" l="l" r="r" t="t"/>
              <a:pathLst>
                <a:path extrusionOk="0" h="83311" w="59407">
                  <a:moveTo>
                    <a:pt x="36476" y="0"/>
                  </a:moveTo>
                  <a:cubicBezTo>
                    <a:pt x="31764" y="0"/>
                    <a:pt x="27084" y="510"/>
                    <a:pt x="22585" y="1879"/>
                  </a:cubicBezTo>
                  <a:cubicBezTo>
                    <a:pt x="14395" y="4330"/>
                    <a:pt x="2731" y="9852"/>
                    <a:pt x="1769" y="18352"/>
                  </a:cubicBezTo>
                  <a:cubicBezTo>
                    <a:pt x="901" y="26200"/>
                    <a:pt x="1" y="34204"/>
                    <a:pt x="1521" y="41959"/>
                  </a:cubicBezTo>
                  <a:cubicBezTo>
                    <a:pt x="4313" y="56198"/>
                    <a:pt x="14674" y="67645"/>
                    <a:pt x="25128" y="77696"/>
                  </a:cubicBezTo>
                  <a:cubicBezTo>
                    <a:pt x="27052" y="79588"/>
                    <a:pt x="29068" y="81480"/>
                    <a:pt x="31519" y="82597"/>
                  </a:cubicBezTo>
                  <a:cubicBezTo>
                    <a:pt x="32170" y="82907"/>
                    <a:pt x="32822" y="83124"/>
                    <a:pt x="33504" y="83311"/>
                  </a:cubicBezTo>
                  <a:cubicBezTo>
                    <a:pt x="35024" y="80984"/>
                    <a:pt x="36110" y="78378"/>
                    <a:pt x="36606" y="75648"/>
                  </a:cubicBezTo>
                  <a:cubicBezTo>
                    <a:pt x="37630" y="69661"/>
                    <a:pt x="35831" y="63271"/>
                    <a:pt x="31829" y="58711"/>
                  </a:cubicBezTo>
                  <a:cubicBezTo>
                    <a:pt x="35241" y="52289"/>
                    <a:pt x="34094" y="43789"/>
                    <a:pt x="29161" y="38454"/>
                  </a:cubicBezTo>
                  <a:cubicBezTo>
                    <a:pt x="31798" y="33862"/>
                    <a:pt x="31364" y="27720"/>
                    <a:pt x="28137" y="23532"/>
                  </a:cubicBezTo>
                  <a:lnTo>
                    <a:pt x="28137" y="23532"/>
                  </a:lnTo>
                  <a:cubicBezTo>
                    <a:pt x="28672" y="23607"/>
                    <a:pt x="29210" y="23643"/>
                    <a:pt x="29748" y="23643"/>
                  </a:cubicBezTo>
                  <a:cubicBezTo>
                    <a:pt x="34358" y="23643"/>
                    <a:pt x="38941" y="20977"/>
                    <a:pt x="41135" y="16894"/>
                  </a:cubicBezTo>
                  <a:cubicBezTo>
                    <a:pt x="42521" y="17587"/>
                    <a:pt x="44028" y="17898"/>
                    <a:pt x="45556" y="17898"/>
                  </a:cubicBezTo>
                  <a:cubicBezTo>
                    <a:pt x="48680" y="17898"/>
                    <a:pt x="51893" y="16598"/>
                    <a:pt x="54351" y="14598"/>
                  </a:cubicBezTo>
                  <a:cubicBezTo>
                    <a:pt x="56336" y="12954"/>
                    <a:pt x="57980" y="10937"/>
                    <a:pt x="59407" y="8797"/>
                  </a:cubicBezTo>
                  <a:cubicBezTo>
                    <a:pt x="58197" y="6470"/>
                    <a:pt x="56305" y="4485"/>
                    <a:pt x="53978" y="3306"/>
                  </a:cubicBezTo>
                  <a:cubicBezTo>
                    <a:pt x="52117" y="2345"/>
                    <a:pt x="50039" y="1073"/>
                    <a:pt x="47960" y="824"/>
                  </a:cubicBezTo>
                  <a:cubicBezTo>
                    <a:pt x="44162" y="338"/>
                    <a:pt x="40308" y="0"/>
                    <a:pt x="364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5999700" y="1934050"/>
              <a:ext cx="350975" cy="172100"/>
            </a:xfrm>
            <a:custGeom>
              <a:rect b="b" l="l" r="r" t="t"/>
              <a:pathLst>
                <a:path extrusionOk="0" h="6884" w="14039">
                  <a:moveTo>
                    <a:pt x="12823" y="0"/>
                  </a:moveTo>
                  <a:cubicBezTo>
                    <a:pt x="12660" y="0"/>
                    <a:pt x="12488" y="49"/>
                    <a:pt x="12316" y="162"/>
                  </a:cubicBezTo>
                  <a:cubicBezTo>
                    <a:pt x="11820" y="534"/>
                    <a:pt x="11354" y="845"/>
                    <a:pt x="10889" y="1248"/>
                  </a:cubicBezTo>
                  <a:cubicBezTo>
                    <a:pt x="10455" y="1620"/>
                    <a:pt x="10051" y="1992"/>
                    <a:pt x="9617" y="2334"/>
                  </a:cubicBezTo>
                  <a:cubicBezTo>
                    <a:pt x="8811" y="2954"/>
                    <a:pt x="7849" y="3543"/>
                    <a:pt x="6918" y="4040"/>
                  </a:cubicBezTo>
                  <a:cubicBezTo>
                    <a:pt x="4995" y="5032"/>
                    <a:pt x="2792" y="5653"/>
                    <a:pt x="621" y="5839"/>
                  </a:cubicBezTo>
                  <a:cubicBezTo>
                    <a:pt x="187" y="5870"/>
                    <a:pt x="1" y="6615"/>
                    <a:pt x="528" y="6677"/>
                  </a:cubicBezTo>
                  <a:lnTo>
                    <a:pt x="528" y="6708"/>
                  </a:lnTo>
                  <a:cubicBezTo>
                    <a:pt x="1292" y="6825"/>
                    <a:pt x="2056" y="6884"/>
                    <a:pt x="2816" y="6884"/>
                  </a:cubicBezTo>
                  <a:cubicBezTo>
                    <a:pt x="4463" y="6884"/>
                    <a:pt x="6092" y="6608"/>
                    <a:pt x="7663" y="6056"/>
                  </a:cubicBezTo>
                  <a:cubicBezTo>
                    <a:pt x="9989" y="5219"/>
                    <a:pt x="12533" y="3792"/>
                    <a:pt x="13712" y="1558"/>
                  </a:cubicBezTo>
                  <a:cubicBezTo>
                    <a:pt x="14038" y="881"/>
                    <a:pt x="13512" y="0"/>
                    <a:pt x="128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5733225" y="2240950"/>
              <a:ext cx="231600" cy="136175"/>
            </a:xfrm>
            <a:custGeom>
              <a:rect b="b" l="l" r="r" t="t"/>
              <a:pathLst>
                <a:path extrusionOk="0" h="5447" w="9264">
                  <a:moveTo>
                    <a:pt x="415" y="0"/>
                  </a:moveTo>
                  <a:cubicBezTo>
                    <a:pt x="208" y="0"/>
                    <a:pt x="1" y="177"/>
                    <a:pt x="81" y="419"/>
                  </a:cubicBezTo>
                  <a:cubicBezTo>
                    <a:pt x="578" y="2094"/>
                    <a:pt x="1756" y="3583"/>
                    <a:pt x="3245" y="4483"/>
                  </a:cubicBezTo>
                  <a:cubicBezTo>
                    <a:pt x="4052" y="4979"/>
                    <a:pt x="4921" y="5289"/>
                    <a:pt x="5820" y="5413"/>
                  </a:cubicBezTo>
                  <a:cubicBezTo>
                    <a:pt x="5998" y="5437"/>
                    <a:pt x="6176" y="5447"/>
                    <a:pt x="6352" y="5447"/>
                  </a:cubicBezTo>
                  <a:cubicBezTo>
                    <a:pt x="6636" y="5447"/>
                    <a:pt x="6917" y="5421"/>
                    <a:pt x="7185" y="5382"/>
                  </a:cubicBezTo>
                  <a:cubicBezTo>
                    <a:pt x="7712" y="5320"/>
                    <a:pt x="8178" y="5103"/>
                    <a:pt x="8643" y="4855"/>
                  </a:cubicBezTo>
                  <a:cubicBezTo>
                    <a:pt x="9264" y="4483"/>
                    <a:pt x="9015" y="3490"/>
                    <a:pt x="8271" y="3490"/>
                  </a:cubicBezTo>
                  <a:cubicBezTo>
                    <a:pt x="7973" y="3490"/>
                    <a:pt x="7675" y="3450"/>
                    <a:pt x="7362" y="3450"/>
                  </a:cubicBezTo>
                  <a:cubicBezTo>
                    <a:pt x="7283" y="3450"/>
                    <a:pt x="7204" y="3453"/>
                    <a:pt x="7123" y="3459"/>
                  </a:cubicBezTo>
                  <a:cubicBezTo>
                    <a:pt x="6751" y="3459"/>
                    <a:pt x="6379" y="3428"/>
                    <a:pt x="6006" y="3397"/>
                  </a:cubicBezTo>
                  <a:cubicBezTo>
                    <a:pt x="5448" y="3335"/>
                    <a:pt x="4641" y="3211"/>
                    <a:pt x="3959" y="2962"/>
                  </a:cubicBezTo>
                  <a:cubicBezTo>
                    <a:pt x="2532" y="2435"/>
                    <a:pt x="1384" y="1504"/>
                    <a:pt x="702" y="171"/>
                  </a:cubicBezTo>
                  <a:cubicBezTo>
                    <a:pt x="637" y="51"/>
                    <a:pt x="526" y="0"/>
                    <a:pt x="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6310700" y="2252725"/>
              <a:ext cx="277650" cy="100650"/>
            </a:xfrm>
            <a:custGeom>
              <a:rect b="b" l="l" r="r" t="t"/>
              <a:pathLst>
                <a:path extrusionOk="0" h="4026" w="11106">
                  <a:moveTo>
                    <a:pt x="3714" y="1"/>
                  </a:moveTo>
                  <a:cubicBezTo>
                    <a:pt x="2595" y="1"/>
                    <a:pt x="1464" y="167"/>
                    <a:pt x="496" y="661"/>
                  </a:cubicBezTo>
                  <a:cubicBezTo>
                    <a:pt x="0" y="909"/>
                    <a:pt x="124" y="1716"/>
                    <a:pt x="652" y="1840"/>
                  </a:cubicBezTo>
                  <a:cubicBezTo>
                    <a:pt x="1365" y="2026"/>
                    <a:pt x="2141" y="2057"/>
                    <a:pt x="2885" y="2181"/>
                  </a:cubicBezTo>
                  <a:cubicBezTo>
                    <a:pt x="3630" y="2305"/>
                    <a:pt x="4436" y="2398"/>
                    <a:pt x="5181" y="2585"/>
                  </a:cubicBezTo>
                  <a:cubicBezTo>
                    <a:pt x="5956" y="2771"/>
                    <a:pt x="6701" y="3019"/>
                    <a:pt x="7445" y="3298"/>
                  </a:cubicBezTo>
                  <a:cubicBezTo>
                    <a:pt x="7662" y="3391"/>
                    <a:pt x="8097" y="3608"/>
                    <a:pt x="8438" y="3732"/>
                  </a:cubicBezTo>
                  <a:cubicBezTo>
                    <a:pt x="8813" y="3887"/>
                    <a:pt x="9157" y="4026"/>
                    <a:pt x="9537" y="4026"/>
                  </a:cubicBezTo>
                  <a:cubicBezTo>
                    <a:pt x="9691" y="4026"/>
                    <a:pt x="9850" y="4003"/>
                    <a:pt x="10020" y="3949"/>
                  </a:cubicBezTo>
                  <a:cubicBezTo>
                    <a:pt x="10578" y="3794"/>
                    <a:pt x="11106" y="3081"/>
                    <a:pt x="10858" y="2460"/>
                  </a:cubicBezTo>
                  <a:cubicBezTo>
                    <a:pt x="10485" y="1406"/>
                    <a:pt x="9307" y="1002"/>
                    <a:pt x="8314" y="692"/>
                  </a:cubicBezTo>
                  <a:cubicBezTo>
                    <a:pt x="7414" y="413"/>
                    <a:pt x="6515" y="258"/>
                    <a:pt x="5584" y="134"/>
                  </a:cubicBezTo>
                  <a:cubicBezTo>
                    <a:pt x="4987" y="55"/>
                    <a:pt x="4352" y="1"/>
                    <a:pt x="37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6354375" y="2631425"/>
              <a:ext cx="251825" cy="86625"/>
            </a:xfrm>
            <a:custGeom>
              <a:rect b="b" l="l" r="r" t="t"/>
              <a:pathLst>
                <a:path extrusionOk="0" h="3465" w="10073">
                  <a:moveTo>
                    <a:pt x="8707" y="0"/>
                  </a:moveTo>
                  <a:cubicBezTo>
                    <a:pt x="8397" y="0"/>
                    <a:pt x="8149" y="124"/>
                    <a:pt x="7870" y="248"/>
                  </a:cubicBezTo>
                  <a:cubicBezTo>
                    <a:pt x="7721" y="338"/>
                    <a:pt x="7571" y="399"/>
                    <a:pt x="7422" y="486"/>
                  </a:cubicBezTo>
                  <a:lnTo>
                    <a:pt x="7422" y="486"/>
                  </a:lnTo>
                  <a:cubicBezTo>
                    <a:pt x="7398" y="494"/>
                    <a:pt x="7361" y="508"/>
                    <a:pt x="7311" y="528"/>
                  </a:cubicBezTo>
                  <a:cubicBezTo>
                    <a:pt x="7187" y="559"/>
                    <a:pt x="7032" y="621"/>
                    <a:pt x="6908" y="683"/>
                  </a:cubicBezTo>
                  <a:cubicBezTo>
                    <a:pt x="6443" y="900"/>
                    <a:pt x="5698" y="1148"/>
                    <a:pt x="5078" y="1272"/>
                  </a:cubicBezTo>
                  <a:cubicBezTo>
                    <a:pt x="4243" y="1447"/>
                    <a:pt x="3408" y="1561"/>
                    <a:pt x="2573" y="1561"/>
                  </a:cubicBezTo>
                  <a:cubicBezTo>
                    <a:pt x="2074" y="1561"/>
                    <a:pt x="1575" y="1520"/>
                    <a:pt x="1076" y="1427"/>
                  </a:cubicBezTo>
                  <a:cubicBezTo>
                    <a:pt x="1036" y="1419"/>
                    <a:pt x="997" y="1416"/>
                    <a:pt x="959" y="1416"/>
                  </a:cubicBezTo>
                  <a:cubicBezTo>
                    <a:pt x="397" y="1416"/>
                    <a:pt x="1" y="2221"/>
                    <a:pt x="611" y="2482"/>
                  </a:cubicBezTo>
                  <a:cubicBezTo>
                    <a:pt x="1873" y="3058"/>
                    <a:pt x="3330" y="3465"/>
                    <a:pt x="4745" y="3465"/>
                  </a:cubicBezTo>
                  <a:cubicBezTo>
                    <a:pt x="4929" y="3465"/>
                    <a:pt x="5113" y="3458"/>
                    <a:pt x="5295" y="3444"/>
                  </a:cubicBezTo>
                  <a:cubicBezTo>
                    <a:pt x="6102" y="3351"/>
                    <a:pt x="6939" y="3226"/>
                    <a:pt x="7715" y="2978"/>
                  </a:cubicBezTo>
                  <a:cubicBezTo>
                    <a:pt x="8118" y="2823"/>
                    <a:pt x="8521" y="2637"/>
                    <a:pt x="8924" y="2451"/>
                  </a:cubicBezTo>
                  <a:cubicBezTo>
                    <a:pt x="9142" y="2327"/>
                    <a:pt x="9359" y="2203"/>
                    <a:pt x="9545" y="2017"/>
                  </a:cubicBezTo>
                  <a:cubicBezTo>
                    <a:pt x="9762" y="1799"/>
                    <a:pt x="9855" y="1489"/>
                    <a:pt x="9948" y="1210"/>
                  </a:cubicBezTo>
                  <a:cubicBezTo>
                    <a:pt x="10072" y="776"/>
                    <a:pt x="9793" y="155"/>
                    <a:pt x="9297" y="62"/>
                  </a:cubicBezTo>
                  <a:cubicBezTo>
                    <a:pt x="9111" y="31"/>
                    <a:pt x="8893" y="0"/>
                    <a:pt x="87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5684825" y="2669725"/>
              <a:ext cx="164150" cy="157900"/>
            </a:xfrm>
            <a:custGeom>
              <a:rect b="b" l="l" r="r" t="t"/>
              <a:pathLst>
                <a:path extrusionOk="0" h="6316" w="6566">
                  <a:moveTo>
                    <a:pt x="5809" y="1"/>
                  </a:moveTo>
                  <a:cubicBezTo>
                    <a:pt x="5767" y="1"/>
                    <a:pt x="5723" y="7"/>
                    <a:pt x="5678" y="19"/>
                  </a:cubicBezTo>
                  <a:cubicBezTo>
                    <a:pt x="4375" y="392"/>
                    <a:pt x="3041" y="1074"/>
                    <a:pt x="2048" y="2005"/>
                  </a:cubicBezTo>
                  <a:cubicBezTo>
                    <a:pt x="1521" y="2470"/>
                    <a:pt x="1087" y="3028"/>
                    <a:pt x="714" y="3587"/>
                  </a:cubicBezTo>
                  <a:cubicBezTo>
                    <a:pt x="528" y="3866"/>
                    <a:pt x="373" y="4207"/>
                    <a:pt x="249" y="4517"/>
                  </a:cubicBezTo>
                  <a:cubicBezTo>
                    <a:pt x="156" y="4735"/>
                    <a:pt x="32" y="4952"/>
                    <a:pt x="1" y="5200"/>
                  </a:cubicBezTo>
                  <a:cubicBezTo>
                    <a:pt x="1" y="5386"/>
                    <a:pt x="1" y="5541"/>
                    <a:pt x="1" y="5727"/>
                  </a:cubicBezTo>
                  <a:cubicBezTo>
                    <a:pt x="22" y="6064"/>
                    <a:pt x="329" y="6316"/>
                    <a:pt x="641" y="6316"/>
                  </a:cubicBezTo>
                  <a:cubicBezTo>
                    <a:pt x="788" y="6316"/>
                    <a:pt x="936" y="6260"/>
                    <a:pt x="1056" y="6131"/>
                  </a:cubicBezTo>
                  <a:cubicBezTo>
                    <a:pt x="1149" y="6037"/>
                    <a:pt x="1273" y="5944"/>
                    <a:pt x="1366" y="5851"/>
                  </a:cubicBezTo>
                  <a:cubicBezTo>
                    <a:pt x="1521" y="5696"/>
                    <a:pt x="1583" y="5541"/>
                    <a:pt x="1707" y="5355"/>
                  </a:cubicBezTo>
                  <a:cubicBezTo>
                    <a:pt x="1862" y="5076"/>
                    <a:pt x="2048" y="4828"/>
                    <a:pt x="2203" y="4579"/>
                  </a:cubicBezTo>
                  <a:cubicBezTo>
                    <a:pt x="2296" y="4455"/>
                    <a:pt x="2358" y="4300"/>
                    <a:pt x="2452" y="4176"/>
                  </a:cubicBezTo>
                  <a:cubicBezTo>
                    <a:pt x="2514" y="4114"/>
                    <a:pt x="2545" y="4052"/>
                    <a:pt x="2607" y="3990"/>
                  </a:cubicBezTo>
                  <a:cubicBezTo>
                    <a:pt x="2607" y="3990"/>
                    <a:pt x="2682" y="3884"/>
                    <a:pt x="2686" y="3873"/>
                  </a:cubicBezTo>
                  <a:lnTo>
                    <a:pt x="2686" y="3873"/>
                  </a:lnTo>
                  <a:cubicBezTo>
                    <a:pt x="2883" y="3647"/>
                    <a:pt x="3057" y="3444"/>
                    <a:pt x="3258" y="3215"/>
                  </a:cubicBezTo>
                  <a:cubicBezTo>
                    <a:pt x="3692" y="2749"/>
                    <a:pt x="4096" y="2284"/>
                    <a:pt x="4592" y="1912"/>
                  </a:cubicBezTo>
                  <a:cubicBezTo>
                    <a:pt x="4995" y="1570"/>
                    <a:pt x="5554" y="1229"/>
                    <a:pt x="6081" y="981"/>
                  </a:cubicBezTo>
                  <a:cubicBezTo>
                    <a:pt x="6566" y="753"/>
                    <a:pt x="6291" y="1"/>
                    <a:pt x="5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5751375" y="2936950"/>
              <a:ext cx="926175" cy="312575"/>
            </a:xfrm>
            <a:custGeom>
              <a:rect b="b" l="l" r="r" t="t"/>
              <a:pathLst>
                <a:path extrusionOk="0" h="12503" w="37047">
                  <a:moveTo>
                    <a:pt x="14875" y="5568"/>
                  </a:moveTo>
                  <a:cubicBezTo>
                    <a:pt x="14903" y="5574"/>
                    <a:pt x="14932" y="5578"/>
                    <a:pt x="14940" y="5578"/>
                  </a:cubicBezTo>
                  <a:cubicBezTo>
                    <a:pt x="14947" y="5578"/>
                    <a:pt x="14933" y="5574"/>
                    <a:pt x="14875" y="5568"/>
                  </a:cubicBezTo>
                  <a:close/>
                  <a:moveTo>
                    <a:pt x="21008" y="7261"/>
                  </a:moveTo>
                  <a:cubicBezTo>
                    <a:pt x="21015" y="7262"/>
                    <a:pt x="21021" y="7264"/>
                    <a:pt x="21027" y="7265"/>
                  </a:cubicBezTo>
                  <a:lnTo>
                    <a:pt x="21027" y="7265"/>
                  </a:lnTo>
                  <a:cubicBezTo>
                    <a:pt x="21022" y="7264"/>
                    <a:pt x="21017" y="7262"/>
                    <a:pt x="21011" y="7261"/>
                  </a:cubicBezTo>
                  <a:lnTo>
                    <a:pt x="21011" y="7261"/>
                  </a:lnTo>
                  <a:cubicBezTo>
                    <a:pt x="21010" y="7261"/>
                    <a:pt x="21009" y="7261"/>
                    <a:pt x="21008" y="7261"/>
                  </a:cubicBezTo>
                  <a:close/>
                  <a:moveTo>
                    <a:pt x="21027" y="7265"/>
                  </a:moveTo>
                  <a:cubicBezTo>
                    <a:pt x="21062" y="7276"/>
                    <a:pt x="21081" y="7281"/>
                    <a:pt x="21083" y="7281"/>
                  </a:cubicBezTo>
                  <a:cubicBezTo>
                    <a:pt x="21084" y="7281"/>
                    <a:pt x="21066" y="7275"/>
                    <a:pt x="21027" y="7265"/>
                  </a:cubicBezTo>
                  <a:close/>
                  <a:moveTo>
                    <a:pt x="35216" y="11418"/>
                  </a:moveTo>
                  <a:lnTo>
                    <a:pt x="35216" y="11418"/>
                  </a:lnTo>
                  <a:cubicBezTo>
                    <a:pt x="35214" y="11418"/>
                    <a:pt x="35213" y="11419"/>
                    <a:pt x="35211" y="11419"/>
                  </a:cubicBezTo>
                  <a:lnTo>
                    <a:pt x="35211" y="11419"/>
                  </a:lnTo>
                  <a:cubicBezTo>
                    <a:pt x="35210" y="11420"/>
                    <a:pt x="35209" y="11420"/>
                    <a:pt x="35208" y="11421"/>
                  </a:cubicBezTo>
                  <a:lnTo>
                    <a:pt x="35208" y="11421"/>
                  </a:lnTo>
                  <a:cubicBezTo>
                    <a:pt x="35210" y="11420"/>
                    <a:pt x="35213" y="11419"/>
                    <a:pt x="35216" y="11418"/>
                  </a:cubicBezTo>
                  <a:close/>
                  <a:moveTo>
                    <a:pt x="35208" y="11421"/>
                  </a:moveTo>
                  <a:cubicBezTo>
                    <a:pt x="35144" y="11447"/>
                    <a:pt x="35114" y="11461"/>
                    <a:pt x="35117" y="11461"/>
                  </a:cubicBezTo>
                  <a:cubicBezTo>
                    <a:pt x="35119" y="11461"/>
                    <a:pt x="35150" y="11448"/>
                    <a:pt x="35208" y="11421"/>
                  </a:cubicBezTo>
                  <a:close/>
                  <a:moveTo>
                    <a:pt x="672" y="1"/>
                  </a:moveTo>
                  <a:cubicBezTo>
                    <a:pt x="322" y="1"/>
                    <a:pt x="1" y="361"/>
                    <a:pt x="193" y="808"/>
                  </a:cubicBezTo>
                  <a:cubicBezTo>
                    <a:pt x="1154" y="2918"/>
                    <a:pt x="3388" y="4283"/>
                    <a:pt x="5591" y="4841"/>
                  </a:cubicBezTo>
                  <a:cubicBezTo>
                    <a:pt x="7049" y="5213"/>
                    <a:pt x="8631" y="5213"/>
                    <a:pt x="10120" y="5244"/>
                  </a:cubicBezTo>
                  <a:cubicBezTo>
                    <a:pt x="11485" y="5275"/>
                    <a:pt x="12881" y="5306"/>
                    <a:pt x="14245" y="5493"/>
                  </a:cubicBezTo>
                  <a:cubicBezTo>
                    <a:pt x="14186" y="5483"/>
                    <a:pt x="14165" y="5480"/>
                    <a:pt x="14169" y="5480"/>
                  </a:cubicBezTo>
                  <a:cubicBezTo>
                    <a:pt x="14191" y="5480"/>
                    <a:pt x="14824" y="5567"/>
                    <a:pt x="14830" y="5567"/>
                  </a:cubicBezTo>
                  <a:cubicBezTo>
                    <a:pt x="14831" y="5567"/>
                    <a:pt x="14805" y="5564"/>
                    <a:pt x="14742" y="5555"/>
                  </a:cubicBezTo>
                  <a:lnTo>
                    <a:pt x="14742" y="5555"/>
                  </a:lnTo>
                  <a:cubicBezTo>
                    <a:pt x="14801" y="5560"/>
                    <a:pt x="14844" y="5564"/>
                    <a:pt x="14875" y="5568"/>
                  </a:cubicBezTo>
                  <a:lnTo>
                    <a:pt x="14875" y="5568"/>
                  </a:lnTo>
                  <a:cubicBezTo>
                    <a:pt x="14860" y="5564"/>
                    <a:pt x="14846" y="5560"/>
                    <a:pt x="14835" y="5555"/>
                  </a:cubicBezTo>
                  <a:lnTo>
                    <a:pt x="14835" y="5555"/>
                  </a:lnTo>
                  <a:cubicBezTo>
                    <a:pt x="15176" y="5617"/>
                    <a:pt x="15486" y="5648"/>
                    <a:pt x="15828" y="5710"/>
                  </a:cubicBezTo>
                  <a:cubicBezTo>
                    <a:pt x="16479" y="5834"/>
                    <a:pt x="17130" y="5989"/>
                    <a:pt x="17782" y="6144"/>
                  </a:cubicBezTo>
                  <a:cubicBezTo>
                    <a:pt x="18371" y="6299"/>
                    <a:pt x="18930" y="6485"/>
                    <a:pt x="19519" y="6702"/>
                  </a:cubicBezTo>
                  <a:cubicBezTo>
                    <a:pt x="19829" y="6795"/>
                    <a:pt x="20140" y="6919"/>
                    <a:pt x="20450" y="7044"/>
                  </a:cubicBezTo>
                  <a:cubicBezTo>
                    <a:pt x="20605" y="7075"/>
                    <a:pt x="20760" y="7168"/>
                    <a:pt x="20915" y="7230"/>
                  </a:cubicBezTo>
                  <a:cubicBezTo>
                    <a:pt x="20954" y="7243"/>
                    <a:pt x="20986" y="7253"/>
                    <a:pt x="21011" y="7261"/>
                  </a:cubicBezTo>
                  <a:lnTo>
                    <a:pt x="21011" y="7261"/>
                  </a:lnTo>
                  <a:cubicBezTo>
                    <a:pt x="21103" y="7262"/>
                    <a:pt x="21164" y="7323"/>
                    <a:pt x="21225" y="7354"/>
                  </a:cubicBezTo>
                  <a:cubicBezTo>
                    <a:pt x="22435" y="7881"/>
                    <a:pt x="23583" y="8502"/>
                    <a:pt x="24700" y="9184"/>
                  </a:cubicBezTo>
                  <a:cubicBezTo>
                    <a:pt x="25785" y="9867"/>
                    <a:pt x="26716" y="10642"/>
                    <a:pt x="27771" y="11294"/>
                  </a:cubicBezTo>
                  <a:cubicBezTo>
                    <a:pt x="28932" y="12016"/>
                    <a:pt x="30201" y="12503"/>
                    <a:pt x="31524" y="12503"/>
                  </a:cubicBezTo>
                  <a:cubicBezTo>
                    <a:pt x="31791" y="12503"/>
                    <a:pt x="32060" y="12483"/>
                    <a:pt x="32331" y="12441"/>
                  </a:cubicBezTo>
                  <a:cubicBezTo>
                    <a:pt x="33013" y="12348"/>
                    <a:pt x="33634" y="12100"/>
                    <a:pt x="34254" y="11852"/>
                  </a:cubicBezTo>
                  <a:cubicBezTo>
                    <a:pt x="34502" y="11759"/>
                    <a:pt x="34720" y="11666"/>
                    <a:pt x="34937" y="11542"/>
                  </a:cubicBezTo>
                  <a:cubicBezTo>
                    <a:pt x="35028" y="11511"/>
                    <a:pt x="35120" y="11451"/>
                    <a:pt x="35211" y="11419"/>
                  </a:cubicBezTo>
                  <a:lnTo>
                    <a:pt x="35211" y="11419"/>
                  </a:lnTo>
                  <a:cubicBezTo>
                    <a:pt x="35231" y="11410"/>
                    <a:pt x="35253" y="11399"/>
                    <a:pt x="35278" y="11387"/>
                  </a:cubicBezTo>
                  <a:cubicBezTo>
                    <a:pt x="35681" y="11262"/>
                    <a:pt x="36023" y="11076"/>
                    <a:pt x="36395" y="10859"/>
                  </a:cubicBezTo>
                  <a:cubicBezTo>
                    <a:pt x="36829" y="10611"/>
                    <a:pt x="37046" y="10084"/>
                    <a:pt x="36984" y="9618"/>
                  </a:cubicBezTo>
                  <a:cubicBezTo>
                    <a:pt x="36891" y="9091"/>
                    <a:pt x="36581" y="8750"/>
                    <a:pt x="36085" y="8564"/>
                  </a:cubicBezTo>
                  <a:cubicBezTo>
                    <a:pt x="35764" y="8437"/>
                    <a:pt x="35449" y="8385"/>
                    <a:pt x="35138" y="8385"/>
                  </a:cubicBezTo>
                  <a:cubicBezTo>
                    <a:pt x="34153" y="8385"/>
                    <a:pt x="33204" y="8901"/>
                    <a:pt x="32238" y="9184"/>
                  </a:cubicBezTo>
                  <a:cubicBezTo>
                    <a:pt x="32114" y="9215"/>
                    <a:pt x="31959" y="9246"/>
                    <a:pt x="31804" y="9277"/>
                  </a:cubicBezTo>
                  <a:lnTo>
                    <a:pt x="31307" y="9277"/>
                  </a:lnTo>
                  <a:cubicBezTo>
                    <a:pt x="31283" y="9277"/>
                    <a:pt x="31262" y="9277"/>
                    <a:pt x="31245" y="9278"/>
                  </a:cubicBezTo>
                  <a:lnTo>
                    <a:pt x="31245" y="9278"/>
                  </a:lnTo>
                  <a:cubicBezTo>
                    <a:pt x="31224" y="9269"/>
                    <a:pt x="31194" y="9259"/>
                    <a:pt x="31152" y="9246"/>
                  </a:cubicBezTo>
                  <a:cubicBezTo>
                    <a:pt x="30904" y="9184"/>
                    <a:pt x="30656" y="9122"/>
                    <a:pt x="30408" y="9029"/>
                  </a:cubicBezTo>
                  <a:lnTo>
                    <a:pt x="30408" y="9029"/>
                  </a:lnTo>
                  <a:cubicBezTo>
                    <a:pt x="30485" y="9060"/>
                    <a:pt x="30514" y="9072"/>
                    <a:pt x="30514" y="9072"/>
                  </a:cubicBezTo>
                  <a:cubicBezTo>
                    <a:pt x="30512" y="9072"/>
                    <a:pt x="30245" y="8967"/>
                    <a:pt x="30222" y="8967"/>
                  </a:cubicBezTo>
                  <a:cubicBezTo>
                    <a:pt x="30097" y="8874"/>
                    <a:pt x="29942" y="8812"/>
                    <a:pt x="29818" y="8750"/>
                  </a:cubicBezTo>
                  <a:cubicBezTo>
                    <a:pt x="28732" y="8129"/>
                    <a:pt x="27771" y="7323"/>
                    <a:pt x="26747" y="6640"/>
                  </a:cubicBezTo>
                  <a:cubicBezTo>
                    <a:pt x="25723" y="5958"/>
                    <a:pt x="24638" y="5399"/>
                    <a:pt x="23552" y="4872"/>
                  </a:cubicBezTo>
                  <a:cubicBezTo>
                    <a:pt x="21194" y="3817"/>
                    <a:pt x="18713" y="3011"/>
                    <a:pt x="16169" y="2639"/>
                  </a:cubicBezTo>
                  <a:cubicBezTo>
                    <a:pt x="14945" y="2472"/>
                    <a:pt x="13721" y="2355"/>
                    <a:pt x="12497" y="2355"/>
                  </a:cubicBezTo>
                  <a:cubicBezTo>
                    <a:pt x="12356" y="2355"/>
                    <a:pt x="12215" y="2356"/>
                    <a:pt x="12074" y="2359"/>
                  </a:cubicBezTo>
                  <a:cubicBezTo>
                    <a:pt x="10709" y="2390"/>
                    <a:pt x="9344" y="2545"/>
                    <a:pt x="7948" y="2545"/>
                  </a:cubicBezTo>
                  <a:cubicBezTo>
                    <a:pt x="7737" y="2551"/>
                    <a:pt x="7523" y="2554"/>
                    <a:pt x="7306" y="2554"/>
                  </a:cubicBezTo>
                  <a:cubicBezTo>
                    <a:pt x="5061" y="2554"/>
                    <a:pt x="2538" y="2202"/>
                    <a:pt x="1123" y="250"/>
                  </a:cubicBezTo>
                  <a:cubicBezTo>
                    <a:pt x="997" y="75"/>
                    <a:pt x="832" y="1"/>
                    <a:pt x="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2243775" y="1814550"/>
              <a:ext cx="3468225" cy="2425275"/>
            </a:xfrm>
            <a:custGeom>
              <a:rect b="b" l="l" r="r" t="t"/>
              <a:pathLst>
                <a:path extrusionOk="0" h="97011" w="138729">
                  <a:moveTo>
                    <a:pt x="114149" y="0"/>
                  </a:moveTo>
                  <a:cubicBezTo>
                    <a:pt x="100235" y="0"/>
                    <a:pt x="87951" y="8794"/>
                    <a:pt x="74980" y="14000"/>
                  </a:cubicBezTo>
                  <a:cubicBezTo>
                    <a:pt x="70543" y="15769"/>
                    <a:pt x="65952" y="17165"/>
                    <a:pt x="61609" y="19181"/>
                  </a:cubicBezTo>
                  <a:cubicBezTo>
                    <a:pt x="54785" y="22407"/>
                    <a:pt x="48797" y="27215"/>
                    <a:pt x="42035" y="30628"/>
                  </a:cubicBezTo>
                  <a:cubicBezTo>
                    <a:pt x="33349" y="35002"/>
                    <a:pt x="23577" y="36925"/>
                    <a:pt x="14922" y="41392"/>
                  </a:cubicBezTo>
                  <a:cubicBezTo>
                    <a:pt x="9338" y="44308"/>
                    <a:pt x="4468" y="48682"/>
                    <a:pt x="3258" y="55073"/>
                  </a:cubicBezTo>
                  <a:cubicBezTo>
                    <a:pt x="2265" y="60346"/>
                    <a:pt x="1" y="67574"/>
                    <a:pt x="5088" y="71545"/>
                  </a:cubicBezTo>
                  <a:cubicBezTo>
                    <a:pt x="5709" y="72041"/>
                    <a:pt x="6391" y="72445"/>
                    <a:pt x="6887" y="73034"/>
                  </a:cubicBezTo>
                  <a:cubicBezTo>
                    <a:pt x="8159" y="74647"/>
                    <a:pt x="7539" y="76974"/>
                    <a:pt x="7849" y="78959"/>
                  </a:cubicBezTo>
                  <a:cubicBezTo>
                    <a:pt x="8345" y="82217"/>
                    <a:pt x="11386" y="84512"/>
                    <a:pt x="14519" y="85412"/>
                  </a:cubicBezTo>
                  <a:cubicBezTo>
                    <a:pt x="16783" y="86032"/>
                    <a:pt x="19234" y="86156"/>
                    <a:pt x="21281" y="87304"/>
                  </a:cubicBezTo>
                  <a:cubicBezTo>
                    <a:pt x="23329" y="88452"/>
                    <a:pt x="24725" y="90499"/>
                    <a:pt x="26493" y="92050"/>
                  </a:cubicBezTo>
                  <a:cubicBezTo>
                    <a:pt x="27741" y="93167"/>
                    <a:pt x="29438" y="94037"/>
                    <a:pt x="31048" y="94037"/>
                  </a:cubicBezTo>
                  <a:cubicBezTo>
                    <a:pt x="31719" y="94037"/>
                    <a:pt x="32375" y="93886"/>
                    <a:pt x="32977" y="93539"/>
                  </a:cubicBezTo>
                  <a:cubicBezTo>
                    <a:pt x="34776" y="92516"/>
                    <a:pt x="35644" y="89972"/>
                    <a:pt x="37692" y="89693"/>
                  </a:cubicBezTo>
                  <a:cubicBezTo>
                    <a:pt x="37840" y="89670"/>
                    <a:pt x="37984" y="89659"/>
                    <a:pt x="38123" y="89659"/>
                  </a:cubicBezTo>
                  <a:cubicBezTo>
                    <a:pt x="40611" y="89659"/>
                    <a:pt x="41768" y="93181"/>
                    <a:pt x="43648" y="95090"/>
                  </a:cubicBezTo>
                  <a:cubicBezTo>
                    <a:pt x="45025" y="96487"/>
                    <a:pt x="46956" y="97010"/>
                    <a:pt x="48954" y="97010"/>
                  </a:cubicBezTo>
                  <a:cubicBezTo>
                    <a:pt x="50197" y="97010"/>
                    <a:pt x="51466" y="96808"/>
                    <a:pt x="52644" y="96486"/>
                  </a:cubicBezTo>
                  <a:cubicBezTo>
                    <a:pt x="55715" y="95680"/>
                    <a:pt x="58662" y="94191"/>
                    <a:pt x="61857" y="94067"/>
                  </a:cubicBezTo>
                  <a:cubicBezTo>
                    <a:pt x="61972" y="94064"/>
                    <a:pt x="62086" y="94062"/>
                    <a:pt x="62201" y="94062"/>
                  </a:cubicBezTo>
                  <a:cubicBezTo>
                    <a:pt x="64286" y="94062"/>
                    <a:pt x="66346" y="94578"/>
                    <a:pt x="68434" y="94842"/>
                  </a:cubicBezTo>
                  <a:cubicBezTo>
                    <a:pt x="69448" y="94974"/>
                    <a:pt x="70468" y="95039"/>
                    <a:pt x="71488" y="95039"/>
                  </a:cubicBezTo>
                  <a:cubicBezTo>
                    <a:pt x="78861" y="95039"/>
                    <a:pt x="86202" y="91662"/>
                    <a:pt x="90862" y="85939"/>
                  </a:cubicBezTo>
                  <a:cubicBezTo>
                    <a:pt x="91545" y="85133"/>
                    <a:pt x="92165" y="84233"/>
                    <a:pt x="93065" y="83706"/>
                  </a:cubicBezTo>
                  <a:cubicBezTo>
                    <a:pt x="94058" y="83085"/>
                    <a:pt x="95268" y="82961"/>
                    <a:pt x="96446" y="82930"/>
                  </a:cubicBezTo>
                  <a:cubicBezTo>
                    <a:pt x="96829" y="82916"/>
                    <a:pt x="97212" y="82910"/>
                    <a:pt x="97595" y="82910"/>
                  </a:cubicBezTo>
                  <a:cubicBezTo>
                    <a:pt x="101587" y="82910"/>
                    <a:pt x="105580" y="83584"/>
                    <a:pt x="109599" y="83612"/>
                  </a:cubicBezTo>
                  <a:cubicBezTo>
                    <a:pt x="109669" y="83613"/>
                    <a:pt x="109739" y="83613"/>
                    <a:pt x="109809" y="83613"/>
                  </a:cubicBezTo>
                  <a:cubicBezTo>
                    <a:pt x="114123" y="83613"/>
                    <a:pt x="118709" y="82665"/>
                    <a:pt x="121853" y="79704"/>
                  </a:cubicBezTo>
                  <a:cubicBezTo>
                    <a:pt x="122908" y="78680"/>
                    <a:pt x="123807" y="77439"/>
                    <a:pt x="125079" y="76695"/>
                  </a:cubicBezTo>
                  <a:cubicBezTo>
                    <a:pt x="127189" y="75454"/>
                    <a:pt x="129887" y="75826"/>
                    <a:pt x="132214" y="75082"/>
                  </a:cubicBezTo>
                  <a:cubicBezTo>
                    <a:pt x="135875" y="73903"/>
                    <a:pt x="138170" y="70025"/>
                    <a:pt x="138449" y="66209"/>
                  </a:cubicBezTo>
                  <a:cubicBezTo>
                    <a:pt x="138729" y="62394"/>
                    <a:pt x="137333" y="58609"/>
                    <a:pt x="135471" y="55259"/>
                  </a:cubicBezTo>
                  <a:cubicBezTo>
                    <a:pt x="134944" y="54328"/>
                    <a:pt x="134386" y="53367"/>
                    <a:pt x="134324" y="52281"/>
                  </a:cubicBezTo>
                  <a:cubicBezTo>
                    <a:pt x="134261" y="51133"/>
                    <a:pt x="134820" y="50047"/>
                    <a:pt x="135285" y="48993"/>
                  </a:cubicBezTo>
                  <a:cubicBezTo>
                    <a:pt x="137022" y="45115"/>
                    <a:pt x="137829" y="39934"/>
                    <a:pt x="134696" y="37018"/>
                  </a:cubicBezTo>
                  <a:cubicBezTo>
                    <a:pt x="133889" y="36274"/>
                    <a:pt x="132834" y="35653"/>
                    <a:pt x="132493" y="34630"/>
                  </a:cubicBezTo>
                  <a:cubicBezTo>
                    <a:pt x="131842" y="32551"/>
                    <a:pt x="134386" y="30597"/>
                    <a:pt x="133982" y="28487"/>
                  </a:cubicBezTo>
                  <a:cubicBezTo>
                    <a:pt x="133765" y="27495"/>
                    <a:pt x="132959" y="26750"/>
                    <a:pt x="132338" y="25913"/>
                  </a:cubicBezTo>
                  <a:cubicBezTo>
                    <a:pt x="130880" y="23927"/>
                    <a:pt x="130663" y="21290"/>
                    <a:pt x="130446" y="18840"/>
                  </a:cubicBezTo>
                  <a:cubicBezTo>
                    <a:pt x="129825" y="12139"/>
                    <a:pt x="127964" y="4539"/>
                    <a:pt x="121977" y="1499"/>
                  </a:cubicBezTo>
                  <a:cubicBezTo>
                    <a:pt x="119805" y="413"/>
                    <a:pt x="117355" y="41"/>
                    <a:pt x="114935" y="10"/>
                  </a:cubicBezTo>
                  <a:cubicBezTo>
                    <a:pt x="114672" y="3"/>
                    <a:pt x="114410" y="0"/>
                    <a:pt x="114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3759950" y="2295450"/>
              <a:ext cx="1498825" cy="335050"/>
            </a:xfrm>
            <a:custGeom>
              <a:rect b="b" l="l" r="r" t="t"/>
              <a:pathLst>
                <a:path extrusionOk="0" h="13402" w="59953">
                  <a:moveTo>
                    <a:pt x="459" y="1"/>
                  </a:moveTo>
                  <a:cubicBezTo>
                    <a:pt x="235" y="1"/>
                    <a:pt x="1" y="174"/>
                    <a:pt x="1" y="441"/>
                  </a:cubicBezTo>
                  <a:cubicBezTo>
                    <a:pt x="32" y="4195"/>
                    <a:pt x="2762" y="7266"/>
                    <a:pt x="5616" y="9344"/>
                  </a:cubicBezTo>
                  <a:cubicBezTo>
                    <a:pt x="8687" y="11578"/>
                    <a:pt x="12378" y="12819"/>
                    <a:pt x="16101" y="13222"/>
                  </a:cubicBezTo>
                  <a:cubicBezTo>
                    <a:pt x="17166" y="13345"/>
                    <a:pt x="18226" y="13401"/>
                    <a:pt x="19280" y="13401"/>
                  </a:cubicBezTo>
                  <a:cubicBezTo>
                    <a:pt x="27772" y="13401"/>
                    <a:pt x="35934" y="9769"/>
                    <a:pt x="44268" y="8445"/>
                  </a:cubicBezTo>
                  <a:cubicBezTo>
                    <a:pt x="46366" y="8104"/>
                    <a:pt x="48530" y="7896"/>
                    <a:pt x="50667" y="7896"/>
                  </a:cubicBezTo>
                  <a:cubicBezTo>
                    <a:pt x="51058" y="7896"/>
                    <a:pt x="51448" y="7903"/>
                    <a:pt x="51837" y="7917"/>
                  </a:cubicBezTo>
                  <a:cubicBezTo>
                    <a:pt x="54319" y="8010"/>
                    <a:pt x="56770" y="8445"/>
                    <a:pt x="59190" y="9251"/>
                  </a:cubicBezTo>
                  <a:cubicBezTo>
                    <a:pt x="59236" y="9266"/>
                    <a:pt x="59280" y="9272"/>
                    <a:pt x="59322" y="9272"/>
                  </a:cubicBezTo>
                  <a:cubicBezTo>
                    <a:pt x="59737" y="9272"/>
                    <a:pt x="59953" y="8636"/>
                    <a:pt x="59531" y="8383"/>
                  </a:cubicBezTo>
                  <a:cubicBezTo>
                    <a:pt x="56360" y="6632"/>
                    <a:pt x="52628" y="5961"/>
                    <a:pt x="48981" y="5961"/>
                  </a:cubicBezTo>
                  <a:cubicBezTo>
                    <a:pt x="48169" y="5961"/>
                    <a:pt x="47361" y="5994"/>
                    <a:pt x="46564" y="6056"/>
                  </a:cubicBezTo>
                  <a:cubicBezTo>
                    <a:pt x="41942" y="6428"/>
                    <a:pt x="37443" y="7576"/>
                    <a:pt x="32945" y="8693"/>
                  </a:cubicBezTo>
                  <a:cubicBezTo>
                    <a:pt x="28447" y="9810"/>
                    <a:pt x="23670" y="10927"/>
                    <a:pt x="18924" y="10989"/>
                  </a:cubicBezTo>
                  <a:cubicBezTo>
                    <a:pt x="18853" y="10989"/>
                    <a:pt x="18782" y="10989"/>
                    <a:pt x="18711" y="10989"/>
                  </a:cubicBezTo>
                  <a:cubicBezTo>
                    <a:pt x="15093" y="10989"/>
                    <a:pt x="11540" y="10210"/>
                    <a:pt x="8345" y="8476"/>
                  </a:cubicBezTo>
                  <a:cubicBezTo>
                    <a:pt x="6639" y="7545"/>
                    <a:pt x="5119" y="6397"/>
                    <a:pt x="3847" y="4939"/>
                  </a:cubicBezTo>
                  <a:cubicBezTo>
                    <a:pt x="2575" y="3481"/>
                    <a:pt x="1707" y="1868"/>
                    <a:pt x="807" y="224"/>
                  </a:cubicBezTo>
                  <a:cubicBezTo>
                    <a:pt x="736" y="69"/>
                    <a:pt x="599" y="1"/>
                    <a:pt x="4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4891875" y="2194475"/>
              <a:ext cx="333875" cy="289800"/>
            </a:xfrm>
            <a:custGeom>
              <a:rect b="b" l="l" r="r" t="t"/>
              <a:pathLst>
                <a:path extrusionOk="0" h="11592" w="13355">
                  <a:moveTo>
                    <a:pt x="12763" y="1"/>
                  </a:moveTo>
                  <a:cubicBezTo>
                    <a:pt x="12598" y="1"/>
                    <a:pt x="12442" y="78"/>
                    <a:pt x="12361" y="261"/>
                  </a:cubicBezTo>
                  <a:cubicBezTo>
                    <a:pt x="11338" y="2712"/>
                    <a:pt x="9166" y="4604"/>
                    <a:pt x="7150" y="6248"/>
                  </a:cubicBezTo>
                  <a:cubicBezTo>
                    <a:pt x="4947" y="8017"/>
                    <a:pt x="2466" y="9382"/>
                    <a:pt x="201" y="11088"/>
                  </a:cubicBezTo>
                  <a:cubicBezTo>
                    <a:pt x="0" y="11260"/>
                    <a:pt x="91" y="11591"/>
                    <a:pt x="351" y="11591"/>
                  </a:cubicBezTo>
                  <a:cubicBezTo>
                    <a:pt x="372" y="11591"/>
                    <a:pt x="395" y="11589"/>
                    <a:pt x="418" y="11584"/>
                  </a:cubicBezTo>
                  <a:cubicBezTo>
                    <a:pt x="3427" y="10964"/>
                    <a:pt x="6002" y="9227"/>
                    <a:pt x="8391" y="7365"/>
                  </a:cubicBezTo>
                  <a:cubicBezTo>
                    <a:pt x="10531" y="5690"/>
                    <a:pt x="13323" y="3519"/>
                    <a:pt x="13354" y="541"/>
                  </a:cubicBezTo>
                  <a:cubicBezTo>
                    <a:pt x="13354" y="227"/>
                    <a:pt x="13045" y="1"/>
                    <a:pt x="127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3846000" y="2813900"/>
              <a:ext cx="1761675" cy="481075"/>
            </a:xfrm>
            <a:custGeom>
              <a:rect b="b" l="l" r="r" t="t"/>
              <a:pathLst>
                <a:path extrusionOk="0" h="19243" w="70467">
                  <a:moveTo>
                    <a:pt x="202" y="0"/>
                  </a:moveTo>
                  <a:cubicBezTo>
                    <a:pt x="96" y="0"/>
                    <a:pt x="1" y="113"/>
                    <a:pt x="64" y="239"/>
                  </a:cubicBezTo>
                  <a:cubicBezTo>
                    <a:pt x="1057" y="2256"/>
                    <a:pt x="2515" y="4024"/>
                    <a:pt x="4314" y="5358"/>
                  </a:cubicBezTo>
                  <a:cubicBezTo>
                    <a:pt x="6144" y="6692"/>
                    <a:pt x="8285" y="7685"/>
                    <a:pt x="10487" y="8274"/>
                  </a:cubicBezTo>
                  <a:cubicBezTo>
                    <a:pt x="13141" y="9020"/>
                    <a:pt x="15860" y="9256"/>
                    <a:pt x="18594" y="9256"/>
                  </a:cubicBezTo>
                  <a:cubicBezTo>
                    <a:pt x="21549" y="9256"/>
                    <a:pt x="24524" y="8980"/>
                    <a:pt x="27456" y="8770"/>
                  </a:cubicBezTo>
                  <a:cubicBezTo>
                    <a:pt x="29132" y="8651"/>
                    <a:pt x="30855" y="8588"/>
                    <a:pt x="32602" y="8588"/>
                  </a:cubicBezTo>
                  <a:cubicBezTo>
                    <a:pt x="36738" y="8588"/>
                    <a:pt x="41007" y="8938"/>
                    <a:pt x="45107" y="9701"/>
                  </a:cubicBezTo>
                  <a:cubicBezTo>
                    <a:pt x="47496" y="10135"/>
                    <a:pt x="50164" y="10508"/>
                    <a:pt x="51870" y="12400"/>
                  </a:cubicBezTo>
                  <a:cubicBezTo>
                    <a:pt x="52645" y="13268"/>
                    <a:pt x="53173" y="14292"/>
                    <a:pt x="53793" y="15254"/>
                  </a:cubicBezTo>
                  <a:cubicBezTo>
                    <a:pt x="54476" y="16247"/>
                    <a:pt x="55189" y="17177"/>
                    <a:pt x="56182" y="17891"/>
                  </a:cubicBezTo>
                  <a:cubicBezTo>
                    <a:pt x="57455" y="18813"/>
                    <a:pt x="59058" y="19242"/>
                    <a:pt x="60663" y="19242"/>
                  </a:cubicBezTo>
                  <a:cubicBezTo>
                    <a:pt x="61757" y="19242"/>
                    <a:pt x="62851" y="19043"/>
                    <a:pt x="63844" y="18666"/>
                  </a:cubicBezTo>
                  <a:cubicBezTo>
                    <a:pt x="65209" y="18170"/>
                    <a:pt x="66419" y="17363"/>
                    <a:pt x="67505" y="16433"/>
                  </a:cubicBezTo>
                  <a:cubicBezTo>
                    <a:pt x="68032" y="15967"/>
                    <a:pt x="68528" y="15502"/>
                    <a:pt x="68963" y="14975"/>
                  </a:cubicBezTo>
                  <a:cubicBezTo>
                    <a:pt x="69459" y="14416"/>
                    <a:pt x="69831" y="13796"/>
                    <a:pt x="70235" y="13175"/>
                  </a:cubicBezTo>
                  <a:cubicBezTo>
                    <a:pt x="70466" y="12804"/>
                    <a:pt x="70126" y="12399"/>
                    <a:pt x="69772" y="12399"/>
                  </a:cubicBezTo>
                  <a:cubicBezTo>
                    <a:pt x="69652" y="12399"/>
                    <a:pt x="69530" y="12445"/>
                    <a:pt x="69428" y="12555"/>
                  </a:cubicBezTo>
                  <a:cubicBezTo>
                    <a:pt x="69056" y="12989"/>
                    <a:pt x="68590" y="13331"/>
                    <a:pt x="68187" y="13734"/>
                  </a:cubicBezTo>
                  <a:cubicBezTo>
                    <a:pt x="67722" y="14199"/>
                    <a:pt x="67287" y="14633"/>
                    <a:pt x="66791" y="15037"/>
                  </a:cubicBezTo>
                  <a:cubicBezTo>
                    <a:pt x="65923" y="15781"/>
                    <a:pt x="64899" y="16433"/>
                    <a:pt x="63813" y="16836"/>
                  </a:cubicBezTo>
                  <a:cubicBezTo>
                    <a:pt x="62870" y="17189"/>
                    <a:pt x="61844" y="17396"/>
                    <a:pt x="60830" y="17396"/>
                  </a:cubicBezTo>
                  <a:cubicBezTo>
                    <a:pt x="59708" y="17396"/>
                    <a:pt x="58601" y="17143"/>
                    <a:pt x="57640" y="16557"/>
                  </a:cubicBezTo>
                  <a:cubicBezTo>
                    <a:pt x="55779" y="15409"/>
                    <a:pt x="54941" y="13020"/>
                    <a:pt x="53576" y="11314"/>
                  </a:cubicBezTo>
                  <a:cubicBezTo>
                    <a:pt x="51963" y="9298"/>
                    <a:pt x="49574" y="8491"/>
                    <a:pt x="47155" y="7933"/>
                  </a:cubicBezTo>
                  <a:cubicBezTo>
                    <a:pt x="42453" y="6925"/>
                    <a:pt x="37622" y="6413"/>
                    <a:pt x="32806" y="6413"/>
                  </a:cubicBezTo>
                  <a:cubicBezTo>
                    <a:pt x="31838" y="6413"/>
                    <a:pt x="30872" y="6433"/>
                    <a:pt x="29907" y="6475"/>
                  </a:cubicBezTo>
                  <a:cubicBezTo>
                    <a:pt x="25659" y="6637"/>
                    <a:pt x="21394" y="7251"/>
                    <a:pt x="17138" y="7251"/>
                  </a:cubicBezTo>
                  <a:cubicBezTo>
                    <a:pt x="15705" y="7251"/>
                    <a:pt x="14274" y="7182"/>
                    <a:pt x="12845" y="7002"/>
                  </a:cubicBezTo>
                  <a:cubicBezTo>
                    <a:pt x="10456" y="6692"/>
                    <a:pt x="8037" y="6009"/>
                    <a:pt x="5896" y="4924"/>
                  </a:cubicBezTo>
                  <a:cubicBezTo>
                    <a:pt x="3756" y="3838"/>
                    <a:pt x="1646" y="2225"/>
                    <a:pt x="343" y="84"/>
                  </a:cubicBezTo>
                  <a:cubicBezTo>
                    <a:pt x="304" y="25"/>
                    <a:pt x="251" y="0"/>
                    <a:pt x="2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4839825" y="2745525"/>
              <a:ext cx="275150" cy="249175"/>
            </a:xfrm>
            <a:custGeom>
              <a:rect b="b" l="l" r="r" t="t"/>
              <a:pathLst>
                <a:path extrusionOk="0" h="9967" w="11006">
                  <a:moveTo>
                    <a:pt x="10378" y="0"/>
                  </a:moveTo>
                  <a:cubicBezTo>
                    <a:pt x="10262" y="0"/>
                    <a:pt x="10143" y="54"/>
                    <a:pt x="10038" y="183"/>
                  </a:cubicBezTo>
                  <a:cubicBezTo>
                    <a:pt x="8518" y="1920"/>
                    <a:pt x="7153" y="3781"/>
                    <a:pt x="5478" y="5363"/>
                  </a:cubicBezTo>
                  <a:cubicBezTo>
                    <a:pt x="4610" y="6139"/>
                    <a:pt x="3772" y="6914"/>
                    <a:pt x="2841" y="7597"/>
                  </a:cubicBezTo>
                  <a:cubicBezTo>
                    <a:pt x="1911" y="8310"/>
                    <a:pt x="1073" y="9117"/>
                    <a:pt x="81" y="9768"/>
                  </a:cubicBezTo>
                  <a:cubicBezTo>
                    <a:pt x="0" y="9822"/>
                    <a:pt x="35" y="9967"/>
                    <a:pt x="125" y="9967"/>
                  </a:cubicBezTo>
                  <a:cubicBezTo>
                    <a:pt x="140" y="9967"/>
                    <a:pt x="156" y="9963"/>
                    <a:pt x="174" y="9954"/>
                  </a:cubicBezTo>
                  <a:cubicBezTo>
                    <a:pt x="1259" y="9582"/>
                    <a:pt x="2438" y="9179"/>
                    <a:pt x="3400" y="8589"/>
                  </a:cubicBezTo>
                  <a:cubicBezTo>
                    <a:pt x="4424" y="7969"/>
                    <a:pt x="5447" y="7255"/>
                    <a:pt x="6347" y="6449"/>
                  </a:cubicBezTo>
                  <a:cubicBezTo>
                    <a:pt x="8146" y="4867"/>
                    <a:pt x="9883" y="3037"/>
                    <a:pt x="10845" y="803"/>
                  </a:cubicBezTo>
                  <a:cubicBezTo>
                    <a:pt x="11006" y="436"/>
                    <a:pt x="10707" y="0"/>
                    <a:pt x="10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3338900" y="3198925"/>
              <a:ext cx="248475" cy="136375"/>
            </a:xfrm>
            <a:custGeom>
              <a:rect b="b" l="l" r="r" t="t"/>
              <a:pathLst>
                <a:path extrusionOk="0" h="5455" w="9939">
                  <a:moveTo>
                    <a:pt x="9520" y="1"/>
                  </a:moveTo>
                  <a:cubicBezTo>
                    <a:pt x="9500" y="1"/>
                    <a:pt x="9480" y="3"/>
                    <a:pt x="9460" y="8"/>
                  </a:cubicBezTo>
                  <a:cubicBezTo>
                    <a:pt x="8622" y="256"/>
                    <a:pt x="7846" y="535"/>
                    <a:pt x="7040" y="908"/>
                  </a:cubicBezTo>
                  <a:cubicBezTo>
                    <a:pt x="6233" y="1280"/>
                    <a:pt x="5489" y="1683"/>
                    <a:pt x="4744" y="2086"/>
                  </a:cubicBezTo>
                  <a:cubicBezTo>
                    <a:pt x="3193" y="2862"/>
                    <a:pt x="1642" y="3606"/>
                    <a:pt x="308" y="4723"/>
                  </a:cubicBezTo>
                  <a:cubicBezTo>
                    <a:pt x="0" y="4975"/>
                    <a:pt x="273" y="5454"/>
                    <a:pt x="603" y="5454"/>
                  </a:cubicBezTo>
                  <a:cubicBezTo>
                    <a:pt x="639" y="5454"/>
                    <a:pt x="675" y="5449"/>
                    <a:pt x="711" y="5437"/>
                  </a:cubicBezTo>
                  <a:cubicBezTo>
                    <a:pt x="2387" y="4940"/>
                    <a:pt x="3876" y="4072"/>
                    <a:pt x="5427" y="3234"/>
                  </a:cubicBezTo>
                  <a:cubicBezTo>
                    <a:pt x="6171" y="2831"/>
                    <a:pt x="6916" y="2428"/>
                    <a:pt x="7660" y="1993"/>
                  </a:cubicBezTo>
                  <a:cubicBezTo>
                    <a:pt x="8374" y="1528"/>
                    <a:pt x="9056" y="1032"/>
                    <a:pt x="9739" y="473"/>
                  </a:cubicBezTo>
                  <a:cubicBezTo>
                    <a:pt x="9938" y="302"/>
                    <a:pt x="9745" y="1"/>
                    <a:pt x="9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2943325" y="2729025"/>
              <a:ext cx="655925" cy="1093775"/>
            </a:xfrm>
            <a:custGeom>
              <a:rect b="b" l="l" r="r" t="t"/>
              <a:pathLst>
                <a:path extrusionOk="0" h="43751" w="26237">
                  <a:moveTo>
                    <a:pt x="372" y="1"/>
                  </a:moveTo>
                  <a:cubicBezTo>
                    <a:pt x="269" y="1"/>
                    <a:pt x="226" y="135"/>
                    <a:pt x="310" y="191"/>
                  </a:cubicBezTo>
                  <a:cubicBezTo>
                    <a:pt x="2327" y="1494"/>
                    <a:pt x="4219" y="3014"/>
                    <a:pt x="5832" y="4751"/>
                  </a:cubicBezTo>
                  <a:cubicBezTo>
                    <a:pt x="7476" y="6488"/>
                    <a:pt x="8748" y="8257"/>
                    <a:pt x="9493" y="10428"/>
                  </a:cubicBezTo>
                  <a:cubicBezTo>
                    <a:pt x="10144" y="12351"/>
                    <a:pt x="10330" y="14492"/>
                    <a:pt x="9865" y="16508"/>
                  </a:cubicBezTo>
                  <a:cubicBezTo>
                    <a:pt x="9369" y="18494"/>
                    <a:pt x="8221" y="20200"/>
                    <a:pt x="6515" y="21441"/>
                  </a:cubicBezTo>
                  <a:cubicBezTo>
                    <a:pt x="4560" y="22837"/>
                    <a:pt x="2389" y="24016"/>
                    <a:pt x="1241" y="26218"/>
                  </a:cubicBezTo>
                  <a:cubicBezTo>
                    <a:pt x="93" y="28421"/>
                    <a:pt x="0" y="30933"/>
                    <a:pt x="683" y="33229"/>
                  </a:cubicBezTo>
                  <a:cubicBezTo>
                    <a:pt x="2078" y="37789"/>
                    <a:pt x="6266" y="41077"/>
                    <a:pt x="10640" y="42628"/>
                  </a:cubicBezTo>
                  <a:cubicBezTo>
                    <a:pt x="12636" y="43355"/>
                    <a:pt x="14841" y="43750"/>
                    <a:pt x="17045" y="43750"/>
                  </a:cubicBezTo>
                  <a:cubicBezTo>
                    <a:pt x="20013" y="43750"/>
                    <a:pt x="22981" y="43034"/>
                    <a:pt x="25438" y="41450"/>
                  </a:cubicBezTo>
                  <a:cubicBezTo>
                    <a:pt x="26237" y="40943"/>
                    <a:pt x="25755" y="39934"/>
                    <a:pt x="24994" y="39934"/>
                  </a:cubicBezTo>
                  <a:cubicBezTo>
                    <a:pt x="24869" y="39934"/>
                    <a:pt x="24736" y="39961"/>
                    <a:pt x="24600" y="40023"/>
                  </a:cubicBezTo>
                  <a:cubicBezTo>
                    <a:pt x="22051" y="41187"/>
                    <a:pt x="19320" y="41844"/>
                    <a:pt x="16567" y="41844"/>
                  </a:cubicBezTo>
                  <a:cubicBezTo>
                    <a:pt x="15065" y="41844"/>
                    <a:pt x="13557" y="41649"/>
                    <a:pt x="12067" y="41232"/>
                  </a:cubicBezTo>
                  <a:cubicBezTo>
                    <a:pt x="7848" y="40054"/>
                    <a:pt x="3692" y="37045"/>
                    <a:pt x="2420" y="32733"/>
                  </a:cubicBezTo>
                  <a:cubicBezTo>
                    <a:pt x="1768" y="30623"/>
                    <a:pt x="1985" y="28266"/>
                    <a:pt x="3257" y="26435"/>
                  </a:cubicBezTo>
                  <a:cubicBezTo>
                    <a:pt x="4560" y="24636"/>
                    <a:pt x="6918" y="23643"/>
                    <a:pt x="8624" y="22216"/>
                  </a:cubicBezTo>
                  <a:cubicBezTo>
                    <a:pt x="12036" y="19300"/>
                    <a:pt x="12719" y="14275"/>
                    <a:pt x="11323" y="10211"/>
                  </a:cubicBezTo>
                  <a:cubicBezTo>
                    <a:pt x="10516" y="7791"/>
                    <a:pt x="8934" y="5527"/>
                    <a:pt x="7011" y="3914"/>
                  </a:cubicBezTo>
                  <a:cubicBezTo>
                    <a:pt x="5088" y="2270"/>
                    <a:pt x="2761" y="998"/>
                    <a:pt x="403" y="5"/>
                  </a:cubicBezTo>
                  <a:cubicBezTo>
                    <a:pt x="392" y="2"/>
                    <a:pt x="382" y="1"/>
                    <a:pt x="3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2764775" y="3405675"/>
              <a:ext cx="207550" cy="66200"/>
            </a:xfrm>
            <a:custGeom>
              <a:rect b="b" l="l" r="r" t="t"/>
              <a:pathLst>
                <a:path extrusionOk="0" h="2648" w="8302">
                  <a:moveTo>
                    <a:pt x="617" y="0"/>
                  </a:moveTo>
                  <a:cubicBezTo>
                    <a:pt x="272" y="0"/>
                    <a:pt x="1" y="404"/>
                    <a:pt x="193" y="734"/>
                  </a:cubicBezTo>
                  <a:cubicBezTo>
                    <a:pt x="1000" y="2006"/>
                    <a:pt x="2582" y="2440"/>
                    <a:pt x="4009" y="2595"/>
                  </a:cubicBezTo>
                  <a:cubicBezTo>
                    <a:pt x="4276" y="2630"/>
                    <a:pt x="4540" y="2648"/>
                    <a:pt x="4802" y="2648"/>
                  </a:cubicBezTo>
                  <a:cubicBezTo>
                    <a:pt x="5239" y="2648"/>
                    <a:pt x="5672" y="2599"/>
                    <a:pt x="6118" y="2502"/>
                  </a:cubicBezTo>
                  <a:cubicBezTo>
                    <a:pt x="6801" y="2347"/>
                    <a:pt x="7421" y="2037"/>
                    <a:pt x="8011" y="1634"/>
                  </a:cubicBezTo>
                  <a:cubicBezTo>
                    <a:pt x="8302" y="1430"/>
                    <a:pt x="8156" y="1008"/>
                    <a:pt x="7829" y="1008"/>
                  </a:cubicBezTo>
                  <a:cubicBezTo>
                    <a:pt x="7808" y="1008"/>
                    <a:pt x="7785" y="1010"/>
                    <a:pt x="7762" y="1013"/>
                  </a:cubicBezTo>
                  <a:cubicBezTo>
                    <a:pt x="7173" y="1137"/>
                    <a:pt x="6584" y="1200"/>
                    <a:pt x="5994" y="1231"/>
                  </a:cubicBezTo>
                  <a:cubicBezTo>
                    <a:pt x="5779" y="1242"/>
                    <a:pt x="5559" y="1249"/>
                    <a:pt x="5338" y="1249"/>
                  </a:cubicBezTo>
                  <a:cubicBezTo>
                    <a:pt x="4955" y="1249"/>
                    <a:pt x="4569" y="1227"/>
                    <a:pt x="4195" y="1168"/>
                  </a:cubicBezTo>
                  <a:cubicBezTo>
                    <a:pt x="2985" y="982"/>
                    <a:pt x="1930" y="362"/>
                    <a:pt x="752" y="21"/>
                  </a:cubicBezTo>
                  <a:cubicBezTo>
                    <a:pt x="706" y="7"/>
                    <a:pt x="661" y="0"/>
                    <a:pt x="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2664425" y="3538525"/>
              <a:ext cx="308100" cy="98475"/>
            </a:xfrm>
            <a:custGeom>
              <a:rect b="b" l="l" r="r" t="t"/>
              <a:pathLst>
                <a:path extrusionOk="0" h="3939" w="12324">
                  <a:moveTo>
                    <a:pt x="12080" y="1"/>
                  </a:moveTo>
                  <a:cubicBezTo>
                    <a:pt x="12062" y="1"/>
                    <a:pt x="12043" y="4"/>
                    <a:pt x="12025" y="11"/>
                  </a:cubicBezTo>
                  <a:cubicBezTo>
                    <a:pt x="11156" y="353"/>
                    <a:pt x="10287" y="601"/>
                    <a:pt x="9419" y="911"/>
                  </a:cubicBezTo>
                  <a:cubicBezTo>
                    <a:pt x="8581" y="1252"/>
                    <a:pt x="7620" y="1562"/>
                    <a:pt x="6658" y="1749"/>
                  </a:cubicBezTo>
                  <a:cubicBezTo>
                    <a:pt x="6064" y="1855"/>
                    <a:pt x="5456" y="1903"/>
                    <a:pt x="4844" y="1903"/>
                  </a:cubicBezTo>
                  <a:cubicBezTo>
                    <a:pt x="4560" y="1903"/>
                    <a:pt x="4275" y="1892"/>
                    <a:pt x="3990" y="1873"/>
                  </a:cubicBezTo>
                  <a:cubicBezTo>
                    <a:pt x="3059" y="1811"/>
                    <a:pt x="2067" y="1749"/>
                    <a:pt x="1136" y="1624"/>
                  </a:cubicBezTo>
                  <a:cubicBezTo>
                    <a:pt x="1091" y="1617"/>
                    <a:pt x="1046" y="1613"/>
                    <a:pt x="1003" y="1613"/>
                  </a:cubicBezTo>
                  <a:cubicBezTo>
                    <a:pt x="368" y="1613"/>
                    <a:pt x="1" y="2428"/>
                    <a:pt x="640" y="2834"/>
                  </a:cubicBezTo>
                  <a:cubicBezTo>
                    <a:pt x="1601" y="3424"/>
                    <a:pt x="2563" y="3765"/>
                    <a:pt x="3711" y="3889"/>
                  </a:cubicBezTo>
                  <a:cubicBezTo>
                    <a:pt x="4023" y="3924"/>
                    <a:pt x="4337" y="3939"/>
                    <a:pt x="4652" y="3939"/>
                  </a:cubicBezTo>
                  <a:cubicBezTo>
                    <a:pt x="5464" y="3939"/>
                    <a:pt x="6279" y="3837"/>
                    <a:pt x="7061" y="3703"/>
                  </a:cubicBezTo>
                  <a:cubicBezTo>
                    <a:pt x="8147" y="3486"/>
                    <a:pt x="9140" y="3176"/>
                    <a:pt x="10070" y="2617"/>
                  </a:cubicBezTo>
                  <a:cubicBezTo>
                    <a:pt x="11063" y="2059"/>
                    <a:pt x="11683" y="1283"/>
                    <a:pt x="12242" y="322"/>
                  </a:cubicBezTo>
                  <a:cubicBezTo>
                    <a:pt x="12324" y="185"/>
                    <a:pt x="12213" y="1"/>
                    <a:pt x="12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3155025" y="3796025"/>
              <a:ext cx="141175" cy="283500"/>
            </a:xfrm>
            <a:custGeom>
              <a:rect b="b" l="l" r="r" t="t"/>
              <a:pathLst>
                <a:path extrusionOk="0" h="11340" w="5647">
                  <a:moveTo>
                    <a:pt x="2606" y="0"/>
                  </a:moveTo>
                  <a:cubicBezTo>
                    <a:pt x="2391" y="0"/>
                    <a:pt x="2190" y="246"/>
                    <a:pt x="2328" y="476"/>
                  </a:cubicBezTo>
                  <a:cubicBezTo>
                    <a:pt x="3289" y="2244"/>
                    <a:pt x="4189" y="4478"/>
                    <a:pt x="3661" y="6525"/>
                  </a:cubicBezTo>
                  <a:cubicBezTo>
                    <a:pt x="3475" y="7301"/>
                    <a:pt x="3072" y="8076"/>
                    <a:pt x="2545" y="8665"/>
                  </a:cubicBezTo>
                  <a:cubicBezTo>
                    <a:pt x="1955" y="9286"/>
                    <a:pt x="1180" y="9689"/>
                    <a:pt x="466" y="10123"/>
                  </a:cubicBezTo>
                  <a:cubicBezTo>
                    <a:pt x="1" y="10372"/>
                    <a:pt x="63" y="11147"/>
                    <a:pt x="590" y="11271"/>
                  </a:cubicBezTo>
                  <a:cubicBezTo>
                    <a:pt x="800" y="11318"/>
                    <a:pt x="1006" y="11340"/>
                    <a:pt x="1208" y="11340"/>
                  </a:cubicBezTo>
                  <a:cubicBezTo>
                    <a:pt x="3300" y="11340"/>
                    <a:pt x="4901" y="8979"/>
                    <a:pt x="5213" y="7083"/>
                  </a:cubicBezTo>
                  <a:cubicBezTo>
                    <a:pt x="5647" y="4478"/>
                    <a:pt x="4499" y="2027"/>
                    <a:pt x="2824" y="104"/>
                  </a:cubicBezTo>
                  <a:cubicBezTo>
                    <a:pt x="2759" y="31"/>
                    <a:pt x="2682" y="0"/>
                    <a:pt x="2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3667175" y="3523450"/>
              <a:ext cx="451375" cy="203750"/>
            </a:xfrm>
            <a:custGeom>
              <a:rect b="b" l="l" r="r" t="t"/>
              <a:pathLst>
                <a:path extrusionOk="0" h="8150" w="18055">
                  <a:moveTo>
                    <a:pt x="3558" y="0"/>
                  </a:moveTo>
                  <a:cubicBezTo>
                    <a:pt x="2313" y="0"/>
                    <a:pt x="995" y="364"/>
                    <a:pt x="51" y="1173"/>
                  </a:cubicBezTo>
                  <a:cubicBezTo>
                    <a:pt x="0" y="1223"/>
                    <a:pt x="33" y="1274"/>
                    <a:pt x="80" y="1274"/>
                  </a:cubicBezTo>
                  <a:cubicBezTo>
                    <a:pt x="90" y="1274"/>
                    <a:pt x="102" y="1272"/>
                    <a:pt x="113" y="1266"/>
                  </a:cubicBezTo>
                  <a:cubicBezTo>
                    <a:pt x="790" y="907"/>
                    <a:pt x="1515" y="775"/>
                    <a:pt x="2252" y="775"/>
                  </a:cubicBezTo>
                  <a:cubicBezTo>
                    <a:pt x="3170" y="775"/>
                    <a:pt x="4105" y="980"/>
                    <a:pt x="4984" y="1204"/>
                  </a:cubicBezTo>
                  <a:cubicBezTo>
                    <a:pt x="6566" y="1576"/>
                    <a:pt x="8117" y="2072"/>
                    <a:pt x="9606" y="2724"/>
                  </a:cubicBezTo>
                  <a:cubicBezTo>
                    <a:pt x="11095" y="3344"/>
                    <a:pt x="12460" y="4089"/>
                    <a:pt x="13732" y="5019"/>
                  </a:cubicBezTo>
                  <a:cubicBezTo>
                    <a:pt x="14352" y="5485"/>
                    <a:pt x="14941" y="5981"/>
                    <a:pt x="15500" y="6508"/>
                  </a:cubicBezTo>
                  <a:cubicBezTo>
                    <a:pt x="15810" y="6788"/>
                    <a:pt x="16089" y="7098"/>
                    <a:pt x="16337" y="7408"/>
                  </a:cubicBezTo>
                  <a:cubicBezTo>
                    <a:pt x="16648" y="7749"/>
                    <a:pt x="16896" y="7904"/>
                    <a:pt x="17299" y="8091"/>
                  </a:cubicBezTo>
                  <a:cubicBezTo>
                    <a:pt x="17387" y="8131"/>
                    <a:pt x="17473" y="8149"/>
                    <a:pt x="17553" y="8149"/>
                  </a:cubicBezTo>
                  <a:cubicBezTo>
                    <a:pt x="17842" y="8149"/>
                    <a:pt x="18054" y="7910"/>
                    <a:pt x="17981" y="7594"/>
                  </a:cubicBezTo>
                  <a:cubicBezTo>
                    <a:pt x="17950" y="7222"/>
                    <a:pt x="17888" y="6943"/>
                    <a:pt x="17640" y="6633"/>
                  </a:cubicBezTo>
                  <a:cubicBezTo>
                    <a:pt x="17392" y="6353"/>
                    <a:pt x="17175" y="6105"/>
                    <a:pt x="16927" y="5857"/>
                  </a:cubicBezTo>
                  <a:cubicBezTo>
                    <a:pt x="16461" y="5361"/>
                    <a:pt x="15996" y="4926"/>
                    <a:pt x="15469" y="4523"/>
                  </a:cubicBezTo>
                  <a:cubicBezTo>
                    <a:pt x="14383" y="3654"/>
                    <a:pt x="13204" y="2910"/>
                    <a:pt x="11963" y="2321"/>
                  </a:cubicBezTo>
                  <a:cubicBezTo>
                    <a:pt x="9513" y="1111"/>
                    <a:pt x="6814" y="273"/>
                    <a:pt x="4115" y="25"/>
                  </a:cubicBezTo>
                  <a:cubicBezTo>
                    <a:pt x="3932" y="9"/>
                    <a:pt x="3746" y="0"/>
                    <a:pt x="35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4008925" y="3408450"/>
              <a:ext cx="931425" cy="224200"/>
            </a:xfrm>
            <a:custGeom>
              <a:rect b="b" l="l" r="r" t="t"/>
              <a:pathLst>
                <a:path extrusionOk="0" h="8968" w="37257">
                  <a:moveTo>
                    <a:pt x="22222" y="1"/>
                  </a:moveTo>
                  <a:cubicBezTo>
                    <a:pt x="22115" y="1"/>
                    <a:pt x="22008" y="1"/>
                    <a:pt x="21901" y="3"/>
                  </a:cubicBezTo>
                  <a:cubicBezTo>
                    <a:pt x="16844" y="34"/>
                    <a:pt x="11695" y="1430"/>
                    <a:pt x="7259" y="3787"/>
                  </a:cubicBezTo>
                  <a:cubicBezTo>
                    <a:pt x="4715" y="5152"/>
                    <a:pt x="2388" y="6796"/>
                    <a:pt x="155" y="8627"/>
                  </a:cubicBezTo>
                  <a:cubicBezTo>
                    <a:pt x="1" y="8755"/>
                    <a:pt x="144" y="8968"/>
                    <a:pt x="303" y="8968"/>
                  </a:cubicBezTo>
                  <a:cubicBezTo>
                    <a:pt x="336" y="8968"/>
                    <a:pt x="370" y="8958"/>
                    <a:pt x="403" y="8937"/>
                  </a:cubicBezTo>
                  <a:cubicBezTo>
                    <a:pt x="2512" y="7665"/>
                    <a:pt x="4746" y="6548"/>
                    <a:pt x="6979" y="5525"/>
                  </a:cubicBezTo>
                  <a:cubicBezTo>
                    <a:pt x="9244" y="4501"/>
                    <a:pt x="11508" y="3632"/>
                    <a:pt x="13866" y="2981"/>
                  </a:cubicBezTo>
                  <a:cubicBezTo>
                    <a:pt x="16423" y="2299"/>
                    <a:pt x="19083" y="1917"/>
                    <a:pt x="21733" y="1917"/>
                  </a:cubicBezTo>
                  <a:cubicBezTo>
                    <a:pt x="23905" y="1917"/>
                    <a:pt x="26071" y="2174"/>
                    <a:pt x="28167" y="2733"/>
                  </a:cubicBezTo>
                  <a:cubicBezTo>
                    <a:pt x="29470" y="3074"/>
                    <a:pt x="30711" y="3539"/>
                    <a:pt x="31921" y="4129"/>
                  </a:cubicBezTo>
                  <a:cubicBezTo>
                    <a:pt x="32541" y="4408"/>
                    <a:pt x="33161" y="4749"/>
                    <a:pt x="33782" y="5028"/>
                  </a:cubicBezTo>
                  <a:cubicBezTo>
                    <a:pt x="34470" y="5358"/>
                    <a:pt x="35084" y="5664"/>
                    <a:pt x="35821" y="5664"/>
                  </a:cubicBezTo>
                  <a:cubicBezTo>
                    <a:pt x="35914" y="5664"/>
                    <a:pt x="36010" y="5659"/>
                    <a:pt x="36108" y="5649"/>
                  </a:cubicBezTo>
                  <a:cubicBezTo>
                    <a:pt x="36729" y="5587"/>
                    <a:pt x="37256" y="4780"/>
                    <a:pt x="36667" y="4253"/>
                  </a:cubicBezTo>
                  <a:cubicBezTo>
                    <a:pt x="36419" y="4036"/>
                    <a:pt x="36139" y="3787"/>
                    <a:pt x="35829" y="3632"/>
                  </a:cubicBezTo>
                  <a:cubicBezTo>
                    <a:pt x="35550" y="3508"/>
                    <a:pt x="35271" y="3415"/>
                    <a:pt x="35023" y="3291"/>
                  </a:cubicBezTo>
                  <a:cubicBezTo>
                    <a:pt x="34371" y="3012"/>
                    <a:pt x="33751" y="2702"/>
                    <a:pt x="33130" y="2391"/>
                  </a:cubicBezTo>
                  <a:cubicBezTo>
                    <a:pt x="31952" y="1864"/>
                    <a:pt x="30773" y="1399"/>
                    <a:pt x="29532" y="1026"/>
                  </a:cubicBezTo>
                  <a:cubicBezTo>
                    <a:pt x="27154" y="343"/>
                    <a:pt x="24690" y="1"/>
                    <a:pt x="22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4700325" y="3225075"/>
              <a:ext cx="310400" cy="214675"/>
            </a:xfrm>
            <a:custGeom>
              <a:rect b="b" l="l" r="r" t="t"/>
              <a:pathLst>
                <a:path extrusionOk="0" h="8587" w="12416">
                  <a:moveTo>
                    <a:pt x="11526" y="1"/>
                  </a:moveTo>
                  <a:cubicBezTo>
                    <a:pt x="11420" y="1"/>
                    <a:pt x="11313" y="34"/>
                    <a:pt x="11213" y="110"/>
                  </a:cubicBezTo>
                  <a:cubicBezTo>
                    <a:pt x="9383" y="1475"/>
                    <a:pt x="7770" y="3119"/>
                    <a:pt x="5909" y="4484"/>
                  </a:cubicBezTo>
                  <a:cubicBezTo>
                    <a:pt x="4078" y="5818"/>
                    <a:pt x="2186" y="7121"/>
                    <a:pt x="170" y="8237"/>
                  </a:cubicBezTo>
                  <a:cubicBezTo>
                    <a:pt x="0" y="8322"/>
                    <a:pt x="88" y="8587"/>
                    <a:pt x="269" y="8587"/>
                  </a:cubicBezTo>
                  <a:cubicBezTo>
                    <a:pt x="287" y="8587"/>
                    <a:pt x="305" y="8584"/>
                    <a:pt x="325" y="8579"/>
                  </a:cubicBezTo>
                  <a:cubicBezTo>
                    <a:pt x="2589" y="7958"/>
                    <a:pt x="4792" y="7090"/>
                    <a:pt x="6777" y="5787"/>
                  </a:cubicBezTo>
                  <a:cubicBezTo>
                    <a:pt x="8763" y="4484"/>
                    <a:pt x="10810" y="3026"/>
                    <a:pt x="12113" y="1040"/>
                  </a:cubicBezTo>
                  <a:cubicBezTo>
                    <a:pt x="12415" y="612"/>
                    <a:pt x="11982" y="1"/>
                    <a:pt x="11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4770475" y="3426825"/>
              <a:ext cx="704200" cy="282025"/>
            </a:xfrm>
            <a:custGeom>
              <a:rect b="b" l="l" r="r" t="t"/>
              <a:pathLst>
                <a:path extrusionOk="0" h="11281" w="28168">
                  <a:moveTo>
                    <a:pt x="9184" y="1"/>
                  </a:moveTo>
                  <a:cubicBezTo>
                    <a:pt x="8821" y="1"/>
                    <a:pt x="8459" y="5"/>
                    <a:pt x="8097" y="12"/>
                  </a:cubicBezTo>
                  <a:cubicBezTo>
                    <a:pt x="5429" y="74"/>
                    <a:pt x="2823" y="385"/>
                    <a:pt x="187" y="788"/>
                  </a:cubicBezTo>
                  <a:cubicBezTo>
                    <a:pt x="1" y="819"/>
                    <a:pt x="63" y="1098"/>
                    <a:pt x="249" y="1129"/>
                  </a:cubicBezTo>
                  <a:lnTo>
                    <a:pt x="249" y="1098"/>
                  </a:lnTo>
                  <a:cubicBezTo>
                    <a:pt x="2482" y="1377"/>
                    <a:pt x="4716" y="1594"/>
                    <a:pt x="6949" y="1625"/>
                  </a:cubicBezTo>
                  <a:cubicBezTo>
                    <a:pt x="9152" y="1656"/>
                    <a:pt x="11385" y="1718"/>
                    <a:pt x="13588" y="1998"/>
                  </a:cubicBezTo>
                  <a:cubicBezTo>
                    <a:pt x="17217" y="2463"/>
                    <a:pt x="21033" y="3673"/>
                    <a:pt x="23763" y="6279"/>
                  </a:cubicBezTo>
                  <a:cubicBezTo>
                    <a:pt x="24476" y="6930"/>
                    <a:pt x="25097" y="7706"/>
                    <a:pt x="25531" y="8605"/>
                  </a:cubicBezTo>
                  <a:cubicBezTo>
                    <a:pt x="25965" y="9474"/>
                    <a:pt x="25903" y="10622"/>
                    <a:pt x="26741" y="11211"/>
                  </a:cubicBezTo>
                  <a:cubicBezTo>
                    <a:pt x="26803" y="11258"/>
                    <a:pt x="26896" y="11281"/>
                    <a:pt x="26993" y="11281"/>
                  </a:cubicBezTo>
                  <a:cubicBezTo>
                    <a:pt x="27090" y="11281"/>
                    <a:pt x="27191" y="11258"/>
                    <a:pt x="27268" y="11211"/>
                  </a:cubicBezTo>
                  <a:cubicBezTo>
                    <a:pt x="28168" y="10560"/>
                    <a:pt x="27858" y="9319"/>
                    <a:pt x="27517" y="8419"/>
                  </a:cubicBezTo>
                  <a:cubicBezTo>
                    <a:pt x="27144" y="7488"/>
                    <a:pt x="26586" y="6620"/>
                    <a:pt x="25934" y="5844"/>
                  </a:cubicBezTo>
                  <a:cubicBezTo>
                    <a:pt x="24632" y="4324"/>
                    <a:pt x="22894" y="3145"/>
                    <a:pt x="21064" y="2277"/>
                  </a:cubicBezTo>
                  <a:cubicBezTo>
                    <a:pt x="17362" y="511"/>
                    <a:pt x="13242" y="1"/>
                    <a:pt x="9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3387100" y="3004200"/>
              <a:ext cx="807425" cy="232800"/>
            </a:xfrm>
            <a:custGeom>
              <a:rect b="b" l="l" r="r" t="t"/>
              <a:pathLst>
                <a:path extrusionOk="0" h="9312" w="32297">
                  <a:moveTo>
                    <a:pt x="31447" y="0"/>
                  </a:moveTo>
                  <a:cubicBezTo>
                    <a:pt x="31407" y="0"/>
                    <a:pt x="31367" y="4"/>
                    <a:pt x="31325" y="11"/>
                  </a:cubicBezTo>
                  <a:cubicBezTo>
                    <a:pt x="30332" y="228"/>
                    <a:pt x="29402" y="1034"/>
                    <a:pt x="28564" y="1562"/>
                  </a:cubicBezTo>
                  <a:cubicBezTo>
                    <a:pt x="27664" y="2120"/>
                    <a:pt x="26765" y="2678"/>
                    <a:pt x="25834" y="3206"/>
                  </a:cubicBezTo>
                  <a:cubicBezTo>
                    <a:pt x="24066" y="4229"/>
                    <a:pt x="22174" y="5129"/>
                    <a:pt x="20250" y="5843"/>
                  </a:cubicBezTo>
                  <a:cubicBezTo>
                    <a:pt x="17047" y="6967"/>
                    <a:pt x="13671" y="7552"/>
                    <a:pt x="10273" y="7552"/>
                  </a:cubicBezTo>
                  <a:cubicBezTo>
                    <a:pt x="9360" y="7552"/>
                    <a:pt x="8445" y="7510"/>
                    <a:pt x="7532" y="7425"/>
                  </a:cubicBezTo>
                  <a:cubicBezTo>
                    <a:pt x="5050" y="7177"/>
                    <a:pt x="2475" y="6711"/>
                    <a:pt x="117" y="5843"/>
                  </a:cubicBezTo>
                  <a:cubicBezTo>
                    <a:pt x="107" y="5839"/>
                    <a:pt x="98" y="5838"/>
                    <a:pt x="89" y="5838"/>
                  </a:cubicBezTo>
                  <a:cubicBezTo>
                    <a:pt x="19" y="5838"/>
                    <a:pt x="0" y="5939"/>
                    <a:pt x="55" y="5967"/>
                  </a:cubicBezTo>
                  <a:cubicBezTo>
                    <a:pt x="2165" y="6959"/>
                    <a:pt x="4243" y="7952"/>
                    <a:pt x="6508" y="8510"/>
                  </a:cubicBezTo>
                  <a:cubicBezTo>
                    <a:pt x="8459" y="8992"/>
                    <a:pt x="10433" y="9311"/>
                    <a:pt x="12390" y="9311"/>
                  </a:cubicBezTo>
                  <a:cubicBezTo>
                    <a:pt x="12705" y="9311"/>
                    <a:pt x="13019" y="9303"/>
                    <a:pt x="13333" y="9286"/>
                  </a:cubicBezTo>
                  <a:cubicBezTo>
                    <a:pt x="17831" y="9069"/>
                    <a:pt x="22081" y="7611"/>
                    <a:pt x="26020" y="5470"/>
                  </a:cubicBezTo>
                  <a:cubicBezTo>
                    <a:pt x="27075" y="4881"/>
                    <a:pt x="28161" y="4261"/>
                    <a:pt x="29153" y="3547"/>
                  </a:cubicBezTo>
                  <a:cubicBezTo>
                    <a:pt x="29681" y="3144"/>
                    <a:pt x="30208" y="2740"/>
                    <a:pt x="30736" y="2337"/>
                  </a:cubicBezTo>
                  <a:cubicBezTo>
                    <a:pt x="31232" y="1965"/>
                    <a:pt x="31759" y="1562"/>
                    <a:pt x="32038" y="972"/>
                  </a:cubicBezTo>
                  <a:cubicBezTo>
                    <a:pt x="32297" y="513"/>
                    <a:pt x="31944" y="0"/>
                    <a:pt x="314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2285650" y="1814575"/>
              <a:ext cx="3216950" cy="1631950"/>
            </a:xfrm>
            <a:custGeom>
              <a:rect b="b" l="l" r="r" t="t"/>
              <a:pathLst>
                <a:path extrusionOk="0" h="65278" w="128678">
                  <a:moveTo>
                    <a:pt x="112541" y="1"/>
                  </a:moveTo>
                  <a:cubicBezTo>
                    <a:pt x="98599" y="1"/>
                    <a:pt x="86297" y="8784"/>
                    <a:pt x="73305" y="13999"/>
                  </a:cubicBezTo>
                  <a:cubicBezTo>
                    <a:pt x="68868" y="15799"/>
                    <a:pt x="64277" y="17164"/>
                    <a:pt x="59934" y="19211"/>
                  </a:cubicBezTo>
                  <a:cubicBezTo>
                    <a:pt x="53110" y="22437"/>
                    <a:pt x="47122" y="27245"/>
                    <a:pt x="40360" y="30627"/>
                  </a:cubicBezTo>
                  <a:cubicBezTo>
                    <a:pt x="31674" y="35001"/>
                    <a:pt x="21902" y="36955"/>
                    <a:pt x="13278" y="41422"/>
                  </a:cubicBezTo>
                  <a:cubicBezTo>
                    <a:pt x="7663" y="44307"/>
                    <a:pt x="2793" y="48712"/>
                    <a:pt x="1583" y="55103"/>
                  </a:cubicBezTo>
                  <a:cubicBezTo>
                    <a:pt x="994" y="58174"/>
                    <a:pt x="1" y="61896"/>
                    <a:pt x="280" y="65278"/>
                  </a:cubicBezTo>
                  <a:cubicBezTo>
                    <a:pt x="10021" y="63665"/>
                    <a:pt x="18955" y="56561"/>
                    <a:pt x="21964" y="47037"/>
                  </a:cubicBezTo>
                  <a:cubicBezTo>
                    <a:pt x="22810" y="47095"/>
                    <a:pt x="23657" y="47124"/>
                    <a:pt x="24503" y="47124"/>
                  </a:cubicBezTo>
                  <a:cubicBezTo>
                    <a:pt x="36323" y="47124"/>
                    <a:pt x="48052" y="41532"/>
                    <a:pt x="55405" y="32240"/>
                  </a:cubicBezTo>
                  <a:cubicBezTo>
                    <a:pt x="55521" y="32242"/>
                    <a:pt x="55637" y="32243"/>
                    <a:pt x="55753" y="32243"/>
                  </a:cubicBezTo>
                  <a:cubicBezTo>
                    <a:pt x="63079" y="32243"/>
                    <a:pt x="70297" y="28390"/>
                    <a:pt x="74328" y="22282"/>
                  </a:cubicBezTo>
                  <a:cubicBezTo>
                    <a:pt x="75474" y="22534"/>
                    <a:pt x="76641" y="22655"/>
                    <a:pt x="77807" y="22655"/>
                  </a:cubicBezTo>
                  <a:cubicBezTo>
                    <a:pt x="83964" y="22655"/>
                    <a:pt x="90107" y="19274"/>
                    <a:pt x="93158" y="13875"/>
                  </a:cubicBezTo>
                  <a:cubicBezTo>
                    <a:pt x="93530" y="13255"/>
                    <a:pt x="93872" y="12541"/>
                    <a:pt x="94492" y="12169"/>
                  </a:cubicBezTo>
                  <a:cubicBezTo>
                    <a:pt x="94942" y="11886"/>
                    <a:pt x="95455" y="11799"/>
                    <a:pt x="95982" y="11799"/>
                  </a:cubicBezTo>
                  <a:cubicBezTo>
                    <a:pt x="96436" y="11799"/>
                    <a:pt x="96901" y="11863"/>
                    <a:pt x="97346" y="11921"/>
                  </a:cubicBezTo>
                  <a:cubicBezTo>
                    <a:pt x="98608" y="12079"/>
                    <a:pt x="99879" y="12158"/>
                    <a:pt x="101151" y="12158"/>
                  </a:cubicBezTo>
                  <a:cubicBezTo>
                    <a:pt x="105853" y="12158"/>
                    <a:pt x="110563" y="11087"/>
                    <a:pt x="114811" y="9036"/>
                  </a:cubicBezTo>
                  <a:cubicBezTo>
                    <a:pt x="117603" y="14030"/>
                    <a:pt x="123001" y="17257"/>
                    <a:pt x="128678" y="18125"/>
                  </a:cubicBezTo>
                  <a:cubicBezTo>
                    <a:pt x="127995" y="11611"/>
                    <a:pt x="126103" y="4445"/>
                    <a:pt x="120302" y="1498"/>
                  </a:cubicBezTo>
                  <a:cubicBezTo>
                    <a:pt x="118162" y="412"/>
                    <a:pt x="115680" y="71"/>
                    <a:pt x="113260" y="9"/>
                  </a:cubicBezTo>
                  <a:cubicBezTo>
                    <a:pt x="113020" y="3"/>
                    <a:pt x="112780" y="1"/>
                    <a:pt x="112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2426800" y="3334050"/>
              <a:ext cx="101625" cy="225350"/>
            </a:xfrm>
            <a:custGeom>
              <a:rect b="b" l="l" r="r" t="t"/>
              <a:pathLst>
                <a:path extrusionOk="0" h="9014" w="4065">
                  <a:moveTo>
                    <a:pt x="3506" y="1"/>
                  </a:moveTo>
                  <a:cubicBezTo>
                    <a:pt x="3413" y="1"/>
                    <a:pt x="3289" y="32"/>
                    <a:pt x="3196" y="63"/>
                  </a:cubicBezTo>
                  <a:cubicBezTo>
                    <a:pt x="2979" y="125"/>
                    <a:pt x="2793" y="218"/>
                    <a:pt x="2638" y="342"/>
                  </a:cubicBezTo>
                  <a:cubicBezTo>
                    <a:pt x="2234" y="621"/>
                    <a:pt x="1924" y="962"/>
                    <a:pt x="1645" y="1335"/>
                  </a:cubicBezTo>
                  <a:cubicBezTo>
                    <a:pt x="1118" y="2017"/>
                    <a:pt x="745" y="2762"/>
                    <a:pt x="497" y="3599"/>
                  </a:cubicBezTo>
                  <a:cubicBezTo>
                    <a:pt x="1" y="5274"/>
                    <a:pt x="32" y="7167"/>
                    <a:pt x="1056" y="8656"/>
                  </a:cubicBezTo>
                  <a:cubicBezTo>
                    <a:pt x="1229" y="8904"/>
                    <a:pt x="1473" y="9014"/>
                    <a:pt x="1712" y="9014"/>
                  </a:cubicBezTo>
                  <a:cubicBezTo>
                    <a:pt x="2158" y="9014"/>
                    <a:pt x="2584" y="8632"/>
                    <a:pt x="2483" y="8066"/>
                  </a:cubicBezTo>
                  <a:cubicBezTo>
                    <a:pt x="2234" y="6825"/>
                    <a:pt x="2110" y="5367"/>
                    <a:pt x="2420" y="4127"/>
                  </a:cubicBezTo>
                  <a:cubicBezTo>
                    <a:pt x="2607" y="3444"/>
                    <a:pt x="2824" y="2886"/>
                    <a:pt x="3165" y="2296"/>
                  </a:cubicBezTo>
                  <a:cubicBezTo>
                    <a:pt x="3320" y="1986"/>
                    <a:pt x="3506" y="1707"/>
                    <a:pt x="3692" y="1397"/>
                  </a:cubicBezTo>
                  <a:cubicBezTo>
                    <a:pt x="3785" y="1242"/>
                    <a:pt x="3878" y="1086"/>
                    <a:pt x="3941" y="931"/>
                  </a:cubicBezTo>
                  <a:cubicBezTo>
                    <a:pt x="4003" y="869"/>
                    <a:pt x="4034" y="776"/>
                    <a:pt x="4034" y="714"/>
                  </a:cubicBezTo>
                  <a:cubicBezTo>
                    <a:pt x="4065" y="652"/>
                    <a:pt x="4034" y="404"/>
                    <a:pt x="4034" y="404"/>
                  </a:cubicBezTo>
                  <a:cubicBezTo>
                    <a:pt x="4065" y="249"/>
                    <a:pt x="3941" y="63"/>
                    <a:pt x="3754" y="63"/>
                  </a:cubicBezTo>
                  <a:cubicBezTo>
                    <a:pt x="3816" y="63"/>
                    <a:pt x="3537" y="1"/>
                    <a:pt x="3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4067075" y="2275450"/>
              <a:ext cx="462300" cy="162300"/>
            </a:xfrm>
            <a:custGeom>
              <a:rect b="b" l="l" r="r" t="t"/>
              <a:pathLst>
                <a:path extrusionOk="0" h="6492" w="18492">
                  <a:moveTo>
                    <a:pt x="16772" y="1"/>
                  </a:moveTo>
                  <a:cubicBezTo>
                    <a:pt x="16602" y="1"/>
                    <a:pt x="16427" y="39"/>
                    <a:pt x="16255" y="124"/>
                  </a:cubicBezTo>
                  <a:cubicBezTo>
                    <a:pt x="15635" y="466"/>
                    <a:pt x="14952" y="714"/>
                    <a:pt x="14332" y="1055"/>
                  </a:cubicBezTo>
                  <a:cubicBezTo>
                    <a:pt x="13774" y="1365"/>
                    <a:pt x="13184" y="1676"/>
                    <a:pt x="12595" y="1955"/>
                  </a:cubicBezTo>
                  <a:cubicBezTo>
                    <a:pt x="11447" y="2513"/>
                    <a:pt x="10175" y="2978"/>
                    <a:pt x="8872" y="3413"/>
                  </a:cubicBezTo>
                  <a:cubicBezTo>
                    <a:pt x="6297" y="4250"/>
                    <a:pt x="3599" y="4654"/>
                    <a:pt x="900" y="4809"/>
                  </a:cubicBezTo>
                  <a:cubicBezTo>
                    <a:pt x="217" y="4840"/>
                    <a:pt x="0" y="5863"/>
                    <a:pt x="714" y="6019"/>
                  </a:cubicBezTo>
                  <a:cubicBezTo>
                    <a:pt x="2054" y="6347"/>
                    <a:pt x="3421" y="6491"/>
                    <a:pt x="4790" y="6491"/>
                  </a:cubicBezTo>
                  <a:cubicBezTo>
                    <a:pt x="6399" y="6491"/>
                    <a:pt x="8010" y="6292"/>
                    <a:pt x="9586" y="5957"/>
                  </a:cubicBezTo>
                  <a:cubicBezTo>
                    <a:pt x="11075" y="5646"/>
                    <a:pt x="12502" y="5119"/>
                    <a:pt x="13867" y="4499"/>
                  </a:cubicBezTo>
                  <a:cubicBezTo>
                    <a:pt x="14518" y="4188"/>
                    <a:pt x="15139" y="3847"/>
                    <a:pt x="15759" y="3475"/>
                  </a:cubicBezTo>
                  <a:cubicBezTo>
                    <a:pt x="16441" y="3072"/>
                    <a:pt x="17062" y="2482"/>
                    <a:pt x="17651" y="1924"/>
                  </a:cubicBezTo>
                  <a:cubicBezTo>
                    <a:pt x="18492" y="1162"/>
                    <a:pt x="17709" y="1"/>
                    <a:pt x="167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4682075" y="2223950"/>
              <a:ext cx="134175" cy="58950"/>
            </a:xfrm>
            <a:custGeom>
              <a:rect b="b" l="l" r="r" t="t"/>
              <a:pathLst>
                <a:path extrusionOk="0" h="2358" w="5367">
                  <a:moveTo>
                    <a:pt x="3934" y="0"/>
                  </a:moveTo>
                  <a:cubicBezTo>
                    <a:pt x="3865" y="0"/>
                    <a:pt x="3795" y="4"/>
                    <a:pt x="3723" y="13"/>
                  </a:cubicBezTo>
                  <a:cubicBezTo>
                    <a:pt x="3568" y="44"/>
                    <a:pt x="3412" y="75"/>
                    <a:pt x="3288" y="106"/>
                  </a:cubicBezTo>
                  <a:cubicBezTo>
                    <a:pt x="2947" y="168"/>
                    <a:pt x="2637" y="261"/>
                    <a:pt x="2358" y="354"/>
                  </a:cubicBezTo>
                  <a:cubicBezTo>
                    <a:pt x="2016" y="478"/>
                    <a:pt x="1675" y="633"/>
                    <a:pt x="1334" y="757"/>
                  </a:cubicBezTo>
                  <a:cubicBezTo>
                    <a:pt x="1352" y="753"/>
                    <a:pt x="1362" y="751"/>
                    <a:pt x="1366" y="751"/>
                  </a:cubicBezTo>
                  <a:cubicBezTo>
                    <a:pt x="1392" y="751"/>
                    <a:pt x="1206" y="820"/>
                    <a:pt x="1179" y="820"/>
                  </a:cubicBezTo>
                  <a:lnTo>
                    <a:pt x="993" y="882"/>
                  </a:lnTo>
                  <a:cubicBezTo>
                    <a:pt x="807" y="975"/>
                    <a:pt x="621" y="1037"/>
                    <a:pt x="434" y="1130"/>
                  </a:cubicBezTo>
                  <a:cubicBezTo>
                    <a:pt x="124" y="1285"/>
                    <a:pt x="0" y="1750"/>
                    <a:pt x="186" y="2029"/>
                  </a:cubicBezTo>
                  <a:cubicBezTo>
                    <a:pt x="329" y="2254"/>
                    <a:pt x="527" y="2358"/>
                    <a:pt x="742" y="2358"/>
                  </a:cubicBezTo>
                  <a:cubicBezTo>
                    <a:pt x="853" y="2358"/>
                    <a:pt x="970" y="2330"/>
                    <a:pt x="1086" y="2278"/>
                  </a:cubicBezTo>
                  <a:cubicBezTo>
                    <a:pt x="1241" y="2184"/>
                    <a:pt x="1241" y="2184"/>
                    <a:pt x="1427" y="2122"/>
                  </a:cubicBezTo>
                  <a:cubicBezTo>
                    <a:pt x="1551" y="2060"/>
                    <a:pt x="1706" y="1998"/>
                    <a:pt x="1861" y="1967"/>
                  </a:cubicBezTo>
                  <a:cubicBezTo>
                    <a:pt x="1923" y="1967"/>
                    <a:pt x="1985" y="1936"/>
                    <a:pt x="2048" y="1936"/>
                  </a:cubicBezTo>
                  <a:cubicBezTo>
                    <a:pt x="2079" y="1936"/>
                    <a:pt x="2358" y="1905"/>
                    <a:pt x="2203" y="1905"/>
                  </a:cubicBezTo>
                  <a:cubicBezTo>
                    <a:pt x="2327" y="1905"/>
                    <a:pt x="2482" y="1874"/>
                    <a:pt x="2637" y="1874"/>
                  </a:cubicBezTo>
                  <a:cubicBezTo>
                    <a:pt x="2916" y="1843"/>
                    <a:pt x="3226" y="1843"/>
                    <a:pt x="3506" y="1843"/>
                  </a:cubicBezTo>
                  <a:cubicBezTo>
                    <a:pt x="3661" y="1874"/>
                    <a:pt x="3816" y="1874"/>
                    <a:pt x="3971" y="1874"/>
                  </a:cubicBezTo>
                  <a:cubicBezTo>
                    <a:pt x="4126" y="1874"/>
                    <a:pt x="4281" y="1843"/>
                    <a:pt x="4436" y="1843"/>
                  </a:cubicBezTo>
                  <a:cubicBezTo>
                    <a:pt x="4933" y="1812"/>
                    <a:pt x="5367" y="1440"/>
                    <a:pt x="5367" y="944"/>
                  </a:cubicBezTo>
                  <a:cubicBezTo>
                    <a:pt x="5336" y="695"/>
                    <a:pt x="5274" y="447"/>
                    <a:pt x="5088" y="292"/>
                  </a:cubicBezTo>
                  <a:cubicBezTo>
                    <a:pt x="4901" y="137"/>
                    <a:pt x="4715" y="44"/>
                    <a:pt x="4436" y="44"/>
                  </a:cubicBezTo>
                  <a:cubicBezTo>
                    <a:pt x="4261" y="22"/>
                    <a:pt x="4101" y="0"/>
                    <a:pt x="39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3872825" y="2675400"/>
              <a:ext cx="668900" cy="128275"/>
            </a:xfrm>
            <a:custGeom>
              <a:rect b="b" l="l" r="r" t="t"/>
              <a:pathLst>
                <a:path extrusionOk="0" h="5131" w="26756">
                  <a:moveTo>
                    <a:pt x="495" y="0"/>
                  </a:moveTo>
                  <a:cubicBezTo>
                    <a:pt x="233" y="0"/>
                    <a:pt x="1" y="330"/>
                    <a:pt x="263" y="568"/>
                  </a:cubicBezTo>
                  <a:cubicBezTo>
                    <a:pt x="790" y="1126"/>
                    <a:pt x="1380" y="1592"/>
                    <a:pt x="1969" y="2088"/>
                  </a:cubicBezTo>
                  <a:cubicBezTo>
                    <a:pt x="2621" y="2615"/>
                    <a:pt x="3334" y="2925"/>
                    <a:pt x="4110" y="3236"/>
                  </a:cubicBezTo>
                  <a:cubicBezTo>
                    <a:pt x="5692" y="3887"/>
                    <a:pt x="7491" y="4321"/>
                    <a:pt x="9197" y="4570"/>
                  </a:cubicBezTo>
                  <a:cubicBezTo>
                    <a:pt x="11383" y="4937"/>
                    <a:pt x="13580" y="5130"/>
                    <a:pt x="15774" y="5130"/>
                  </a:cubicBezTo>
                  <a:cubicBezTo>
                    <a:pt x="17286" y="5130"/>
                    <a:pt x="18797" y="5039"/>
                    <a:pt x="20303" y="4849"/>
                  </a:cubicBezTo>
                  <a:cubicBezTo>
                    <a:pt x="21389" y="4725"/>
                    <a:pt x="22443" y="4570"/>
                    <a:pt x="23498" y="4383"/>
                  </a:cubicBezTo>
                  <a:cubicBezTo>
                    <a:pt x="24677" y="4135"/>
                    <a:pt x="26166" y="3825"/>
                    <a:pt x="26631" y="2584"/>
                  </a:cubicBezTo>
                  <a:cubicBezTo>
                    <a:pt x="26755" y="2212"/>
                    <a:pt x="26631" y="1654"/>
                    <a:pt x="26321" y="1405"/>
                  </a:cubicBezTo>
                  <a:cubicBezTo>
                    <a:pt x="25878" y="1051"/>
                    <a:pt x="25392" y="935"/>
                    <a:pt x="24887" y="935"/>
                  </a:cubicBezTo>
                  <a:cubicBezTo>
                    <a:pt x="24333" y="935"/>
                    <a:pt x="23756" y="1075"/>
                    <a:pt x="23188" y="1188"/>
                  </a:cubicBezTo>
                  <a:cubicBezTo>
                    <a:pt x="22350" y="1343"/>
                    <a:pt x="21544" y="1530"/>
                    <a:pt x="20706" y="1685"/>
                  </a:cubicBezTo>
                  <a:cubicBezTo>
                    <a:pt x="19806" y="1840"/>
                    <a:pt x="19186" y="1933"/>
                    <a:pt x="18317" y="1995"/>
                  </a:cubicBezTo>
                  <a:cubicBezTo>
                    <a:pt x="17449" y="2088"/>
                    <a:pt x="16642" y="2150"/>
                    <a:pt x="15774" y="2212"/>
                  </a:cubicBezTo>
                  <a:cubicBezTo>
                    <a:pt x="14799" y="2275"/>
                    <a:pt x="13817" y="2306"/>
                    <a:pt x="12833" y="2306"/>
                  </a:cubicBezTo>
                  <a:cubicBezTo>
                    <a:pt x="10403" y="2306"/>
                    <a:pt x="7961" y="2113"/>
                    <a:pt x="5599" y="1716"/>
                  </a:cubicBezTo>
                  <a:cubicBezTo>
                    <a:pt x="4761" y="1561"/>
                    <a:pt x="3923" y="1405"/>
                    <a:pt x="3117" y="1188"/>
                  </a:cubicBezTo>
                  <a:cubicBezTo>
                    <a:pt x="2248" y="909"/>
                    <a:pt x="1442" y="723"/>
                    <a:pt x="728" y="103"/>
                  </a:cubicBezTo>
                  <a:cubicBezTo>
                    <a:pt x="656" y="30"/>
                    <a:pt x="574" y="0"/>
                    <a:pt x="4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3327525" y="2732525"/>
              <a:ext cx="336275" cy="222175"/>
            </a:xfrm>
            <a:custGeom>
              <a:rect b="b" l="l" r="r" t="t"/>
              <a:pathLst>
                <a:path extrusionOk="0" h="8887" w="13451">
                  <a:moveTo>
                    <a:pt x="10780" y="1"/>
                  </a:moveTo>
                  <a:cubicBezTo>
                    <a:pt x="9957" y="1"/>
                    <a:pt x="9101" y="173"/>
                    <a:pt x="8394" y="330"/>
                  </a:cubicBezTo>
                  <a:cubicBezTo>
                    <a:pt x="6999" y="640"/>
                    <a:pt x="5696" y="1199"/>
                    <a:pt x="4548" y="1974"/>
                  </a:cubicBezTo>
                  <a:cubicBezTo>
                    <a:pt x="2345" y="3463"/>
                    <a:pt x="205" y="5759"/>
                    <a:pt x="19" y="8520"/>
                  </a:cubicBezTo>
                  <a:cubicBezTo>
                    <a:pt x="1" y="8770"/>
                    <a:pt x="169" y="8887"/>
                    <a:pt x="356" y="8887"/>
                  </a:cubicBezTo>
                  <a:cubicBezTo>
                    <a:pt x="493" y="8887"/>
                    <a:pt x="640" y="8824"/>
                    <a:pt x="732" y="8706"/>
                  </a:cubicBezTo>
                  <a:lnTo>
                    <a:pt x="732" y="8737"/>
                  </a:lnTo>
                  <a:cubicBezTo>
                    <a:pt x="2159" y="6814"/>
                    <a:pt x="3617" y="5046"/>
                    <a:pt x="5758" y="3960"/>
                  </a:cubicBezTo>
                  <a:cubicBezTo>
                    <a:pt x="6719" y="3463"/>
                    <a:pt x="7743" y="3091"/>
                    <a:pt x="8953" y="2874"/>
                  </a:cubicBezTo>
                  <a:cubicBezTo>
                    <a:pt x="9356" y="2781"/>
                    <a:pt x="9263" y="2812"/>
                    <a:pt x="9666" y="2781"/>
                  </a:cubicBezTo>
                  <a:cubicBezTo>
                    <a:pt x="9946" y="2750"/>
                    <a:pt x="10225" y="2750"/>
                    <a:pt x="10504" y="2750"/>
                  </a:cubicBezTo>
                  <a:cubicBezTo>
                    <a:pt x="10698" y="2750"/>
                    <a:pt x="10886" y="2754"/>
                    <a:pt x="11071" y="2754"/>
                  </a:cubicBezTo>
                  <a:cubicBezTo>
                    <a:pt x="11625" y="2754"/>
                    <a:pt x="12148" y="2719"/>
                    <a:pt x="12706" y="2440"/>
                  </a:cubicBezTo>
                  <a:cubicBezTo>
                    <a:pt x="13327" y="2130"/>
                    <a:pt x="13451" y="1137"/>
                    <a:pt x="12924" y="672"/>
                  </a:cubicBezTo>
                  <a:cubicBezTo>
                    <a:pt x="12356" y="166"/>
                    <a:pt x="11584" y="1"/>
                    <a:pt x="10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2739350" y="2928550"/>
              <a:ext cx="255950" cy="363725"/>
            </a:xfrm>
            <a:custGeom>
              <a:rect b="b" l="l" r="r" t="t"/>
              <a:pathLst>
                <a:path extrusionOk="0" h="14549" w="10238">
                  <a:moveTo>
                    <a:pt x="9554" y="0"/>
                  </a:moveTo>
                  <a:cubicBezTo>
                    <a:pt x="9445" y="0"/>
                    <a:pt x="9335" y="47"/>
                    <a:pt x="9276" y="152"/>
                  </a:cubicBezTo>
                  <a:lnTo>
                    <a:pt x="9307" y="152"/>
                  </a:lnTo>
                  <a:cubicBezTo>
                    <a:pt x="8935" y="803"/>
                    <a:pt x="8873" y="1610"/>
                    <a:pt x="8655" y="2323"/>
                  </a:cubicBezTo>
                  <a:cubicBezTo>
                    <a:pt x="8407" y="3037"/>
                    <a:pt x="8128" y="3657"/>
                    <a:pt x="7756" y="4277"/>
                  </a:cubicBezTo>
                  <a:cubicBezTo>
                    <a:pt x="7042" y="5425"/>
                    <a:pt x="6081" y="6418"/>
                    <a:pt x="5026" y="7287"/>
                  </a:cubicBezTo>
                  <a:cubicBezTo>
                    <a:pt x="4126" y="8000"/>
                    <a:pt x="2947" y="8869"/>
                    <a:pt x="2017" y="9799"/>
                  </a:cubicBezTo>
                  <a:cubicBezTo>
                    <a:pt x="1024" y="10761"/>
                    <a:pt x="311" y="12033"/>
                    <a:pt x="93" y="13429"/>
                  </a:cubicBezTo>
                  <a:cubicBezTo>
                    <a:pt x="0" y="13863"/>
                    <a:pt x="156" y="14297"/>
                    <a:pt x="621" y="14483"/>
                  </a:cubicBezTo>
                  <a:cubicBezTo>
                    <a:pt x="724" y="14527"/>
                    <a:pt x="840" y="14548"/>
                    <a:pt x="957" y="14548"/>
                  </a:cubicBezTo>
                  <a:cubicBezTo>
                    <a:pt x="1262" y="14548"/>
                    <a:pt x="1581" y="14402"/>
                    <a:pt x="1738" y="14111"/>
                  </a:cubicBezTo>
                  <a:cubicBezTo>
                    <a:pt x="2327" y="12994"/>
                    <a:pt x="3351" y="12126"/>
                    <a:pt x="4281" y="11288"/>
                  </a:cubicBezTo>
                  <a:cubicBezTo>
                    <a:pt x="5274" y="10389"/>
                    <a:pt x="6329" y="9582"/>
                    <a:pt x="7259" y="8620"/>
                  </a:cubicBezTo>
                  <a:cubicBezTo>
                    <a:pt x="8376" y="7504"/>
                    <a:pt x="9183" y="6232"/>
                    <a:pt x="9679" y="4743"/>
                  </a:cubicBezTo>
                  <a:cubicBezTo>
                    <a:pt x="9927" y="3967"/>
                    <a:pt x="10113" y="3161"/>
                    <a:pt x="10144" y="2354"/>
                  </a:cubicBezTo>
                  <a:cubicBezTo>
                    <a:pt x="10175" y="1641"/>
                    <a:pt x="10237" y="803"/>
                    <a:pt x="9834" y="152"/>
                  </a:cubicBezTo>
                  <a:cubicBezTo>
                    <a:pt x="9786" y="55"/>
                    <a:pt x="9671" y="0"/>
                    <a:pt x="9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2643125" y="3732775"/>
              <a:ext cx="400250" cy="198850"/>
            </a:xfrm>
            <a:custGeom>
              <a:rect b="b" l="l" r="r" t="t"/>
              <a:pathLst>
                <a:path extrusionOk="0" h="7954" w="16010">
                  <a:moveTo>
                    <a:pt x="4679" y="1"/>
                  </a:moveTo>
                  <a:cubicBezTo>
                    <a:pt x="3125" y="1"/>
                    <a:pt x="1590" y="473"/>
                    <a:pt x="375" y="1517"/>
                  </a:cubicBezTo>
                  <a:cubicBezTo>
                    <a:pt x="1" y="1834"/>
                    <a:pt x="348" y="2364"/>
                    <a:pt x="772" y="2364"/>
                  </a:cubicBezTo>
                  <a:cubicBezTo>
                    <a:pt x="805" y="2364"/>
                    <a:pt x="838" y="2361"/>
                    <a:pt x="871" y="2354"/>
                  </a:cubicBezTo>
                  <a:lnTo>
                    <a:pt x="871" y="2323"/>
                  </a:lnTo>
                  <a:cubicBezTo>
                    <a:pt x="1732" y="2098"/>
                    <a:pt x="2648" y="1967"/>
                    <a:pt x="3564" y="1967"/>
                  </a:cubicBezTo>
                  <a:cubicBezTo>
                    <a:pt x="4033" y="1967"/>
                    <a:pt x="4503" y="2002"/>
                    <a:pt x="4966" y="2075"/>
                  </a:cubicBezTo>
                  <a:cubicBezTo>
                    <a:pt x="6300" y="2292"/>
                    <a:pt x="7386" y="2913"/>
                    <a:pt x="8285" y="3719"/>
                  </a:cubicBezTo>
                  <a:cubicBezTo>
                    <a:pt x="9185" y="4557"/>
                    <a:pt x="10085" y="5550"/>
                    <a:pt x="11015" y="6387"/>
                  </a:cubicBezTo>
                  <a:cubicBezTo>
                    <a:pt x="11543" y="6821"/>
                    <a:pt x="12070" y="7287"/>
                    <a:pt x="12691" y="7535"/>
                  </a:cubicBezTo>
                  <a:cubicBezTo>
                    <a:pt x="13032" y="7690"/>
                    <a:pt x="13373" y="7845"/>
                    <a:pt x="13714" y="7907"/>
                  </a:cubicBezTo>
                  <a:cubicBezTo>
                    <a:pt x="13866" y="7940"/>
                    <a:pt x="14021" y="7953"/>
                    <a:pt x="14177" y="7953"/>
                  </a:cubicBezTo>
                  <a:cubicBezTo>
                    <a:pt x="14469" y="7953"/>
                    <a:pt x="14765" y="7906"/>
                    <a:pt x="15048" y="7845"/>
                  </a:cubicBezTo>
                  <a:cubicBezTo>
                    <a:pt x="15886" y="7721"/>
                    <a:pt x="16010" y="6449"/>
                    <a:pt x="15296" y="6077"/>
                  </a:cubicBezTo>
                  <a:cubicBezTo>
                    <a:pt x="14738" y="5798"/>
                    <a:pt x="14180" y="5457"/>
                    <a:pt x="13652" y="5115"/>
                  </a:cubicBezTo>
                  <a:cubicBezTo>
                    <a:pt x="13032" y="4712"/>
                    <a:pt x="12815" y="4557"/>
                    <a:pt x="12256" y="4030"/>
                  </a:cubicBezTo>
                  <a:cubicBezTo>
                    <a:pt x="11202" y="3099"/>
                    <a:pt x="10240" y="2075"/>
                    <a:pt x="9061" y="1300"/>
                  </a:cubicBezTo>
                  <a:cubicBezTo>
                    <a:pt x="7779" y="466"/>
                    <a:pt x="6220" y="1"/>
                    <a:pt x="4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3412525" y="3843375"/>
              <a:ext cx="187700" cy="93350"/>
            </a:xfrm>
            <a:custGeom>
              <a:rect b="b" l="l" r="r" t="t"/>
              <a:pathLst>
                <a:path extrusionOk="0" h="3734" w="7508">
                  <a:moveTo>
                    <a:pt x="5304" y="1021"/>
                  </a:moveTo>
                  <a:cubicBezTo>
                    <a:pt x="5304" y="1021"/>
                    <a:pt x="5301" y="1026"/>
                    <a:pt x="5293" y="1037"/>
                  </a:cubicBezTo>
                  <a:lnTo>
                    <a:pt x="5293" y="1037"/>
                  </a:lnTo>
                  <a:cubicBezTo>
                    <a:pt x="5292" y="1038"/>
                    <a:pt x="5291" y="1039"/>
                    <a:pt x="5289" y="1040"/>
                  </a:cubicBezTo>
                  <a:lnTo>
                    <a:pt x="5289" y="1040"/>
                  </a:lnTo>
                  <a:cubicBezTo>
                    <a:pt x="5297" y="1029"/>
                    <a:pt x="5303" y="1021"/>
                    <a:pt x="5304" y="1021"/>
                  </a:cubicBezTo>
                  <a:close/>
                  <a:moveTo>
                    <a:pt x="5256" y="1029"/>
                  </a:moveTo>
                  <a:lnTo>
                    <a:pt x="5256" y="1029"/>
                  </a:lnTo>
                  <a:cubicBezTo>
                    <a:pt x="5257" y="1029"/>
                    <a:pt x="5255" y="1053"/>
                    <a:pt x="5252" y="1080"/>
                  </a:cubicBezTo>
                  <a:lnTo>
                    <a:pt x="5252" y="1080"/>
                  </a:lnTo>
                  <a:cubicBezTo>
                    <a:pt x="5251" y="1082"/>
                    <a:pt x="5249" y="1084"/>
                    <a:pt x="5248" y="1085"/>
                  </a:cubicBezTo>
                  <a:lnTo>
                    <a:pt x="5248" y="1085"/>
                  </a:lnTo>
                  <a:cubicBezTo>
                    <a:pt x="5253" y="1044"/>
                    <a:pt x="5256" y="1029"/>
                    <a:pt x="5256" y="1029"/>
                  </a:cubicBezTo>
                  <a:close/>
                  <a:moveTo>
                    <a:pt x="5248" y="1117"/>
                  </a:moveTo>
                  <a:cubicBezTo>
                    <a:pt x="5246" y="1140"/>
                    <a:pt x="5244" y="1159"/>
                    <a:pt x="5243" y="1159"/>
                  </a:cubicBezTo>
                  <a:cubicBezTo>
                    <a:pt x="5243" y="1159"/>
                    <a:pt x="5243" y="1158"/>
                    <a:pt x="5243" y="1157"/>
                  </a:cubicBezTo>
                  <a:cubicBezTo>
                    <a:pt x="5237" y="1151"/>
                    <a:pt x="5238" y="1140"/>
                    <a:pt x="5241" y="1128"/>
                  </a:cubicBezTo>
                  <a:lnTo>
                    <a:pt x="5241" y="1128"/>
                  </a:lnTo>
                  <a:cubicBezTo>
                    <a:pt x="5242" y="1127"/>
                    <a:pt x="5242" y="1126"/>
                    <a:pt x="5243" y="1126"/>
                  </a:cubicBezTo>
                  <a:cubicBezTo>
                    <a:pt x="5245" y="1123"/>
                    <a:pt x="5247" y="1120"/>
                    <a:pt x="5248" y="1117"/>
                  </a:cubicBezTo>
                  <a:close/>
                  <a:moveTo>
                    <a:pt x="6326" y="1"/>
                  </a:moveTo>
                  <a:cubicBezTo>
                    <a:pt x="6284" y="1"/>
                    <a:pt x="6244" y="4"/>
                    <a:pt x="6204" y="9"/>
                  </a:cubicBezTo>
                  <a:cubicBezTo>
                    <a:pt x="5646" y="71"/>
                    <a:pt x="5274" y="536"/>
                    <a:pt x="5243" y="1064"/>
                  </a:cubicBezTo>
                  <a:cubicBezTo>
                    <a:pt x="5243" y="1071"/>
                    <a:pt x="5243" y="1081"/>
                    <a:pt x="5243" y="1091"/>
                  </a:cubicBezTo>
                  <a:lnTo>
                    <a:pt x="5243" y="1091"/>
                  </a:lnTo>
                  <a:cubicBezTo>
                    <a:pt x="5230" y="1105"/>
                    <a:pt x="5219" y="1119"/>
                    <a:pt x="5212" y="1126"/>
                  </a:cubicBezTo>
                  <a:cubicBezTo>
                    <a:pt x="5181" y="1188"/>
                    <a:pt x="5150" y="1219"/>
                    <a:pt x="5088" y="1250"/>
                  </a:cubicBezTo>
                  <a:cubicBezTo>
                    <a:pt x="5088" y="1260"/>
                    <a:pt x="5078" y="1273"/>
                    <a:pt x="5064" y="1287"/>
                  </a:cubicBezTo>
                  <a:lnTo>
                    <a:pt x="5064" y="1287"/>
                  </a:lnTo>
                  <a:cubicBezTo>
                    <a:pt x="5080" y="1278"/>
                    <a:pt x="5092" y="1272"/>
                    <a:pt x="5097" y="1272"/>
                  </a:cubicBezTo>
                  <a:cubicBezTo>
                    <a:pt x="5103" y="1272"/>
                    <a:pt x="5094" y="1283"/>
                    <a:pt x="5057" y="1312"/>
                  </a:cubicBezTo>
                  <a:cubicBezTo>
                    <a:pt x="5033" y="1328"/>
                    <a:pt x="5007" y="1343"/>
                    <a:pt x="4980" y="1359"/>
                  </a:cubicBezTo>
                  <a:lnTo>
                    <a:pt x="4980" y="1359"/>
                  </a:lnTo>
                  <a:cubicBezTo>
                    <a:pt x="5004" y="1338"/>
                    <a:pt x="5041" y="1311"/>
                    <a:pt x="5064" y="1287"/>
                  </a:cubicBezTo>
                  <a:lnTo>
                    <a:pt x="5064" y="1287"/>
                  </a:lnTo>
                  <a:cubicBezTo>
                    <a:pt x="5032" y="1305"/>
                    <a:pt x="4988" y="1337"/>
                    <a:pt x="4968" y="1365"/>
                  </a:cubicBezTo>
                  <a:lnTo>
                    <a:pt x="4968" y="1365"/>
                  </a:lnTo>
                  <a:cubicBezTo>
                    <a:pt x="4972" y="1363"/>
                    <a:pt x="4976" y="1361"/>
                    <a:pt x="4980" y="1359"/>
                  </a:cubicBezTo>
                  <a:lnTo>
                    <a:pt x="4980" y="1359"/>
                  </a:lnTo>
                  <a:cubicBezTo>
                    <a:pt x="4974" y="1364"/>
                    <a:pt x="4968" y="1369"/>
                    <a:pt x="4963" y="1374"/>
                  </a:cubicBezTo>
                  <a:cubicBezTo>
                    <a:pt x="4965" y="1371"/>
                    <a:pt x="4966" y="1368"/>
                    <a:pt x="4968" y="1365"/>
                  </a:cubicBezTo>
                  <a:lnTo>
                    <a:pt x="4968" y="1365"/>
                  </a:lnTo>
                  <a:cubicBezTo>
                    <a:pt x="4893" y="1407"/>
                    <a:pt x="4812" y="1445"/>
                    <a:pt x="4746" y="1467"/>
                  </a:cubicBezTo>
                  <a:cubicBezTo>
                    <a:pt x="4737" y="1472"/>
                    <a:pt x="4730" y="1477"/>
                    <a:pt x="4724" y="1481"/>
                  </a:cubicBezTo>
                  <a:lnTo>
                    <a:pt x="4724" y="1481"/>
                  </a:lnTo>
                  <a:cubicBezTo>
                    <a:pt x="4694" y="1493"/>
                    <a:pt x="4658" y="1511"/>
                    <a:pt x="4622" y="1529"/>
                  </a:cubicBezTo>
                  <a:cubicBezTo>
                    <a:pt x="4498" y="1560"/>
                    <a:pt x="4405" y="1591"/>
                    <a:pt x="4312" y="1622"/>
                  </a:cubicBezTo>
                  <a:cubicBezTo>
                    <a:pt x="4303" y="1622"/>
                    <a:pt x="4283" y="1625"/>
                    <a:pt x="4260" y="1628"/>
                  </a:cubicBezTo>
                  <a:lnTo>
                    <a:pt x="4260" y="1628"/>
                  </a:lnTo>
                  <a:cubicBezTo>
                    <a:pt x="4257" y="1625"/>
                    <a:pt x="4230" y="1622"/>
                    <a:pt x="4157" y="1622"/>
                  </a:cubicBezTo>
                  <a:cubicBezTo>
                    <a:pt x="4095" y="1637"/>
                    <a:pt x="4041" y="1645"/>
                    <a:pt x="3986" y="1645"/>
                  </a:cubicBezTo>
                  <a:cubicBezTo>
                    <a:pt x="3932" y="1645"/>
                    <a:pt x="3878" y="1637"/>
                    <a:pt x="3816" y="1622"/>
                  </a:cubicBezTo>
                  <a:lnTo>
                    <a:pt x="3567" y="1622"/>
                  </a:lnTo>
                  <a:cubicBezTo>
                    <a:pt x="3547" y="1622"/>
                    <a:pt x="3457" y="1608"/>
                    <a:pt x="3437" y="1608"/>
                  </a:cubicBezTo>
                  <a:cubicBezTo>
                    <a:pt x="3426" y="1608"/>
                    <a:pt x="3433" y="1612"/>
                    <a:pt x="3474" y="1622"/>
                  </a:cubicBezTo>
                  <a:cubicBezTo>
                    <a:pt x="3164" y="1560"/>
                    <a:pt x="2854" y="1498"/>
                    <a:pt x="2544" y="1467"/>
                  </a:cubicBezTo>
                  <a:cubicBezTo>
                    <a:pt x="2293" y="1419"/>
                    <a:pt x="2028" y="1394"/>
                    <a:pt x="1762" y="1394"/>
                  </a:cubicBezTo>
                  <a:cubicBezTo>
                    <a:pt x="1337" y="1394"/>
                    <a:pt x="909" y="1457"/>
                    <a:pt x="527" y="1591"/>
                  </a:cubicBezTo>
                  <a:cubicBezTo>
                    <a:pt x="0" y="1746"/>
                    <a:pt x="124" y="2459"/>
                    <a:pt x="651" y="2491"/>
                  </a:cubicBezTo>
                  <a:lnTo>
                    <a:pt x="620" y="2522"/>
                  </a:lnTo>
                  <a:cubicBezTo>
                    <a:pt x="1303" y="2584"/>
                    <a:pt x="1923" y="2956"/>
                    <a:pt x="2482" y="3204"/>
                  </a:cubicBezTo>
                  <a:cubicBezTo>
                    <a:pt x="3159" y="3469"/>
                    <a:pt x="3808" y="3734"/>
                    <a:pt x="4535" y="3734"/>
                  </a:cubicBezTo>
                  <a:cubicBezTo>
                    <a:pt x="4574" y="3734"/>
                    <a:pt x="4613" y="3733"/>
                    <a:pt x="4653" y="3731"/>
                  </a:cubicBezTo>
                  <a:cubicBezTo>
                    <a:pt x="5398" y="3731"/>
                    <a:pt x="6173" y="3452"/>
                    <a:pt x="6732" y="2956"/>
                  </a:cubicBezTo>
                  <a:cubicBezTo>
                    <a:pt x="7321" y="2397"/>
                    <a:pt x="7507" y="1591"/>
                    <a:pt x="7383" y="784"/>
                  </a:cubicBezTo>
                  <a:cubicBezTo>
                    <a:pt x="7298" y="302"/>
                    <a:pt x="6771" y="1"/>
                    <a:pt x="63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3201500" y="3457650"/>
              <a:ext cx="412675" cy="137475"/>
            </a:xfrm>
            <a:custGeom>
              <a:rect b="b" l="l" r="r" t="t"/>
              <a:pathLst>
                <a:path extrusionOk="0" h="5499" w="16507">
                  <a:moveTo>
                    <a:pt x="14931" y="1"/>
                  </a:moveTo>
                  <a:cubicBezTo>
                    <a:pt x="14603" y="1"/>
                    <a:pt x="14277" y="109"/>
                    <a:pt x="14056" y="361"/>
                  </a:cubicBezTo>
                  <a:cubicBezTo>
                    <a:pt x="13901" y="610"/>
                    <a:pt x="13715" y="796"/>
                    <a:pt x="13498" y="982"/>
                  </a:cubicBezTo>
                  <a:cubicBezTo>
                    <a:pt x="13404" y="1106"/>
                    <a:pt x="13311" y="1199"/>
                    <a:pt x="13187" y="1261"/>
                  </a:cubicBezTo>
                  <a:cubicBezTo>
                    <a:pt x="13237" y="1223"/>
                    <a:pt x="13256" y="1208"/>
                    <a:pt x="13256" y="1208"/>
                  </a:cubicBezTo>
                  <a:lnTo>
                    <a:pt x="13256" y="1208"/>
                  </a:lnTo>
                  <a:cubicBezTo>
                    <a:pt x="13255" y="1208"/>
                    <a:pt x="12973" y="1426"/>
                    <a:pt x="12977" y="1426"/>
                  </a:cubicBezTo>
                  <a:cubicBezTo>
                    <a:pt x="12978" y="1426"/>
                    <a:pt x="12994" y="1414"/>
                    <a:pt x="13032" y="1385"/>
                  </a:cubicBezTo>
                  <a:lnTo>
                    <a:pt x="13032" y="1385"/>
                  </a:lnTo>
                  <a:cubicBezTo>
                    <a:pt x="12613" y="1714"/>
                    <a:pt x="12137" y="1985"/>
                    <a:pt x="11659" y="2199"/>
                  </a:cubicBezTo>
                  <a:lnTo>
                    <a:pt x="11659" y="2199"/>
                  </a:lnTo>
                  <a:cubicBezTo>
                    <a:pt x="11668" y="2195"/>
                    <a:pt x="11671" y="2193"/>
                    <a:pt x="11669" y="2193"/>
                  </a:cubicBezTo>
                  <a:cubicBezTo>
                    <a:pt x="11658" y="2193"/>
                    <a:pt x="11419" y="2285"/>
                    <a:pt x="11419" y="2285"/>
                  </a:cubicBezTo>
                  <a:cubicBezTo>
                    <a:pt x="11295" y="2316"/>
                    <a:pt x="11140" y="2378"/>
                    <a:pt x="11016" y="2409"/>
                  </a:cubicBezTo>
                  <a:cubicBezTo>
                    <a:pt x="10737" y="2502"/>
                    <a:pt x="10457" y="2564"/>
                    <a:pt x="10178" y="2595"/>
                  </a:cubicBezTo>
                  <a:cubicBezTo>
                    <a:pt x="10178" y="2595"/>
                    <a:pt x="9972" y="2636"/>
                    <a:pt x="9917" y="2655"/>
                  </a:cubicBezTo>
                  <a:lnTo>
                    <a:pt x="9917" y="2655"/>
                  </a:lnTo>
                  <a:cubicBezTo>
                    <a:pt x="9732" y="2677"/>
                    <a:pt x="9423" y="2723"/>
                    <a:pt x="9490" y="2723"/>
                  </a:cubicBezTo>
                  <a:cubicBezTo>
                    <a:pt x="9502" y="2723"/>
                    <a:pt x="9523" y="2722"/>
                    <a:pt x="9558" y="2719"/>
                  </a:cubicBezTo>
                  <a:lnTo>
                    <a:pt x="9558" y="2719"/>
                  </a:lnTo>
                  <a:cubicBezTo>
                    <a:pt x="9279" y="2750"/>
                    <a:pt x="8999" y="2750"/>
                    <a:pt x="8689" y="2781"/>
                  </a:cubicBezTo>
                  <a:cubicBezTo>
                    <a:pt x="8624" y="2783"/>
                    <a:pt x="8559" y="2783"/>
                    <a:pt x="8494" y="2783"/>
                  </a:cubicBezTo>
                  <a:cubicBezTo>
                    <a:pt x="5928" y="2783"/>
                    <a:pt x="3480" y="1610"/>
                    <a:pt x="1120" y="703"/>
                  </a:cubicBezTo>
                  <a:cubicBezTo>
                    <a:pt x="1051" y="675"/>
                    <a:pt x="982" y="662"/>
                    <a:pt x="916" y="662"/>
                  </a:cubicBezTo>
                  <a:cubicBezTo>
                    <a:pt x="388" y="662"/>
                    <a:pt x="0" y="1461"/>
                    <a:pt x="469" y="1819"/>
                  </a:cubicBezTo>
                  <a:cubicBezTo>
                    <a:pt x="2888" y="3743"/>
                    <a:pt x="5742" y="5263"/>
                    <a:pt x="8906" y="5480"/>
                  </a:cubicBezTo>
                  <a:cubicBezTo>
                    <a:pt x="9091" y="5492"/>
                    <a:pt x="9277" y="5498"/>
                    <a:pt x="9462" y="5498"/>
                  </a:cubicBezTo>
                  <a:cubicBezTo>
                    <a:pt x="12105" y="5498"/>
                    <a:pt x="14743" y="4265"/>
                    <a:pt x="16134" y="1974"/>
                  </a:cubicBezTo>
                  <a:cubicBezTo>
                    <a:pt x="16507" y="1416"/>
                    <a:pt x="16320" y="641"/>
                    <a:pt x="15793" y="268"/>
                  </a:cubicBezTo>
                  <a:cubicBezTo>
                    <a:pt x="15565" y="101"/>
                    <a:pt x="15247" y="1"/>
                    <a:pt x="14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3634325" y="3287525"/>
              <a:ext cx="435875" cy="110250"/>
            </a:xfrm>
            <a:custGeom>
              <a:rect b="b" l="l" r="r" t="t"/>
              <a:pathLst>
                <a:path extrusionOk="0" h="4410" w="17435">
                  <a:moveTo>
                    <a:pt x="8407" y="0"/>
                  </a:moveTo>
                  <a:cubicBezTo>
                    <a:pt x="6980" y="0"/>
                    <a:pt x="5553" y="93"/>
                    <a:pt x="4188" y="435"/>
                  </a:cubicBezTo>
                  <a:cubicBezTo>
                    <a:pt x="3537" y="590"/>
                    <a:pt x="2885" y="776"/>
                    <a:pt x="2265" y="993"/>
                  </a:cubicBezTo>
                  <a:cubicBezTo>
                    <a:pt x="1644" y="1241"/>
                    <a:pt x="869" y="1583"/>
                    <a:pt x="372" y="2017"/>
                  </a:cubicBezTo>
                  <a:cubicBezTo>
                    <a:pt x="0" y="2358"/>
                    <a:pt x="310" y="2885"/>
                    <a:pt x="745" y="2916"/>
                  </a:cubicBezTo>
                  <a:lnTo>
                    <a:pt x="745" y="2947"/>
                  </a:lnTo>
                  <a:cubicBezTo>
                    <a:pt x="857" y="2959"/>
                    <a:pt x="974" y="2964"/>
                    <a:pt x="1094" y="2964"/>
                  </a:cubicBezTo>
                  <a:cubicBezTo>
                    <a:pt x="1603" y="2964"/>
                    <a:pt x="2166" y="2874"/>
                    <a:pt x="2668" y="2823"/>
                  </a:cubicBezTo>
                  <a:cubicBezTo>
                    <a:pt x="3288" y="2730"/>
                    <a:pt x="3878" y="2699"/>
                    <a:pt x="4498" y="2668"/>
                  </a:cubicBezTo>
                  <a:cubicBezTo>
                    <a:pt x="5081" y="2654"/>
                    <a:pt x="5664" y="2641"/>
                    <a:pt x="6246" y="2641"/>
                  </a:cubicBezTo>
                  <a:cubicBezTo>
                    <a:pt x="6967" y="2641"/>
                    <a:pt x="7687" y="2662"/>
                    <a:pt x="8407" y="2730"/>
                  </a:cubicBezTo>
                  <a:cubicBezTo>
                    <a:pt x="9493" y="2854"/>
                    <a:pt x="10827" y="3103"/>
                    <a:pt x="11974" y="3413"/>
                  </a:cubicBezTo>
                  <a:cubicBezTo>
                    <a:pt x="13221" y="3769"/>
                    <a:pt x="14440" y="4409"/>
                    <a:pt x="15766" y="4409"/>
                  </a:cubicBezTo>
                  <a:cubicBezTo>
                    <a:pt x="15825" y="4409"/>
                    <a:pt x="15885" y="4408"/>
                    <a:pt x="15945" y="4405"/>
                  </a:cubicBezTo>
                  <a:cubicBezTo>
                    <a:pt x="17031" y="4374"/>
                    <a:pt x="17434" y="3165"/>
                    <a:pt x="16783" y="2358"/>
                  </a:cubicBezTo>
                  <a:cubicBezTo>
                    <a:pt x="15821" y="1179"/>
                    <a:pt x="14115" y="807"/>
                    <a:pt x="12719" y="497"/>
                  </a:cubicBezTo>
                  <a:cubicBezTo>
                    <a:pt x="11292" y="187"/>
                    <a:pt x="9865" y="0"/>
                    <a:pt x="84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4171075" y="3548375"/>
              <a:ext cx="468350" cy="176475"/>
            </a:xfrm>
            <a:custGeom>
              <a:rect b="b" l="l" r="r" t="t"/>
              <a:pathLst>
                <a:path extrusionOk="0" h="7059" w="18734">
                  <a:moveTo>
                    <a:pt x="14392" y="0"/>
                  </a:moveTo>
                  <a:cubicBezTo>
                    <a:pt x="13966" y="0"/>
                    <a:pt x="13537" y="15"/>
                    <a:pt x="13119" y="52"/>
                  </a:cubicBezTo>
                  <a:cubicBezTo>
                    <a:pt x="11568" y="176"/>
                    <a:pt x="9986" y="424"/>
                    <a:pt x="8497" y="858"/>
                  </a:cubicBezTo>
                  <a:cubicBezTo>
                    <a:pt x="5488" y="1727"/>
                    <a:pt x="2820" y="3340"/>
                    <a:pt x="586" y="5511"/>
                  </a:cubicBezTo>
                  <a:cubicBezTo>
                    <a:pt x="1" y="6097"/>
                    <a:pt x="523" y="7059"/>
                    <a:pt x="1209" y="7059"/>
                  </a:cubicBezTo>
                  <a:cubicBezTo>
                    <a:pt x="1359" y="7059"/>
                    <a:pt x="1516" y="7013"/>
                    <a:pt x="1672" y="6907"/>
                  </a:cubicBezTo>
                  <a:lnTo>
                    <a:pt x="1672" y="6938"/>
                  </a:lnTo>
                  <a:cubicBezTo>
                    <a:pt x="3999" y="5325"/>
                    <a:pt x="6543" y="4271"/>
                    <a:pt x="9241" y="3588"/>
                  </a:cubicBezTo>
                  <a:cubicBezTo>
                    <a:pt x="10699" y="3216"/>
                    <a:pt x="11723" y="3061"/>
                    <a:pt x="13181" y="2999"/>
                  </a:cubicBezTo>
                  <a:cubicBezTo>
                    <a:pt x="13895" y="2999"/>
                    <a:pt x="14577" y="2999"/>
                    <a:pt x="15291" y="3030"/>
                  </a:cubicBezTo>
                  <a:cubicBezTo>
                    <a:pt x="15621" y="3056"/>
                    <a:pt x="15958" y="3083"/>
                    <a:pt x="16292" y="3083"/>
                  </a:cubicBezTo>
                  <a:cubicBezTo>
                    <a:pt x="16743" y="3083"/>
                    <a:pt x="17190" y="3035"/>
                    <a:pt x="17617" y="2875"/>
                  </a:cubicBezTo>
                  <a:cubicBezTo>
                    <a:pt x="18641" y="2533"/>
                    <a:pt x="18734" y="1355"/>
                    <a:pt x="17927" y="734"/>
                  </a:cubicBezTo>
                  <a:cubicBezTo>
                    <a:pt x="17183" y="176"/>
                    <a:pt x="16190" y="83"/>
                    <a:pt x="15291" y="21"/>
                  </a:cubicBezTo>
                  <a:cubicBezTo>
                    <a:pt x="14995" y="8"/>
                    <a:pt x="14694" y="0"/>
                    <a:pt x="143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4249975" y="3120300"/>
              <a:ext cx="646175" cy="128900"/>
            </a:xfrm>
            <a:custGeom>
              <a:rect b="b" l="l" r="r" t="t"/>
              <a:pathLst>
                <a:path extrusionOk="0" h="5156" w="25847">
                  <a:moveTo>
                    <a:pt x="4673" y="0"/>
                  </a:moveTo>
                  <a:cubicBezTo>
                    <a:pt x="3357" y="0"/>
                    <a:pt x="2054" y="171"/>
                    <a:pt x="750" y="547"/>
                  </a:cubicBezTo>
                  <a:cubicBezTo>
                    <a:pt x="0" y="787"/>
                    <a:pt x="62" y="2041"/>
                    <a:pt x="879" y="2041"/>
                  </a:cubicBezTo>
                  <a:cubicBezTo>
                    <a:pt x="907" y="2041"/>
                    <a:pt x="937" y="2039"/>
                    <a:pt x="967" y="2036"/>
                  </a:cubicBezTo>
                  <a:cubicBezTo>
                    <a:pt x="1439" y="1987"/>
                    <a:pt x="1909" y="1964"/>
                    <a:pt x="2379" y="1964"/>
                  </a:cubicBezTo>
                  <a:cubicBezTo>
                    <a:pt x="5148" y="1964"/>
                    <a:pt x="7869" y="2756"/>
                    <a:pt x="10521" y="3525"/>
                  </a:cubicBezTo>
                  <a:cubicBezTo>
                    <a:pt x="13415" y="4327"/>
                    <a:pt x="16176" y="5156"/>
                    <a:pt x="19049" y="5156"/>
                  </a:cubicBezTo>
                  <a:cubicBezTo>
                    <a:pt x="19287" y="5156"/>
                    <a:pt x="19526" y="5150"/>
                    <a:pt x="19766" y="5138"/>
                  </a:cubicBezTo>
                  <a:cubicBezTo>
                    <a:pt x="21627" y="5076"/>
                    <a:pt x="23426" y="4642"/>
                    <a:pt x="25008" y="3649"/>
                  </a:cubicBezTo>
                  <a:cubicBezTo>
                    <a:pt x="25598" y="3308"/>
                    <a:pt x="25846" y="2564"/>
                    <a:pt x="25567" y="1943"/>
                  </a:cubicBezTo>
                  <a:cubicBezTo>
                    <a:pt x="25368" y="1470"/>
                    <a:pt x="24868" y="1057"/>
                    <a:pt x="24342" y="1057"/>
                  </a:cubicBezTo>
                  <a:cubicBezTo>
                    <a:pt x="24213" y="1057"/>
                    <a:pt x="24082" y="1082"/>
                    <a:pt x="23954" y="1137"/>
                  </a:cubicBezTo>
                  <a:cubicBezTo>
                    <a:pt x="22235" y="1836"/>
                    <a:pt x="20453" y="2123"/>
                    <a:pt x="18680" y="2123"/>
                  </a:cubicBezTo>
                  <a:cubicBezTo>
                    <a:pt x="17701" y="2123"/>
                    <a:pt x="16725" y="2036"/>
                    <a:pt x="15764" y="1881"/>
                  </a:cubicBezTo>
                  <a:cubicBezTo>
                    <a:pt x="12569" y="1385"/>
                    <a:pt x="9498" y="392"/>
                    <a:pt x="6271" y="82"/>
                  </a:cubicBezTo>
                  <a:cubicBezTo>
                    <a:pt x="5736" y="28"/>
                    <a:pt x="5203" y="0"/>
                    <a:pt x="46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5248200" y="2834875"/>
              <a:ext cx="203225" cy="167375"/>
            </a:xfrm>
            <a:custGeom>
              <a:rect b="b" l="l" r="r" t="t"/>
              <a:pathLst>
                <a:path extrusionOk="0" h="6695" w="8129">
                  <a:moveTo>
                    <a:pt x="5639" y="2982"/>
                  </a:moveTo>
                  <a:lnTo>
                    <a:pt x="5639" y="2982"/>
                  </a:lnTo>
                  <a:cubicBezTo>
                    <a:pt x="5631" y="2987"/>
                    <a:pt x="5624" y="2993"/>
                    <a:pt x="5616" y="2999"/>
                  </a:cubicBezTo>
                  <a:cubicBezTo>
                    <a:pt x="5621" y="2993"/>
                    <a:pt x="5629" y="2987"/>
                    <a:pt x="5639" y="2982"/>
                  </a:cubicBezTo>
                  <a:close/>
                  <a:moveTo>
                    <a:pt x="6498" y="0"/>
                  </a:moveTo>
                  <a:cubicBezTo>
                    <a:pt x="6109" y="0"/>
                    <a:pt x="5713" y="75"/>
                    <a:pt x="5398" y="176"/>
                  </a:cubicBezTo>
                  <a:cubicBezTo>
                    <a:pt x="4127" y="579"/>
                    <a:pt x="3010" y="1262"/>
                    <a:pt x="2048" y="2161"/>
                  </a:cubicBezTo>
                  <a:cubicBezTo>
                    <a:pt x="1521" y="2658"/>
                    <a:pt x="1118" y="3247"/>
                    <a:pt x="745" y="3868"/>
                  </a:cubicBezTo>
                  <a:cubicBezTo>
                    <a:pt x="590" y="4147"/>
                    <a:pt x="466" y="4426"/>
                    <a:pt x="342" y="4705"/>
                  </a:cubicBezTo>
                  <a:cubicBezTo>
                    <a:pt x="249" y="4953"/>
                    <a:pt x="156" y="5139"/>
                    <a:pt x="125" y="5419"/>
                  </a:cubicBezTo>
                  <a:cubicBezTo>
                    <a:pt x="94" y="5605"/>
                    <a:pt x="94" y="5605"/>
                    <a:pt x="63" y="5822"/>
                  </a:cubicBezTo>
                  <a:cubicBezTo>
                    <a:pt x="1" y="6132"/>
                    <a:pt x="94" y="6442"/>
                    <a:pt x="373" y="6597"/>
                  </a:cubicBezTo>
                  <a:cubicBezTo>
                    <a:pt x="476" y="6662"/>
                    <a:pt x="607" y="6694"/>
                    <a:pt x="737" y="6694"/>
                  </a:cubicBezTo>
                  <a:cubicBezTo>
                    <a:pt x="920" y="6694"/>
                    <a:pt x="1102" y="6631"/>
                    <a:pt x="1211" y="6504"/>
                  </a:cubicBezTo>
                  <a:cubicBezTo>
                    <a:pt x="1428" y="6256"/>
                    <a:pt x="1676" y="6039"/>
                    <a:pt x="1862" y="5791"/>
                  </a:cubicBezTo>
                  <a:lnTo>
                    <a:pt x="1862" y="5791"/>
                  </a:lnTo>
                  <a:cubicBezTo>
                    <a:pt x="1832" y="5831"/>
                    <a:pt x="1821" y="5845"/>
                    <a:pt x="1822" y="5845"/>
                  </a:cubicBezTo>
                  <a:cubicBezTo>
                    <a:pt x="1822" y="5845"/>
                    <a:pt x="1872" y="5781"/>
                    <a:pt x="1893" y="5760"/>
                  </a:cubicBezTo>
                  <a:cubicBezTo>
                    <a:pt x="1924" y="5698"/>
                    <a:pt x="1986" y="5667"/>
                    <a:pt x="2017" y="5605"/>
                  </a:cubicBezTo>
                  <a:cubicBezTo>
                    <a:pt x="2141" y="5481"/>
                    <a:pt x="2234" y="5357"/>
                    <a:pt x="2358" y="5232"/>
                  </a:cubicBezTo>
                  <a:cubicBezTo>
                    <a:pt x="2545" y="5046"/>
                    <a:pt x="2731" y="4860"/>
                    <a:pt x="2917" y="4674"/>
                  </a:cubicBezTo>
                  <a:cubicBezTo>
                    <a:pt x="2964" y="4650"/>
                    <a:pt x="3175" y="4499"/>
                    <a:pt x="3160" y="4499"/>
                  </a:cubicBezTo>
                  <a:lnTo>
                    <a:pt x="3160" y="4499"/>
                  </a:lnTo>
                  <a:cubicBezTo>
                    <a:pt x="3156" y="4499"/>
                    <a:pt x="3130" y="4514"/>
                    <a:pt x="3072" y="4550"/>
                  </a:cubicBezTo>
                  <a:cubicBezTo>
                    <a:pt x="3258" y="4426"/>
                    <a:pt x="3444" y="4271"/>
                    <a:pt x="3630" y="4147"/>
                  </a:cubicBezTo>
                  <a:cubicBezTo>
                    <a:pt x="3630" y="4134"/>
                    <a:pt x="3673" y="4094"/>
                    <a:pt x="3712" y="4061"/>
                  </a:cubicBezTo>
                  <a:lnTo>
                    <a:pt x="3712" y="4061"/>
                  </a:lnTo>
                  <a:cubicBezTo>
                    <a:pt x="3674" y="4087"/>
                    <a:pt x="3657" y="4096"/>
                    <a:pt x="3655" y="4096"/>
                  </a:cubicBezTo>
                  <a:cubicBezTo>
                    <a:pt x="3650" y="4096"/>
                    <a:pt x="3721" y="4044"/>
                    <a:pt x="3772" y="4013"/>
                  </a:cubicBezTo>
                  <a:lnTo>
                    <a:pt x="3772" y="4013"/>
                  </a:lnTo>
                  <a:cubicBezTo>
                    <a:pt x="3764" y="4019"/>
                    <a:pt x="3739" y="4039"/>
                    <a:pt x="3712" y="4061"/>
                  </a:cubicBezTo>
                  <a:lnTo>
                    <a:pt x="3712" y="4061"/>
                  </a:lnTo>
                  <a:cubicBezTo>
                    <a:pt x="3715" y="4059"/>
                    <a:pt x="3719" y="4056"/>
                    <a:pt x="3723" y="4054"/>
                  </a:cubicBezTo>
                  <a:cubicBezTo>
                    <a:pt x="3760" y="4025"/>
                    <a:pt x="3774" y="4013"/>
                    <a:pt x="3774" y="4012"/>
                  </a:cubicBezTo>
                  <a:lnTo>
                    <a:pt x="3774" y="4012"/>
                  </a:lnTo>
                  <a:cubicBezTo>
                    <a:pt x="3773" y="4012"/>
                    <a:pt x="3773" y="4013"/>
                    <a:pt x="3772" y="4013"/>
                  </a:cubicBezTo>
                  <a:lnTo>
                    <a:pt x="3772" y="4013"/>
                  </a:lnTo>
                  <a:cubicBezTo>
                    <a:pt x="3773" y="4012"/>
                    <a:pt x="3774" y="4011"/>
                    <a:pt x="3774" y="4011"/>
                  </a:cubicBezTo>
                  <a:lnTo>
                    <a:pt x="3774" y="4011"/>
                  </a:lnTo>
                  <a:cubicBezTo>
                    <a:pt x="3774" y="4011"/>
                    <a:pt x="3774" y="4012"/>
                    <a:pt x="3774" y="4012"/>
                  </a:cubicBezTo>
                  <a:lnTo>
                    <a:pt x="3774" y="4012"/>
                  </a:lnTo>
                  <a:cubicBezTo>
                    <a:pt x="3794" y="4000"/>
                    <a:pt x="3810" y="3992"/>
                    <a:pt x="3816" y="3992"/>
                  </a:cubicBezTo>
                  <a:cubicBezTo>
                    <a:pt x="3909" y="3930"/>
                    <a:pt x="4003" y="3868"/>
                    <a:pt x="4127" y="3774"/>
                  </a:cubicBezTo>
                  <a:cubicBezTo>
                    <a:pt x="4375" y="3619"/>
                    <a:pt x="4654" y="3464"/>
                    <a:pt x="4902" y="3309"/>
                  </a:cubicBezTo>
                  <a:cubicBezTo>
                    <a:pt x="5009" y="3282"/>
                    <a:pt x="5117" y="3232"/>
                    <a:pt x="5204" y="3179"/>
                  </a:cubicBezTo>
                  <a:lnTo>
                    <a:pt x="5204" y="3179"/>
                  </a:lnTo>
                  <a:cubicBezTo>
                    <a:pt x="5194" y="3183"/>
                    <a:pt x="5185" y="3185"/>
                    <a:pt x="5181" y="3185"/>
                  </a:cubicBezTo>
                  <a:cubicBezTo>
                    <a:pt x="5194" y="3180"/>
                    <a:pt x="5206" y="3175"/>
                    <a:pt x="5218" y="3170"/>
                  </a:cubicBezTo>
                  <a:lnTo>
                    <a:pt x="5218" y="3170"/>
                  </a:lnTo>
                  <a:cubicBezTo>
                    <a:pt x="5214" y="3173"/>
                    <a:pt x="5209" y="3176"/>
                    <a:pt x="5204" y="3179"/>
                  </a:cubicBezTo>
                  <a:lnTo>
                    <a:pt x="5204" y="3179"/>
                  </a:lnTo>
                  <a:cubicBezTo>
                    <a:pt x="5229" y="3170"/>
                    <a:pt x="5269" y="3153"/>
                    <a:pt x="5297" y="3139"/>
                  </a:cubicBezTo>
                  <a:lnTo>
                    <a:pt x="5297" y="3139"/>
                  </a:lnTo>
                  <a:cubicBezTo>
                    <a:pt x="5271" y="3149"/>
                    <a:pt x="5245" y="3160"/>
                    <a:pt x="5218" y="3170"/>
                  </a:cubicBezTo>
                  <a:lnTo>
                    <a:pt x="5218" y="3170"/>
                  </a:lnTo>
                  <a:cubicBezTo>
                    <a:pt x="5227" y="3165"/>
                    <a:pt x="5235" y="3159"/>
                    <a:pt x="5243" y="3154"/>
                  </a:cubicBezTo>
                  <a:cubicBezTo>
                    <a:pt x="5303" y="3129"/>
                    <a:pt x="5327" y="3119"/>
                    <a:pt x="5331" y="3119"/>
                  </a:cubicBezTo>
                  <a:lnTo>
                    <a:pt x="5331" y="3119"/>
                  </a:lnTo>
                  <a:cubicBezTo>
                    <a:pt x="5335" y="3119"/>
                    <a:pt x="5319" y="3128"/>
                    <a:pt x="5297" y="3139"/>
                  </a:cubicBezTo>
                  <a:lnTo>
                    <a:pt x="5297" y="3139"/>
                  </a:lnTo>
                  <a:cubicBezTo>
                    <a:pt x="5414" y="3092"/>
                    <a:pt x="5530" y="3046"/>
                    <a:pt x="5647" y="2999"/>
                  </a:cubicBezTo>
                  <a:cubicBezTo>
                    <a:pt x="5669" y="2984"/>
                    <a:pt x="5692" y="2966"/>
                    <a:pt x="5712" y="2950"/>
                  </a:cubicBezTo>
                  <a:lnTo>
                    <a:pt x="5712" y="2950"/>
                  </a:lnTo>
                  <a:cubicBezTo>
                    <a:pt x="5736" y="2942"/>
                    <a:pt x="5758" y="2937"/>
                    <a:pt x="5771" y="2937"/>
                  </a:cubicBezTo>
                  <a:cubicBezTo>
                    <a:pt x="5926" y="2875"/>
                    <a:pt x="6050" y="2813"/>
                    <a:pt x="6205" y="2782"/>
                  </a:cubicBezTo>
                  <a:cubicBezTo>
                    <a:pt x="6422" y="2689"/>
                    <a:pt x="6639" y="2596"/>
                    <a:pt x="6825" y="2503"/>
                  </a:cubicBezTo>
                  <a:cubicBezTo>
                    <a:pt x="6847" y="2492"/>
                    <a:pt x="6873" y="2481"/>
                    <a:pt x="6899" y="2470"/>
                  </a:cubicBezTo>
                  <a:lnTo>
                    <a:pt x="6899" y="2470"/>
                  </a:lnTo>
                  <a:cubicBezTo>
                    <a:pt x="6894" y="2473"/>
                    <a:pt x="6891" y="2475"/>
                    <a:pt x="6893" y="2475"/>
                  </a:cubicBezTo>
                  <a:cubicBezTo>
                    <a:pt x="6897" y="2475"/>
                    <a:pt x="6921" y="2466"/>
                    <a:pt x="6981" y="2441"/>
                  </a:cubicBezTo>
                  <a:cubicBezTo>
                    <a:pt x="7291" y="2316"/>
                    <a:pt x="7570" y="2223"/>
                    <a:pt x="7787" y="1944"/>
                  </a:cubicBezTo>
                  <a:cubicBezTo>
                    <a:pt x="8066" y="1572"/>
                    <a:pt x="8128" y="1076"/>
                    <a:pt x="7880" y="641"/>
                  </a:cubicBezTo>
                  <a:cubicBezTo>
                    <a:pt x="7622" y="162"/>
                    <a:pt x="7068" y="0"/>
                    <a:pt x="64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5242950" y="2514275"/>
              <a:ext cx="257325" cy="158525"/>
            </a:xfrm>
            <a:custGeom>
              <a:rect b="b" l="l" r="r" t="t"/>
              <a:pathLst>
                <a:path extrusionOk="0" h="6341" w="10293">
                  <a:moveTo>
                    <a:pt x="9104" y="1"/>
                  </a:moveTo>
                  <a:cubicBezTo>
                    <a:pt x="9087" y="1"/>
                    <a:pt x="9069" y="1"/>
                    <a:pt x="9052" y="2"/>
                  </a:cubicBezTo>
                  <a:cubicBezTo>
                    <a:pt x="8152" y="33"/>
                    <a:pt x="7222" y="157"/>
                    <a:pt x="6353" y="436"/>
                  </a:cubicBezTo>
                  <a:cubicBezTo>
                    <a:pt x="5484" y="715"/>
                    <a:pt x="4709" y="1150"/>
                    <a:pt x="3964" y="1615"/>
                  </a:cubicBezTo>
                  <a:cubicBezTo>
                    <a:pt x="2475" y="2577"/>
                    <a:pt x="1265" y="3787"/>
                    <a:pt x="304" y="5307"/>
                  </a:cubicBezTo>
                  <a:cubicBezTo>
                    <a:pt x="0" y="5797"/>
                    <a:pt x="470" y="6341"/>
                    <a:pt x="960" y="6341"/>
                  </a:cubicBezTo>
                  <a:cubicBezTo>
                    <a:pt x="1120" y="6341"/>
                    <a:pt x="1283" y="6282"/>
                    <a:pt x="1421" y="6144"/>
                  </a:cubicBezTo>
                  <a:cubicBezTo>
                    <a:pt x="2475" y="5059"/>
                    <a:pt x="3747" y="4190"/>
                    <a:pt x="5112" y="3569"/>
                  </a:cubicBezTo>
                  <a:lnTo>
                    <a:pt x="5329" y="3476"/>
                  </a:lnTo>
                  <a:cubicBezTo>
                    <a:pt x="5377" y="3456"/>
                    <a:pt x="5393" y="3449"/>
                    <a:pt x="5394" y="3449"/>
                  </a:cubicBezTo>
                  <a:lnTo>
                    <a:pt x="5394" y="3449"/>
                  </a:lnTo>
                  <a:cubicBezTo>
                    <a:pt x="5394" y="3449"/>
                    <a:pt x="5325" y="3479"/>
                    <a:pt x="5327" y="3479"/>
                  </a:cubicBezTo>
                  <a:cubicBezTo>
                    <a:pt x="5329" y="3479"/>
                    <a:pt x="5365" y="3464"/>
                    <a:pt x="5484" y="3414"/>
                  </a:cubicBezTo>
                  <a:cubicBezTo>
                    <a:pt x="5639" y="3352"/>
                    <a:pt x="5826" y="3290"/>
                    <a:pt x="6012" y="3228"/>
                  </a:cubicBezTo>
                  <a:cubicBezTo>
                    <a:pt x="6353" y="3104"/>
                    <a:pt x="6725" y="3011"/>
                    <a:pt x="7098" y="2887"/>
                  </a:cubicBezTo>
                  <a:cubicBezTo>
                    <a:pt x="7842" y="2639"/>
                    <a:pt x="8587" y="2453"/>
                    <a:pt x="9362" y="2329"/>
                  </a:cubicBezTo>
                  <a:cubicBezTo>
                    <a:pt x="9951" y="2236"/>
                    <a:pt x="10293" y="1553"/>
                    <a:pt x="10200" y="1026"/>
                  </a:cubicBezTo>
                  <a:cubicBezTo>
                    <a:pt x="10139" y="484"/>
                    <a:pt x="9670" y="1"/>
                    <a:pt x="91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3258175" y="251950"/>
              <a:ext cx="3130875" cy="2223600"/>
            </a:xfrm>
            <a:custGeom>
              <a:rect b="b" l="l" r="r" t="t"/>
              <a:pathLst>
                <a:path extrusionOk="0" h="88944" w="125235">
                  <a:moveTo>
                    <a:pt x="43018" y="0"/>
                  </a:moveTo>
                  <a:cubicBezTo>
                    <a:pt x="39405" y="0"/>
                    <a:pt x="35788" y="730"/>
                    <a:pt x="32480" y="2177"/>
                  </a:cubicBezTo>
                  <a:cubicBezTo>
                    <a:pt x="21406" y="7078"/>
                    <a:pt x="14395" y="20945"/>
                    <a:pt x="9400" y="31957"/>
                  </a:cubicBezTo>
                  <a:cubicBezTo>
                    <a:pt x="5833" y="39775"/>
                    <a:pt x="2513" y="47840"/>
                    <a:pt x="1273" y="56371"/>
                  </a:cubicBezTo>
                  <a:cubicBezTo>
                    <a:pt x="1" y="64871"/>
                    <a:pt x="962" y="73961"/>
                    <a:pt x="5461" y="81313"/>
                  </a:cubicBezTo>
                  <a:cubicBezTo>
                    <a:pt x="7880" y="85283"/>
                    <a:pt x="11789" y="88882"/>
                    <a:pt x="16473" y="88944"/>
                  </a:cubicBezTo>
                  <a:cubicBezTo>
                    <a:pt x="18365" y="88944"/>
                    <a:pt x="20258" y="88386"/>
                    <a:pt x="21995" y="87579"/>
                  </a:cubicBezTo>
                  <a:cubicBezTo>
                    <a:pt x="26090" y="85687"/>
                    <a:pt x="29564" y="82491"/>
                    <a:pt x="31798" y="78583"/>
                  </a:cubicBezTo>
                  <a:cubicBezTo>
                    <a:pt x="33123" y="78961"/>
                    <a:pt x="34489" y="79141"/>
                    <a:pt x="35857" y="79141"/>
                  </a:cubicBezTo>
                  <a:cubicBezTo>
                    <a:pt x="42012" y="79141"/>
                    <a:pt x="48194" y="75495"/>
                    <a:pt x="50783" y="69835"/>
                  </a:cubicBezTo>
                  <a:cubicBezTo>
                    <a:pt x="51619" y="70036"/>
                    <a:pt x="52474" y="70133"/>
                    <a:pt x="53330" y="70133"/>
                  </a:cubicBezTo>
                  <a:cubicBezTo>
                    <a:pt x="57618" y="70133"/>
                    <a:pt x="61924" y="67711"/>
                    <a:pt x="63967" y="63910"/>
                  </a:cubicBezTo>
                  <a:cubicBezTo>
                    <a:pt x="66622" y="66894"/>
                    <a:pt x="71057" y="68757"/>
                    <a:pt x="75223" y="68757"/>
                  </a:cubicBezTo>
                  <a:cubicBezTo>
                    <a:pt x="76557" y="68757"/>
                    <a:pt x="77863" y="68566"/>
                    <a:pt x="79074" y="68160"/>
                  </a:cubicBezTo>
                  <a:cubicBezTo>
                    <a:pt x="82083" y="72099"/>
                    <a:pt x="86985" y="74550"/>
                    <a:pt x="91948" y="74612"/>
                  </a:cubicBezTo>
                  <a:cubicBezTo>
                    <a:pt x="92013" y="74613"/>
                    <a:pt x="92077" y="74613"/>
                    <a:pt x="92142" y="74613"/>
                  </a:cubicBezTo>
                  <a:cubicBezTo>
                    <a:pt x="97040" y="74613"/>
                    <a:pt x="101884" y="72297"/>
                    <a:pt x="104946" y="68501"/>
                  </a:cubicBezTo>
                  <a:cubicBezTo>
                    <a:pt x="105287" y="68066"/>
                    <a:pt x="105629" y="67632"/>
                    <a:pt x="106125" y="67384"/>
                  </a:cubicBezTo>
                  <a:cubicBezTo>
                    <a:pt x="106386" y="67254"/>
                    <a:pt x="106669" y="67203"/>
                    <a:pt x="106961" y="67203"/>
                  </a:cubicBezTo>
                  <a:cubicBezTo>
                    <a:pt x="107505" y="67203"/>
                    <a:pt x="108082" y="67378"/>
                    <a:pt x="108607" y="67539"/>
                  </a:cubicBezTo>
                  <a:cubicBezTo>
                    <a:pt x="109799" y="67866"/>
                    <a:pt x="111042" y="68072"/>
                    <a:pt x="112269" y="68072"/>
                  </a:cubicBezTo>
                  <a:cubicBezTo>
                    <a:pt x="113374" y="68072"/>
                    <a:pt x="114465" y="67905"/>
                    <a:pt x="115494" y="67508"/>
                  </a:cubicBezTo>
                  <a:cubicBezTo>
                    <a:pt x="117665" y="66671"/>
                    <a:pt x="119464" y="64592"/>
                    <a:pt x="119495" y="62265"/>
                  </a:cubicBezTo>
                  <a:cubicBezTo>
                    <a:pt x="122846" y="62203"/>
                    <a:pt x="125234" y="57860"/>
                    <a:pt x="123497" y="55006"/>
                  </a:cubicBezTo>
                  <a:cubicBezTo>
                    <a:pt x="123094" y="54324"/>
                    <a:pt x="122535" y="53766"/>
                    <a:pt x="122194" y="53083"/>
                  </a:cubicBezTo>
                  <a:cubicBezTo>
                    <a:pt x="121388" y="51377"/>
                    <a:pt x="122070" y="49330"/>
                    <a:pt x="121636" y="47499"/>
                  </a:cubicBezTo>
                  <a:cubicBezTo>
                    <a:pt x="121295" y="46010"/>
                    <a:pt x="120271" y="44800"/>
                    <a:pt x="119278" y="43653"/>
                  </a:cubicBezTo>
                  <a:cubicBezTo>
                    <a:pt x="116890" y="40861"/>
                    <a:pt x="114284" y="37945"/>
                    <a:pt x="110747" y="36983"/>
                  </a:cubicBezTo>
                  <a:cubicBezTo>
                    <a:pt x="110003" y="36766"/>
                    <a:pt x="109103" y="36580"/>
                    <a:pt x="108700" y="35928"/>
                  </a:cubicBezTo>
                  <a:cubicBezTo>
                    <a:pt x="108421" y="35432"/>
                    <a:pt x="108421" y="34842"/>
                    <a:pt x="108421" y="34284"/>
                  </a:cubicBezTo>
                  <a:cubicBezTo>
                    <a:pt x="108222" y="30387"/>
                    <a:pt x="104631" y="26906"/>
                    <a:pt x="100806" y="26906"/>
                  </a:cubicBezTo>
                  <a:cubicBezTo>
                    <a:pt x="100461" y="26906"/>
                    <a:pt x="100113" y="26935"/>
                    <a:pt x="99766" y="26994"/>
                  </a:cubicBezTo>
                  <a:cubicBezTo>
                    <a:pt x="99921" y="20511"/>
                    <a:pt x="94461" y="14368"/>
                    <a:pt x="87978" y="13810"/>
                  </a:cubicBezTo>
                  <a:cubicBezTo>
                    <a:pt x="87233" y="13748"/>
                    <a:pt x="86395" y="13717"/>
                    <a:pt x="85806" y="13252"/>
                  </a:cubicBezTo>
                  <a:cubicBezTo>
                    <a:pt x="85248" y="12755"/>
                    <a:pt x="85062" y="11980"/>
                    <a:pt x="84844" y="11266"/>
                  </a:cubicBezTo>
                  <a:cubicBezTo>
                    <a:pt x="83790" y="8133"/>
                    <a:pt x="80750" y="5775"/>
                    <a:pt x="77430" y="5527"/>
                  </a:cubicBezTo>
                  <a:cubicBezTo>
                    <a:pt x="76593" y="5465"/>
                    <a:pt x="75724" y="5527"/>
                    <a:pt x="74949" y="5217"/>
                  </a:cubicBezTo>
                  <a:cubicBezTo>
                    <a:pt x="74049" y="4876"/>
                    <a:pt x="73397" y="4038"/>
                    <a:pt x="72684" y="3356"/>
                  </a:cubicBezTo>
                  <a:cubicBezTo>
                    <a:pt x="70686" y="1399"/>
                    <a:pt x="67891" y="336"/>
                    <a:pt x="65097" y="336"/>
                  </a:cubicBezTo>
                  <a:cubicBezTo>
                    <a:pt x="63727" y="336"/>
                    <a:pt x="62358" y="592"/>
                    <a:pt x="61082" y="1122"/>
                  </a:cubicBezTo>
                  <a:cubicBezTo>
                    <a:pt x="59458" y="1772"/>
                    <a:pt x="57890" y="2899"/>
                    <a:pt x="56138" y="2899"/>
                  </a:cubicBezTo>
                  <a:cubicBezTo>
                    <a:pt x="56049" y="2899"/>
                    <a:pt x="55960" y="2896"/>
                    <a:pt x="55870" y="2890"/>
                  </a:cubicBezTo>
                  <a:cubicBezTo>
                    <a:pt x="54878" y="2797"/>
                    <a:pt x="53978" y="2363"/>
                    <a:pt x="53047" y="1991"/>
                  </a:cubicBezTo>
                  <a:cubicBezTo>
                    <a:pt x="49887" y="660"/>
                    <a:pt x="46454" y="0"/>
                    <a:pt x="430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4054650" y="458950"/>
              <a:ext cx="1299050" cy="1476800"/>
            </a:xfrm>
            <a:custGeom>
              <a:rect b="b" l="l" r="r" t="t"/>
              <a:pathLst>
                <a:path extrusionOk="0" h="59072" w="51962">
                  <a:moveTo>
                    <a:pt x="51199" y="1"/>
                  </a:moveTo>
                  <a:cubicBezTo>
                    <a:pt x="50926" y="1"/>
                    <a:pt x="50659" y="181"/>
                    <a:pt x="50659" y="535"/>
                  </a:cubicBezTo>
                  <a:cubicBezTo>
                    <a:pt x="50721" y="1776"/>
                    <a:pt x="49604" y="2459"/>
                    <a:pt x="48611" y="2769"/>
                  </a:cubicBezTo>
                  <a:cubicBezTo>
                    <a:pt x="48094" y="2933"/>
                    <a:pt x="47702" y="3009"/>
                    <a:pt x="47205" y="3009"/>
                  </a:cubicBezTo>
                  <a:cubicBezTo>
                    <a:pt x="47046" y="3009"/>
                    <a:pt x="46876" y="3001"/>
                    <a:pt x="46688" y="2986"/>
                  </a:cubicBezTo>
                  <a:cubicBezTo>
                    <a:pt x="46676" y="2986"/>
                    <a:pt x="46667" y="2986"/>
                    <a:pt x="46659" y="2987"/>
                  </a:cubicBezTo>
                  <a:lnTo>
                    <a:pt x="46659" y="2987"/>
                  </a:lnTo>
                  <a:cubicBezTo>
                    <a:pt x="46659" y="2986"/>
                    <a:pt x="46658" y="2986"/>
                    <a:pt x="46657" y="2986"/>
                  </a:cubicBezTo>
                  <a:lnTo>
                    <a:pt x="46440" y="2955"/>
                  </a:lnTo>
                  <a:cubicBezTo>
                    <a:pt x="46223" y="2924"/>
                    <a:pt x="46037" y="2862"/>
                    <a:pt x="45850" y="2800"/>
                  </a:cubicBezTo>
                  <a:cubicBezTo>
                    <a:pt x="45385" y="2676"/>
                    <a:pt x="44920" y="2521"/>
                    <a:pt x="44485" y="2335"/>
                  </a:cubicBezTo>
                  <a:cubicBezTo>
                    <a:pt x="42717" y="1621"/>
                    <a:pt x="41042" y="691"/>
                    <a:pt x="39119" y="473"/>
                  </a:cubicBezTo>
                  <a:cubicBezTo>
                    <a:pt x="38853" y="440"/>
                    <a:pt x="38585" y="423"/>
                    <a:pt x="38318" y="423"/>
                  </a:cubicBezTo>
                  <a:cubicBezTo>
                    <a:pt x="36871" y="423"/>
                    <a:pt x="35432" y="907"/>
                    <a:pt x="34279" y="1745"/>
                  </a:cubicBezTo>
                  <a:cubicBezTo>
                    <a:pt x="32883" y="2738"/>
                    <a:pt x="31736" y="4227"/>
                    <a:pt x="31270" y="5964"/>
                  </a:cubicBezTo>
                  <a:cubicBezTo>
                    <a:pt x="30774" y="7670"/>
                    <a:pt x="31084" y="9439"/>
                    <a:pt x="31798" y="11083"/>
                  </a:cubicBezTo>
                  <a:cubicBezTo>
                    <a:pt x="33008" y="13875"/>
                    <a:pt x="35799" y="16605"/>
                    <a:pt x="34745" y="19893"/>
                  </a:cubicBezTo>
                  <a:cubicBezTo>
                    <a:pt x="33690" y="23243"/>
                    <a:pt x="30092" y="24701"/>
                    <a:pt x="26927" y="25198"/>
                  </a:cubicBezTo>
                  <a:cubicBezTo>
                    <a:pt x="25303" y="25457"/>
                    <a:pt x="23668" y="25500"/>
                    <a:pt x="22031" y="25500"/>
                  </a:cubicBezTo>
                  <a:cubicBezTo>
                    <a:pt x="21245" y="25500"/>
                    <a:pt x="20458" y="25490"/>
                    <a:pt x="19672" y="25490"/>
                  </a:cubicBezTo>
                  <a:cubicBezTo>
                    <a:pt x="18188" y="25490"/>
                    <a:pt x="16706" y="25525"/>
                    <a:pt x="15232" y="25725"/>
                  </a:cubicBezTo>
                  <a:cubicBezTo>
                    <a:pt x="11758" y="26221"/>
                    <a:pt x="8625" y="27803"/>
                    <a:pt x="6236" y="30378"/>
                  </a:cubicBezTo>
                  <a:cubicBezTo>
                    <a:pt x="4003" y="32767"/>
                    <a:pt x="2451" y="35776"/>
                    <a:pt x="1459" y="38909"/>
                  </a:cubicBezTo>
                  <a:cubicBezTo>
                    <a:pt x="497" y="42042"/>
                    <a:pt x="1" y="45299"/>
                    <a:pt x="187" y="48526"/>
                  </a:cubicBezTo>
                  <a:cubicBezTo>
                    <a:pt x="373" y="51752"/>
                    <a:pt x="1211" y="55164"/>
                    <a:pt x="3444" y="57522"/>
                  </a:cubicBezTo>
                  <a:cubicBezTo>
                    <a:pt x="4003" y="58080"/>
                    <a:pt x="4623" y="58577"/>
                    <a:pt x="5305" y="58980"/>
                  </a:cubicBezTo>
                  <a:cubicBezTo>
                    <a:pt x="5408" y="59044"/>
                    <a:pt x="5517" y="59072"/>
                    <a:pt x="5624" y="59072"/>
                  </a:cubicBezTo>
                  <a:cubicBezTo>
                    <a:pt x="6194" y="59072"/>
                    <a:pt x="6722" y="58276"/>
                    <a:pt x="6174" y="57832"/>
                  </a:cubicBezTo>
                  <a:cubicBezTo>
                    <a:pt x="1211" y="53737"/>
                    <a:pt x="1335" y="46323"/>
                    <a:pt x="2855" y="40615"/>
                  </a:cubicBezTo>
                  <a:cubicBezTo>
                    <a:pt x="3661" y="37606"/>
                    <a:pt x="4964" y="34628"/>
                    <a:pt x="6981" y="32239"/>
                  </a:cubicBezTo>
                  <a:cubicBezTo>
                    <a:pt x="9152" y="29696"/>
                    <a:pt x="11944" y="28052"/>
                    <a:pt x="15263" y="27524"/>
                  </a:cubicBezTo>
                  <a:cubicBezTo>
                    <a:pt x="16844" y="27284"/>
                    <a:pt x="18435" y="27245"/>
                    <a:pt x="20027" y="27245"/>
                  </a:cubicBezTo>
                  <a:cubicBezTo>
                    <a:pt x="20800" y="27245"/>
                    <a:pt x="21574" y="27254"/>
                    <a:pt x="22347" y="27254"/>
                  </a:cubicBezTo>
                  <a:cubicBezTo>
                    <a:pt x="23888" y="27254"/>
                    <a:pt x="25428" y="27217"/>
                    <a:pt x="26958" y="26997"/>
                  </a:cubicBezTo>
                  <a:cubicBezTo>
                    <a:pt x="30371" y="26531"/>
                    <a:pt x="33876" y="25167"/>
                    <a:pt x="35799" y="22126"/>
                  </a:cubicBezTo>
                  <a:cubicBezTo>
                    <a:pt x="36792" y="20544"/>
                    <a:pt x="37164" y="18652"/>
                    <a:pt x="36761" y="16822"/>
                  </a:cubicBezTo>
                  <a:cubicBezTo>
                    <a:pt x="36420" y="15209"/>
                    <a:pt x="35520" y="13751"/>
                    <a:pt x="34745" y="12324"/>
                  </a:cubicBezTo>
                  <a:cubicBezTo>
                    <a:pt x="34031" y="10990"/>
                    <a:pt x="33287" y="9501"/>
                    <a:pt x="33287" y="8043"/>
                  </a:cubicBezTo>
                  <a:cubicBezTo>
                    <a:pt x="33287" y="6678"/>
                    <a:pt x="33969" y="5406"/>
                    <a:pt x="34962" y="4444"/>
                  </a:cubicBezTo>
                  <a:cubicBezTo>
                    <a:pt x="35241" y="4165"/>
                    <a:pt x="35427" y="4010"/>
                    <a:pt x="35644" y="3855"/>
                  </a:cubicBezTo>
                  <a:cubicBezTo>
                    <a:pt x="35831" y="3762"/>
                    <a:pt x="35986" y="3638"/>
                    <a:pt x="36172" y="3545"/>
                  </a:cubicBezTo>
                  <a:cubicBezTo>
                    <a:pt x="36265" y="3514"/>
                    <a:pt x="36327" y="3452"/>
                    <a:pt x="36420" y="3420"/>
                  </a:cubicBezTo>
                  <a:cubicBezTo>
                    <a:pt x="36441" y="3399"/>
                    <a:pt x="36563" y="3350"/>
                    <a:pt x="36589" y="3339"/>
                  </a:cubicBezTo>
                  <a:lnTo>
                    <a:pt x="36589" y="3339"/>
                  </a:lnTo>
                  <a:cubicBezTo>
                    <a:pt x="36574" y="3346"/>
                    <a:pt x="36559" y="3352"/>
                    <a:pt x="36544" y="3358"/>
                  </a:cubicBezTo>
                  <a:cubicBezTo>
                    <a:pt x="36581" y="3344"/>
                    <a:pt x="36595" y="3338"/>
                    <a:pt x="36595" y="3338"/>
                  </a:cubicBezTo>
                  <a:lnTo>
                    <a:pt x="36595" y="3338"/>
                  </a:lnTo>
                  <a:cubicBezTo>
                    <a:pt x="36594" y="3338"/>
                    <a:pt x="36593" y="3338"/>
                    <a:pt x="36589" y="3339"/>
                  </a:cubicBezTo>
                  <a:lnTo>
                    <a:pt x="36589" y="3339"/>
                  </a:lnTo>
                  <a:cubicBezTo>
                    <a:pt x="37195" y="3088"/>
                    <a:pt x="37627" y="2996"/>
                    <a:pt x="38160" y="2996"/>
                  </a:cubicBezTo>
                  <a:cubicBezTo>
                    <a:pt x="38314" y="2996"/>
                    <a:pt x="38476" y="3004"/>
                    <a:pt x="38653" y="3017"/>
                  </a:cubicBezTo>
                  <a:cubicBezTo>
                    <a:pt x="40298" y="3110"/>
                    <a:pt x="42066" y="4072"/>
                    <a:pt x="43648" y="4692"/>
                  </a:cubicBezTo>
                  <a:cubicBezTo>
                    <a:pt x="44669" y="5065"/>
                    <a:pt x="45690" y="5327"/>
                    <a:pt x="46726" y="5327"/>
                  </a:cubicBezTo>
                  <a:cubicBezTo>
                    <a:pt x="47328" y="5327"/>
                    <a:pt x="47934" y="5239"/>
                    <a:pt x="48549" y="5034"/>
                  </a:cubicBezTo>
                  <a:cubicBezTo>
                    <a:pt x="49945" y="4599"/>
                    <a:pt x="51248" y="3731"/>
                    <a:pt x="51745" y="2273"/>
                  </a:cubicBezTo>
                  <a:cubicBezTo>
                    <a:pt x="51962" y="1683"/>
                    <a:pt x="51931" y="1001"/>
                    <a:pt x="51745" y="380"/>
                  </a:cubicBezTo>
                  <a:cubicBezTo>
                    <a:pt x="51660" y="126"/>
                    <a:pt x="51427" y="1"/>
                    <a:pt x="511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4445550" y="1548125"/>
              <a:ext cx="121750" cy="477025"/>
            </a:xfrm>
            <a:custGeom>
              <a:rect b="b" l="l" r="r" t="t"/>
              <a:pathLst>
                <a:path extrusionOk="0" h="19081" w="4870">
                  <a:moveTo>
                    <a:pt x="565" y="1"/>
                  </a:moveTo>
                  <a:cubicBezTo>
                    <a:pt x="286" y="1"/>
                    <a:pt x="0" y="214"/>
                    <a:pt x="124" y="523"/>
                  </a:cubicBezTo>
                  <a:lnTo>
                    <a:pt x="155" y="523"/>
                  </a:lnTo>
                  <a:cubicBezTo>
                    <a:pt x="713" y="1919"/>
                    <a:pt x="1116" y="3377"/>
                    <a:pt x="1520" y="4835"/>
                  </a:cubicBezTo>
                  <a:cubicBezTo>
                    <a:pt x="1892" y="6262"/>
                    <a:pt x="2202" y="7782"/>
                    <a:pt x="2419" y="9271"/>
                  </a:cubicBezTo>
                  <a:cubicBezTo>
                    <a:pt x="2791" y="12342"/>
                    <a:pt x="2450" y="15351"/>
                    <a:pt x="2326" y="18391"/>
                  </a:cubicBezTo>
                  <a:cubicBezTo>
                    <a:pt x="2310" y="18855"/>
                    <a:pt x="2630" y="19080"/>
                    <a:pt x="2974" y="19080"/>
                  </a:cubicBezTo>
                  <a:cubicBezTo>
                    <a:pt x="3274" y="19080"/>
                    <a:pt x="3592" y="18909"/>
                    <a:pt x="3722" y="18577"/>
                  </a:cubicBezTo>
                  <a:cubicBezTo>
                    <a:pt x="4870" y="15568"/>
                    <a:pt x="4715" y="12156"/>
                    <a:pt x="4250" y="9023"/>
                  </a:cubicBezTo>
                  <a:cubicBezTo>
                    <a:pt x="3784" y="5827"/>
                    <a:pt x="2667" y="2911"/>
                    <a:pt x="930" y="181"/>
                  </a:cubicBezTo>
                  <a:cubicBezTo>
                    <a:pt x="847" y="56"/>
                    <a:pt x="707" y="1"/>
                    <a:pt x="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3808025" y="1749525"/>
              <a:ext cx="248675" cy="480275"/>
            </a:xfrm>
            <a:custGeom>
              <a:rect b="b" l="l" r="r" t="t"/>
              <a:pathLst>
                <a:path extrusionOk="0" h="19211" w="9947">
                  <a:moveTo>
                    <a:pt x="1267" y="1"/>
                  </a:moveTo>
                  <a:cubicBezTo>
                    <a:pt x="998" y="1"/>
                    <a:pt x="720" y="143"/>
                    <a:pt x="621" y="439"/>
                  </a:cubicBezTo>
                  <a:cubicBezTo>
                    <a:pt x="218" y="1835"/>
                    <a:pt x="1" y="3262"/>
                    <a:pt x="32" y="4751"/>
                  </a:cubicBezTo>
                  <a:cubicBezTo>
                    <a:pt x="94" y="6240"/>
                    <a:pt x="373" y="7698"/>
                    <a:pt x="808" y="9094"/>
                  </a:cubicBezTo>
                  <a:cubicBezTo>
                    <a:pt x="1645" y="11855"/>
                    <a:pt x="3196" y="14585"/>
                    <a:pt x="5337" y="16539"/>
                  </a:cubicBezTo>
                  <a:cubicBezTo>
                    <a:pt x="6546" y="17656"/>
                    <a:pt x="7911" y="18525"/>
                    <a:pt x="9431" y="19176"/>
                  </a:cubicBezTo>
                  <a:cubicBezTo>
                    <a:pt x="9480" y="19200"/>
                    <a:pt x="9526" y="19211"/>
                    <a:pt x="9569" y="19211"/>
                  </a:cubicBezTo>
                  <a:cubicBezTo>
                    <a:pt x="9806" y="19211"/>
                    <a:pt x="9947" y="18894"/>
                    <a:pt x="9711" y="18711"/>
                  </a:cubicBezTo>
                  <a:cubicBezTo>
                    <a:pt x="7570" y="17098"/>
                    <a:pt x="5709" y="14926"/>
                    <a:pt x="4375" y="12662"/>
                  </a:cubicBezTo>
                  <a:cubicBezTo>
                    <a:pt x="3010" y="10366"/>
                    <a:pt x="2203" y="7791"/>
                    <a:pt x="1924" y="5154"/>
                  </a:cubicBezTo>
                  <a:cubicBezTo>
                    <a:pt x="1738" y="3665"/>
                    <a:pt x="1707" y="2083"/>
                    <a:pt x="1862" y="594"/>
                  </a:cubicBezTo>
                  <a:cubicBezTo>
                    <a:pt x="1896" y="205"/>
                    <a:pt x="1589" y="1"/>
                    <a:pt x="12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3796400" y="1502425"/>
              <a:ext cx="276925" cy="148325"/>
            </a:xfrm>
            <a:custGeom>
              <a:rect b="b" l="l" r="r" t="t"/>
              <a:pathLst>
                <a:path extrusionOk="0" h="5933" w="11077">
                  <a:moveTo>
                    <a:pt x="1722" y="1"/>
                  </a:moveTo>
                  <a:cubicBezTo>
                    <a:pt x="1590" y="1"/>
                    <a:pt x="1459" y="9"/>
                    <a:pt x="1335" y="24"/>
                  </a:cubicBezTo>
                  <a:cubicBezTo>
                    <a:pt x="993" y="55"/>
                    <a:pt x="776" y="210"/>
                    <a:pt x="497" y="396"/>
                  </a:cubicBezTo>
                  <a:cubicBezTo>
                    <a:pt x="156" y="613"/>
                    <a:pt x="1" y="1172"/>
                    <a:pt x="373" y="1482"/>
                  </a:cubicBezTo>
                  <a:cubicBezTo>
                    <a:pt x="559" y="1668"/>
                    <a:pt x="714" y="1854"/>
                    <a:pt x="962" y="1947"/>
                  </a:cubicBezTo>
                  <a:cubicBezTo>
                    <a:pt x="1179" y="2040"/>
                    <a:pt x="1428" y="2102"/>
                    <a:pt x="1645" y="2164"/>
                  </a:cubicBezTo>
                  <a:cubicBezTo>
                    <a:pt x="2079" y="2258"/>
                    <a:pt x="2513" y="2320"/>
                    <a:pt x="2948" y="2413"/>
                  </a:cubicBezTo>
                  <a:cubicBezTo>
                    <a:pt x="3816" y="2599"/>
                    <a:pt x="4685" y="2847"/>
                    <a:pt x="5522" y="3219"/>
                  </a:cubicBezTo>
                  <a:cubicBezTo>
                    <a:pt x="6329" y="3560"/>
                    <a:pt x="7198" y="3964"/>
                    <a:pt x="7973" y="4398"/>
                  </a:cubicBezTo>
                  <a:cubicBezTo>
                    <a:pt x="8749" y="4832"/>
                    <a:pt x="9617" y="5267"/>
                    <a:pt x="10393" y="5856"/>
                  </a:cubicBezTo>
                  <a:cubicBezTo>
                    <a:pt x="10454" y="5909"/>
                    <a:pt x="10529" y="5933"/>
                    <a:pt x="10605" y="5933"/>
                  </a:cubicBezTo>
                  <a:cubicBezTo>
                    <a:pt x="10840" y="5933"/>
                    <a:pt x="11077" y="5710"/>
                    <a:pt x="10889" y="5453"/>
                  </a:cubicBezTo>
                  <a:cubicBezTo>
                    <a:pt x="10362" y="4677"/>
                    <a:pt x="9803" y="3809"/>
                    <a:pt x="9121" y="3188"/>
                  </a:cubicBezTo>
                  <a:cubicBezTo>
                    <a:pt x="8345" y="2475"/>
                    <a:pt x="7508" y="1854"/>
                    <a:pt x="6577" y="1420"/>
                  </a:cubicBezTo>
                  <a:cubicBezTo>
                    <a:pt x="5616" y="955"/>
                    <a:pt x="4685" y="582"/>
                    <a:pt x="3692" y="334"/>
                  </a:cubicBezTo>
                  <a:cubicBezTo>
                    <a:pt x="3165" y="179"/>
                    <a:pt x="2637" y="55"/>
                    <a:pt x="2110" y="24"/>
                  </a:cubicBezTo>
                  <a:cubicBezTo>
                    <a:pt x="1986" y="9"/>
                    <a:pt x="1854" y="1"/>
                    <a:pt x="17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3795400" y="333225"/>
              <a:ext cx="971225" cy="687975"/>
            </a:xfrm>
            <a:custGeom>
              <a:rect b="b" l="l" r="r" t="t"/>
              <a:pathLst>
                <a:path extrusionOk="0" h="27519" w="38849">
                  <a:moveTo>
                    <a:pt x="36496" y="1"/>
                  </a:moveTo>
                  <a:cubicBezTo>
                    <a:pt x="36474" y="1"/>
                    <a:pt x="36451" y="4"/>
                    <a:pt x="36429" y="12"/>
                  </a:cubicBezTo>
                  <a:cubicBezTo>
                    <a:pt x="35126" y="694"/>
                    <a:pt x="33854" y="1408"/>
                    <a:pt x="32582" y="2214"/>
                  </a:cubicBezTo>
                  <a:cubicBezTo>
                    <a:pt x="31434" y="2897"/>
                    <a:pt x="30287" y="3579"/>
                    <a:pt x="29232" y="4417"/>
                  </a:cubicBezTo>
                  <a:cubicBezTo>
                    <a:pt x="27526" y="5782"/>
                    <a:pt x="25944" y="7891"/>
                    <a:pt x="26843" y="10187"/>
                  </a:cubicBezTo>
                  <a:cubicBezTo>
                    <a:pt x="27681" y="12327"/>
                    <a:pt x="29945" y="13320"/>
                    <a:pt x="31962" y="14002"/>
                  </a:cubicBezTo>
                  <a:cubicBezTo>
                    <a:pt x="33668" y="14592"/>
                    <a:pt x="35963" y="15367"/>
                    <a:pt x="36181" y="17415"/>
                  </a:cubicBezTo>
                  <a:cubicBezTo>
                    <a:pt x="36305" y="18252"/>
                    <a:pt x="36057" y="19183"/>
                    <a:pt x="35467" y="19803"/>
                  </a:cubicBezTo>
                  <a:cubicBezTo>
                    <a:pt x="34913" y="20413"/>
                    <a:pt x="34186" y="20651"/>
                    <a:pt x="33397" y="20651"/>
                  </a:cubicBezTo>
                  <a:cubicBezTo>
                    <a:pt x="33302" y="20651"/>
                    <a:pt x="33206" y="20648"/>
                    <a:pt x="33109" y="20641"/>
                  </a:cubicBezTo>
                  <a:cubicBezTo>
                    <a:pt x="32923" y="20610"/>
                    <a:pt x="32706" y="20579"/>
                    <a:pt x="32458" y="20517"/>
                  </a:cubicBezTo>
                  <a:cubicBezTo>
                    <a:pt x="32241" y="20455"/>
                    <a:pt x="32148" y="20424"/>
                    <a:pt x="31931" y="20300"/>
                  </a:cubicBezTo>
                  <a:cubicBezTo>
                    <a:pt x="31496" y="20052"/>
                    <a:pt x="31186" y="19710"/>
                    <a:pt x="30876" y="19276"/>
                  </a:cubicBezTo>
                  <a:cubicBezTo>
                    <a:pt x="30162" y="18252"/>
                    <a:pt x="29635" y="17135"/>
                    <a:pt x="28704" y="16236"/>
                  </a:cubicBezTo>
                  <a:cubicBezTo>
                    <a:pt x="27141" y="14751"/>
                    <a:pt x="25097" y="13944"/>
                    <a:pt x="22976" y="13944"/>
                  </a:cubicBezTo>
                  <a:cubicBezTo>
                    <a:pt x="22571" y="13944"/>
                    <a:pt x="22163" y="13974"/>
                    <a:pt x="21756" y="14033"/>
                  </a:cubicBezTo>
                  <a:cubicBezTo>
                    <a:pt x="20360" y="14219"/>
                    <a:pt x="19088" y="14716"/>
                    <a:pt x="17816" y="15274"/>
                  </a:cubicBezTo>
                  <a:cubicBezTo>
                    <a:pt x="16544" y="15833"/>
                    <a:pt x="15210" y="16484"/>
                    <a:pt x="13907" y="17073"/>
                  </a:cubicBezTo>
                  <a:cubicBezTo>
                    <a:pt x="11177" y="18345"/>
                    <a:pt x="8354" y="19524"/>
                    <a:pt x="5687" y="20951"/>
                  </a:cubicBezTo>
                  <a:cubicBezTo>
                    <a:pt x="4508" y="21603"/>
                    <a:pt x="3391" y="22316"/>
                    <a:pt x="2367" y="23216"/>
                  </a:cubicBezTo>
                  <a:cubicBezTo>
                    <a:pt x="1344" y="24084"/>
                    <a:pt x="413" y="25139"/>
                    <a:pt x="134" y="26473"/>
                  </a:cubicBezTo>
                  <a:cubicBezTo>
                    <a:pt x="0" y="27052"/>
                    <a:pt x="457" y="27518"/>
                    <a:pt x="956" y="27518"/>
                  </a:cubicBezTo>
                  <a:cubicBezTo>
                    <a:pt x="1152" y="27518"/>
                    <a:pt x="1354" y="27446"/>
                    <a:pt x="1530" y="27280"/>
                  </a:cubicBezTo>
                  <a:cubicBezTo>
                    <a:pt x="2336" y="26504"/>
                    <a:pt x="3019" y="25635"/>
                    <a:pt x="3856" y="24891"/>
                  </a:cubicBezTo>
                  <a:cubicBezTo>
                    <a:pt x="4725" y="24177"/>
                    <a:pt x="5624" y="23619"/>
                    <a:pt x="6586" y="23092"/>
                  </a:cubicBezTo>
                  <a:cubicBezTo>
                    <a:pt x="8851" y="21789"/>
                    <a:pt x="11301" y="20765"/>
                    <a:pt x="13659" y="19648"/>
                  </a:cubicBezTo>
                  <a:cubicBezTo>
                    <a:pt x="14993" y="19028"/>
                    <a:pt x="16296" y="18407"/>
                    <a:pt x="17630" y="17787"/>
                  </a:cubicBezTo>
                  <a:cubicBezTo>
                    <a:pt x="18840" y="17229"/>
                    <a:pt x="20018" y="16670"/>
                    <a:pt x="21321" y="16329"/>
                  </a:cubicBezTo>
                  <a:cubicBezTo>
                    <a:pt x="21884" y="16186"/>
                    <a:pt x="22452" y="16115"/>
                    <a:pt x="23013" y="16115"/>
                  </a:cubicBezTo>
                  <a:cubicBezTo>
                    <a:pt x="24649" y="16115"/>
                    <a:pt x="26223" y="16726"/>
                    <a:pt x="27402" y="17973"/>
                  </a:cubicBezTo>
                  <a:cubicBezTo>
                    <a:pt x="28177" y="18842"/>
                    <a:pt x="28611" y="19927"/>
                    <a:pt x="29294" y="20827"/>
                  </a:cubicBezTo>
                  <a:cubicBezTo>
                    <a:pt x="30038" y="21820"/>
                    <a:pt x="31062" y="22533"/>
                    <a:pt x="32272" y="22781"/>
                  </a:cubicBezTo>
                  <a:cubicBezTo>
                    <a:pt x="32612" y="22848"/>
                    <a:pt x="32953" y="22880"/>
                    <a:pt x="33290" y="22880"/>
                  </a:cubicBezTo>
                  <a:cubicBezTo>
                    <a:pt x="35318" y="22880"/>
                    <a:pt x="37204" y="21710"/>
                    <a:pt x="37949" y="19741"/>
                  </a:cubicBezTo>
                  <a:cubicBezTo>
                    <a:pt x="38848" y="17446"/>
                    <a:pt x="37980" y="15119"/>
                    <a:pt x="36088" y="13754"/>
                  </a:cubicBezTo>
                  <a:cubicBezTo>
                    <a:pt x="34288" y="12482"/>
                    <a:pt x="31962" y="12358"/>
                    <a:pt x="30100" y="11272"/>
                  </a:cubicBezTo>
                  <a:cubicBezTo>
                    <a:pt x="29232" y="10776"/>
                    <a:pt x="28363" y="10063"/>
                    <a:pt x="28239" y="9008"/>
                  </a:cubicBezTo>
                  <a:cubicBezTo>
                    <a:pt x="28115" y="7860"/>
                    <a:pt x="28860" y="6836"/>
                    <a:pt x="29635" y="6092"/>
                  </a:cubicBezTo>
                  <a:cubicBezTo>
                    <a:pt x="30628" y="5099"/>
                    <a:pt x="31838" y="4293"/>
                    <a:pt x="32923" y="3424"/>
                  </a:cubicBezTo>
                  <a:cubicBezTo>
                    <a:pt x="34226" y="2431"/>
                    <a:pt x="35467" y="1408"/>
                    <a:pt x="36646" y="291"/>
                  </a:cubicBezTo>
                  <a:cubicBezTo>
                    <a:pt x="36782" y="182"/>
                    <a:pt x="36655" y="1"/>
                    <a:pt x="36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3833625" y="591100"/>
              <a:ext cx="192350" cy="245175"/>
            </a:xfrm>
            <a:custGeom>
              <a:rect b="b" l="l" r="r" t="t"/>
              <a:pathLst>
                <a:path extrusionOk="0" h="9807" w="7694">
                  <a:moveTo>
                    <a:pt x="1741" y="0"/>
                  </a:moveTo>
                  <a:cubicBezTo>
                    <a:pt x="1540" y="0"/>
                    <a:pt x="1339" y="92"/>
                    <a:pt x="1210" y="306"/>
                  </a:cubicBezTo>
                  <a:cubicBezTo>
                    <a:pt x="1" y="2446"/>
                    <a:pt x="156" y="5114"/>
                    <a:pt x="1521" y="7162"/>
                  </a:cubicBezTo>
                  <a:cubicBezTo>
                    <a:pt x="2688" y="8858"/>
                    <a:pt x="4653" y="9806"/>
                    <a:pt x="6679" y="9806"/>
                  </a:cubicBezTo>
                  <a:cubicBezTo>
                    <a:pt x="6913" y="9806"/>
                    <a:pt x="7149" y="9793"/>
                    <a:pt x="7384" y="9768"/>
                  </a:cubicBezTo>
                  <a:cubicBezTo>
                    <a:pt x="7601" y="9737"/>
                    <a:pt x="7694" y="9395"/>
                    <a:pt x="7446" y="9364"/>
                  </a:cubicBezTo>
                  <a:cubicBezTo>
                    <a:pt x="5616" y="9023"/>
                    <a:pt x="4002" y="7844"/>
                    <a:pt x="3010" y="6293"/>
                  </a:cubicBezTo>
                  <a:cubicBezTo>
                    <a:pt x="1986" y="4711"/>
                    <a:pt x="1831" y="2571"/>
                    <a:pt x="2358" y="802"/>
                  </a:cubicBezTo>
                  <a:cubicBezTo>
                    <a:pt x="2501" y="335"/>
                    <a:pt x="2123" y="0"/>
                    <a:pt x="1741" y="0"/>
                  </a:cubicBezTo>
                  <a:close/>
                </a:path>
              </a:pathLst>
            </a:custGeom>
            <a:solidFill>
              <a:srgbClr val="C167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5297600" y="739725"/>
              <a:ext cx="1003025" cy="1089100"/>
            </a:xfrm>
            <a:custGeom>
              <a:rect b="b" l="l" r="r" t="t"/>
              <a:pathLst>
                <a:path extrusionOk="0" h="43564" w="40121">
                  <a:moveTo>
                    <a:pt x="443" y="0"/>
                  </a:moveTo>
                  <a:cubicBezTo>
                    <a:pt x="168" y="0"/>
                    <a:pt x="1" y="361"/>
                    <a:pt x="289" y="534"/>
                  </a:cubicBezTo>
                  <a:cubicBezTo>
                    <a:pt x="1654" y="1310"/>
                    <a:pt x="2988" y="2054"/>
                    <a:pt x="4260" y="2954"/>
                  </a:cubicBezTo>
                  <a:cubicBezTo>
                    <a:pt x="5501" y="3854"/>
                    <a:pt x="6618" y="4908"/>
                    <a:pt x="7641" y="6056"/>
                  </a:cubicBezTo>
                  <a:cubicBezTo>
                    <a:pt x="9968" y="8600"/>
                    <a:pt x="11209" y="11764"/>
                    <a:pt x="12419" y="14928"/>
                  </a:cubicBezTo>
                  <a:cubicBezTo>
                    <a:pt x="13629" y="18123"/>
                    <a:pt x="15211" y="21846"/>
                    <a:pt x="14528" y="25382"/>
                  </a:cubicBezTo>
                  <a:cubicBezTo>
                    <a:pt x="13877" y="28578"/>
                    <a:pt x="11550" y="31090"/>
                    <a:pt x="10713" y="34224"/>
                  </a:cubicBezTo>
                  <a:cubicBezTo>
                    <a:pt x="10030" y="36891"/>
                    <a:pt x="10309" y="40180"/>
                    <a:pt x="12791" y="41824"/>
                  </a:cubicBezTo>
                  <a:cubicBezTo>
                    <a:pt x="13646" y="42390"/>
                    <a:pt x="14596" y="42638"/>
                    <a:pt x="15554" y="42638"/>
                  </a:cubicBezTo>
                  <a:cubicBezTo>
                    <a:pt x="17586" y="42638"/>
                    <a:pt x="19654" y="41523"/>
                    <a:pt x="20919" y="39963"/>
                  </a:cubicBezTo>
                  <a:cubicBezTo>
                    <a:pt x="21942" y="38691"/>
                    <a:pt x="22625" y="37202"/>
                    <a:pt x="23090" y="35651"/>
                  </a:cubicBezTo>
                  <a:cubicBezTo>
                    <a:pt x="23462" y="34379"/>
                    <a:pt x="23710" y="33045"/>
                    <a:pt x="24176" y="31773"/>
                  </a:cubicBezTo>
                  <a:cubicBezTo>
                    <a:pt x="24548" y="30749"/>
                    <a:pt x="25075" y="29632"/>
                    <a:pt x="26068" y="29074"/>
                  </a:cubicBezTo>
                  <a:cubicBezTo>
                    <a:pt x="26476" y="28844"/>
                    <a:pt x="26912" y="28744"/>
                    <a:pt x="27351" y="28744"/>
                  </a:cubicBezTo>
                  <a:cubicBezTo>
                    <a:pt x="28212" y="28744"/>
                    <a:pt x="29081" y="29129"/>
                    <a:pt x="29760" y="29663"/>
                  </a:cubicBezTo>
                  <a:cubicBezTo>
                    <a:pt x="31683" y="31121"/>
                    <a:pt x="32614" y="33541"/>
                    <a:pt x="33451" y="35713"/>
                  </a:cubicBezTo>
                  <a:cubicBezTo>
                    <a:pt x="34382" y="38070"/>
                    <a:pt x="35250" y="40583"/>
                    <a:pt x="37081" y="42413"/>
                  </a:cubicBezTo>
                  <a:cubicBezTo>
                    <a:pt x="37546" y="42879"/>
                    <a:pt x="38042" y="43220"/>
                    <a:pt x="38632" y="43499"/>
                  </a:cubicBezTo>
                  <a:cubicBezTo>
                    <a:pt x="38739" y="43544"/>
                    <a:pt x="38848" y="43564"/>
                    <a:pt x="38954" y="43564"/>
                  </a:cubicBezTo>
                  <a:cubicBezTo>
                    <a:pt x="39586" y="43564"/>
                    <a:pt x="40120" y="42847"/>
                    <a:pt x="39562" y="42289"/>
                  </a:cubicBezTo>
                  <a:cubicBezTo>
                    <a:pt x="38725" y="41452"/>
                    <a:pt x="37949" y="40614"/>
                    <a:pt x="37360" y="39621"/>
                  </a:cubicBezTo>
                  <a:cubicBezTo>
                    <a:pt x="36739" y="38598"/>
                    <a:pt x="36243" y="37481"/>
                    <a:pt x="35809" y="36364"/>
                  </a:cubicBezTo>
                  <a:cubicBezTo>
                    <a:pt x="34847" y="33944"/>
                    <a:pt x="34010" y="31463"/>
                    <a:pt x="32303" y="29477"/>
                  </a:cubicBezTo>
                  <a:cubicBezTo>
                    <a:pt x="31055" y="28031"/>
                    <a:pt x="29212" y="26964"/>
                    <a:pt x="27388" y="26964"/>
                  </a:cubicBezTo>
                  <a:cubicBezTo>
                    <a:pt x="26357" y="26964"/>
                    <a:pt x="25332" y="27305"/>
                    <a:pt x="24424" y="28112"/>
                  </a:cubicBezTo>
                  <a:cubicBezTo>
                    <a:pt x="22377" y="29912"/>
                    <a:pt x="22066" y="32921"/>
                    <a:pt x="21291" y="35402"/>
                  </a:cubicBezTo>
                  <a:cubicBezTo>
                    <a:pt x="20471" y="38015"/>
                    <a:pt x="18668" y="40866"/>
                    <a:pt x="15651" y="40866"/>
                  </a:cubicBezTo>
                  <a:cubicBezTo>
                    <a:pt x="15588" y="40866"/>
                    <a:pt x="15523" y="40865"/>
                    <a:pt x="15459" y="40862"/>
                  </a:cubicBezTo>
                  <a:cubicBezTo>
                    <a:pt x="14187" y="40831"/>
                    <a:pt x="13101" y="40087"/>
                    <a:pt x="12574" y="38939"/>
                  </a:cubicBezTo>
                  <a:cubicBezTo>
                    <a:pt x="12046" y="37822"/>
                    <a:pt x="12077" y="36519"/>
                    <a:pt x="12326" y="35340"/>
                  </a:cubicBezTo>
                  <a:cubicBezTo>
                    <a:pt x="12946" y="32176"/>
                    <a:pt x="15273" y="29694"/>
                    <a:pt x="16234" y="26623"/>
                  </a:cubicBezTo>
                  <a:cubicBezTo>
                    <a:pt x="17351" y="22963"/>
                    <a:pt x="16234" y="19178"/>
                    <a:pt x="14931" y="15704"/>
                  </a:cubicBezTo>
                  <a:cubicBezTo>
                    <a:pt x="13691" y="12353"/>
                    <a:pt x="12357" y="8972"/>
                    <a:pt x="10123" y="6149"/>
                  </a:cubicBezTo>
                  <a:cubicBezTo>
                    <a:pt x="8200" y="3698"/>
                    <a:pt x="5625" y="1713"/>
                    <a:pt x="2709" y="596"/>
                  </a:cubicBezTo>
                  <a:cubicBezTo>
                    <a:pt x="1995" y="317"/>
                    <a:pt x="1282" y="131"/>
                    <a:pt x="506" y="7"/>
                  </a:cubicBezTo>
                  <a:cubicBezTo>
                    <a:pt x="485" y="3"/>
                    <a:pt x="463" y="0"/>
                    <a:pt x="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5856225" y="1713275"/>
              <a:ext cx="98525" cy="240975"/>
            </a:xfrm>
            <a:custGeom>
              <a:rect b="b" l="l" r="r" t="t"/>
              <a:pathLst>
                <a:path extrusionOk="0" h="9639" w="3941">
                  <a:moveTo>
                    <a:pt x="3288" y="1"/>
                  </a:moveTo>
                  <a:cubicBezTo>
                    <a:pt x="3080" y="1"/>
                    <a:pt x="2866" y="98"/>
                    <a:pt x="2730" y="307"/>
                  </a:cubicBezTo>
                  <a:cubicBezTo>
                    <a:pt x="2451" y="710"/>
                    <a:pt x="2141" y="1114"/>
                    <a:pt x="1893" y="1517"/>
                  </a:cubicBezTo>
                  <a:cubicBezTo>
                    <a:pt x="1645" y="1951"/>
                    <a:pt x="1397" y="2385"/>
                    <a:pt x="1179" y="2851"/>
                  </a:cubicBezTo>
                  <a:cubicBezTo>
                    <a:pt x="745" y="3750"/>
                    <a:pt x="342" y="4650"/>
                    <a:pt x="218" y="5674"/>
                  </a:cubicBezTo>
                  <a:cubicBezTo>
                    <a:pt x="1" y="7318"/>
                    <a:pt x="745" y="9086"/>
                    <a:pt x="2420" y="9613"/>
                  </a:cubicBezTo>
                  <a:cubicBezTo>
                    <a:pt x="2480" y="9631"/>
                    <a:pt x="2537" y="9639"/>
                    <a:pt x="2592" y="9639"/>
                  </a:cubicBezTo>
                  <a:cubicBezTo>
                    <a:pt x="3127" y="9639"/>
                    <a:pt x="3362" y="8866"/>
                    <a:pt x="2855" y="8528"/>
                  </a:cubicBezTo>
                  <a:cubicBezTo>
                    <a:pt x="2420" y="8249"/>
                    <a:pt x="2172" y="7752"/>
                    <a:pt x="2110" y="7318"/>
                  </a:cubicBezTo>
                  <a:cubicBezTo>
                    <a:pt x="2017" y="6635"/>
                    <a:pt x="2048" y="6015"/>
                    <a:pt x="2203" y="5457"/>
                  </a:cubicBezTo>
                  <a:cubicBezTo>
                    <a:pt x="2420" y="4681"/>
                    <a:pt x="2855" y="3999"/>
                    <a:pt x="3196" y="3285"/>
                  </a:cubicBezTo>
                  <a:cubicBezTo>
                    <a:pt x="3413" y="2851"/>
                    <a:pt x="3599" y="2448"/>
                    <a:pt x="3754" y="2013"/>
                  </a:cubicBezTo>
                  <a:cubicBezTo>
                    <a:pt x="3909" y="1548"/>
                    <a:pt x="3940" y="1083"/>
                    <a:pt x="3909" y="617"/>
                  </a:cubicBezTo>
                  <a:cubicBezTo>
                    <a:pt x="3909" y="224"/>
                    <a:pt x="3605" y="1"/>
                    <a:pt x="32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5779150" y="1146025"/>
              <a:ext cx="182850" cy="172225"/>
            </a:xfrm>
            <a:custGeom>
              <a:rect b="b" l="l" r="r" t="t"/>
              <a:pathLst>
                <a:path extrusionOk="0" h="6889" w="7314">
                  <a:moveTo>
                    <a:pt x="7142" y="0"/>
                  </a:moveTo>
                  <a:cubicBezTo>
                    <a:pt x="7125" y="0"/>
                    <a:pt x="7106" y="3"/>
                    <a:pt x="7085" y="10"/>
                  </a:cubicBezTo>
                  <a:cubicBezTo>
                    <a:pt x="6908" y="61"/>
                    <a:pt x="6751" y="111"/>
                    <a:pt x="6565" y="111"/>
                  </a:cubicBezTo>
                  <a:cubicBezTo>
                    <a:pt x="6523" y="111"/>
                    <a:pt x="6479" y="109"/>
                    <a:pt x="6434" y="103"/>
                  </a:cubicBezTo>
                  <a:cubicBezTo>
                    <a:pt x="6279" y="103"/>
                    <a:pt x="6093" y="103"/>
                    <a:pt x="5906" y="134"/>
                  </a:cubicBezTo>
                  <a:cubicBezTo>
                    <a:pt x="5472" y="196"/>
                    <a:pt x="5069" y="289"/>
                    <a:pt x="4666" y="475"/>
                  </a:cubicBezTo>
                  <a:cubicBezTo>
                    <a:pt x="3921" y="817"/>
                    <a:pt x="3239" y="1282"/>
                    <a:pt x="2618" y="1809"/>
                  </a:cubicBezTo>
                  <a:cubicBezTo>
                    <a:pt x="1967" y="2337"/>
                    <a:pt x="1439" y="3019"/>
                    <a:pt x="974" y="3702"/>
                  </a:cubicBezTo>
                  <a:cubicBezTo>
                    <a:pt x="726" y="4012"/>
                    <a:pt x="540" y="4322"/>
                    <a:pt x="385" y="4694"/>
                  </a:cubicBezTo>
                  <a:cubicBezTo>
                    <a:pt x="168" y="5160"/>
                    <a:pt x="105" y="5625"/>
                    <a:pt x="43" y="6152"/>
                  </a:cubicBezTo>
                  <a:cubicBezTo>
                    <a:pt x="1" y="6579"/>
                    <a:pt x="443" y="6889"/>
                    <a:pt x="854" y="6889"/>
                  </a:cubicBezTo>
                  <a:cubicBezTo>
                    <a:pt x="1040" y="6889"/>
                    <a:pt x="1221" y="6825"/>
                    <a:pt x="1346" y="6680"/>
                  </a:cubicBezTo>
                  <a:cubicBezTo>
                    <a:pt x="1595" y="6370"/>
                    <a:pt x="1874" y="6090"/>
                    <a:pt x="2091" y="5749"/>
                  </a:cubicBezTo>
                  <a:cubicBezTo>
                    <a:pt x="2277" y="5439"/>
                    <a:pt x="2494" y="5129"/>
                    <a:pt x="2680" y="4818"/>
                  </a:cubicBezTo>
                  <a:cubicBezTo>
                    <a:pt x="2773" y="4663"/>
                    <a:pt x="2897" y="4508"/>
                    <a:pt x="3022" y="4353"/>
                  </a:cubicBezTo>
                  <a:cubicBezTo>
                    <a:pt x="3053" y="4260"/>
                    <a:pt x="3115" y="4198"/>
                    <a:pt x="3146" y="4136"/>
                  </a:cubicBezTo>
                  <a:cubicBezTo>
                    <a:pt x="3171" y="4123"/>
                    <a:pt x="3181" y="4116"/>
                    <a:pt x="3181" y="4116"/>
                  </a:cubicBezTo>
                  <a:lnTo>
                    <a:pt x="3181" y="4116"/>
                  </a:lnTo>
                  <a:cubicBezTo>
                    <a:pt x="3182" y="4116"/>
                    <a:pt x="3164" y="4131"/>
                    <a:pt x="3146" y="4167"/>
                  </a:cubicBezTo>
                  <a:cubicBezTo>
                    <a:pt x="3177" y="4136"/>
                    <a:pt x="3208" y="4105"/>
                    <a:pt x="3239" y="4043"/>
                  </a:cubicBezTo>
                  <a:cubicBezTo>
                    <a:pt x="3456" y="3764"/>
                    <a:pt x="3704" y="3516"/>
                    <a:pt x="3952" y="3236"/>
                  </a:cubicBezTo>
                  <a:cubicBezTo>
                    <a:pt x="4448" y="2678"/>
                    <a:pt x="4976" y="2213"/>
                    <a:pt x="5534" y="1716"/>
                  </a:cubicBezTo>
                  <a:cubicBezTo>
                    <a:pt x="5782" y="1499"/>
                    <a:pt x="6031" y="1282"/>
                    <a:pt x="6279" y="1034"/>
                  </a:cubicBezTo>
                  <a:cubicBezTo>
                    <a:pt x="6403" y="910"/>
                    <a:pt x="6496" y="755"/>
                    <a:pt x="6620" y="631"/>
                  </a:cubicBezTo>
                  <a:cubicBezTo>
                    <a:pt x="6775" y="444"/>
                    <a:pt x="6930" y="382"/>
                    <a:pt x="7147" y="258"/>
                  </a:cubicBezTo>
                  <a:cubicBezTo>
                    <a:pt x="7313" y="203"/>
                    <a:pt x="7282" y="0"/>
                    <a:pt x="71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5622800" y="889200"/>
              <a:ext cx="129250" cy="328175"/>
            </a:xfrm>
            <a:custGeom>
              <a:rect b="b" l="l" r="r" t="t"/>
              <a:pathLst>
                <a:path extrusionOk="0" h="13127" w="5170">
                  <a:moveTo>
                    <a:pt x="4745" y="1"/>
                  </a:moveTo>
                  <a:cubicBezTo>
                    <a:pt x="4696" y="1"/>
                    <a:pt x="4644" y="15"/>
                    <a:pt x="4591" y="46"/>
                  </a:cubicBezTo>
                  <a:cubicBezTo>
                    <a:pt x="3506" y="666"/>
                    <a:pt x="2606" y="1442"/>
                    <a:pt x="1923" y="2466"/>
                  </a:cubicBezTo>
                  <a:cubicBezTo>
                    <a:pt x="1241" y="3489"/>
                    <a:pt x="745" y="4668"/>
                    <a:pt x="434" y="5878"/>
                  </a:cubicBezTo>
                  <a:cubicBezTo>
                    <a:pt x="124" y="7088"/>
                    <a:pt x="0" y="8298"/>
                    <a:pt x="124" y="9539"/>
                  </a:cubicBezTo>
                  <a:cubicBezTo>
                    <a:pt x="217" y="10748"/>
                    <a:pt x="465" y="12082"/>
                    <a:pt x="1334" y="13013"/>
                  </a:cubicBezTo>
                  <a:cubicBezTo>
                    <a:pt x="1412" y="13091"/>
                    <a:pt x="1520" y="13126"/>
                    <a:pt x="1631" y="13126"/>
                  </a:cubicBezTo>
                  <a:cubicBezTo>
                    <a:pt x="1872" y="13126"/>
                    <a:pt x="2121" y="12958"/>
                    <a:pt x="2079" y="12703"/>
                  </a:cubicBezTo>
                  <a:cubicBezTo>
                    <a:pt x="1985" y="11617"/>
                    <a:pt x="1582" y="10562"/>
                    <a:pt x="1489" y="9446"/>
                  </a:cubicBezTo>
                  <a:cubicBezTo>
                    <a:pt x="1396" y="8360"/>
                    <a:pt x="1458" y="7274"/>
                    <a:pt x="1706" y="6219"/>
                  </a:cubicBezTo>
                  <a:cubicBezTo>
                    <a:pt x="1954" y="5165"/>
                    <a:pt x="2358" y="4141"/>
                    <a:pt x="2916" y="3210"/>
                  </a:cubicBezTo>
                  <a:cubicBezTo>
                    <a:pt x="3506" y="2280"/>
                    <a:pt x="4188" y="1318"/>
                    <a:pt x="4964" y="542"/>
                  </a:cubicBezTo>
                  <a:cubicBezTo>
                    <a:pt x="5170" y="336"/>
                    <a:pt x="4990" y="1"/>
                    <a:pt x="47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5118700" y="1041375"/>
              <a:ext cx="206300" cy="916800"/>
            </a:xfrm>
            <a:custGeom>
              <a:rect b="b" l="l" r="r" t="t"/>
              <a:pathLst>
                <a:path extrusionOk="0" h="36672" w="8252">
                  <a:moveTo>
                    <a:pt x="6306" y="0"/>
                  </a:moveTo>
                  <a:cubicBezTo>
                    <a:pt x="6163" y="0"/>
                    <a:pt x="6041" y="122"/>
                    <a:pt x="6080" y="318"/>
                  </a:cubicBezTo>
                  <a:cubicBezTo>
                    <a:pt x="6298" y="1621"/>
                    <a:pt x="6546" y="2924"/>
                    <a:pt x="6546" y="4258"/>
                  </a:cubicBezTo>
                  <a:cubicBezTo>
                    <a:pt x="6546" y="5623"/>
                    <a:pt x="6391" y="6802"/>
                    <a:pt x="6111" y="8074"/>
                  </a:cubicBezTo>
                  <a:cubicBezTo>
                    <a:pt x="5553" y="10711"/>
                    <a:pt x="4560" y="13192"/>
                    <a:pt x="3475" y="15643"/>
                  </a:cubicBezTo>
                  <a:cubicBezTo>
                    <a:pt x="2420" y="18125"/>
                    <a:pt x="1241" y="20669"/>
                    <a:pt x="652" y="23367"/>
                  </a:cubicBezTo>
                  <a:cubicBezTo>
                    <a:pt x="93" y="25663"/>
                    <a:pt x="0" y="28021"/>
                    <a:pt x="403" y="30378"/>
                  </a:cubicBezTo>
                  <a:cubicBezTo>
                    <a:pt x="838" y="32705"/>
                    <a:pt x="2079" y="35497"/>
                    <a:pt x="4405" y="36614"/>
                  </a:cubicBezTo>
                  <a:cubicBezTo>
                    <a:pt x="4495" y="36653"/>
                    <a:pt x="4593" y="36672"/>
                    <a:pt x="4691" y="36672"/>
                  </a:cubicBezTo>
                  <a:cubicBezTo>
                    <a:pt x="5208" y="36672"/>
                    <a:pt x="5757" y="36173"/>
                    <a:pt x="5367" y="35652"/>
                  </a:cubicBezTo>
                  <a:cubicBezTo>
                    <a:pt x="4746" y="34783"/>
                    <a:pt x="4095" y="33915"/>
                    <a:pt x="3599" y="32984"/>
                  </a:cubicBezTo>
                  <a:cubicBezTo>
                    <a:pt x="3102" y="32084"/>
                    <a:pt x="2792" y="31123"/>
                    <a:pt x="2575" y="30130"/>
                  </a:cubicBezTo>
                  <a:cubicBezTo>
                    <a:pt x="2141" y="28021"/>
                    <a:pt x="2265" y="25787"/>
                    <a:pt x="2792" y="23678"/>
                  </a:cubicBezTo>
                  <a:cubicBezTo>
                    <a:pt x="4033" y="18497"/>
                    <a:pt x="6980" y="13813"/>
                    <a:pt x="7787" y="8539"/>
                  </a:cubicBezTo>
                  <a:cubicBezTo>
                    <a:pt x="8221" y="5809"/>
                    <a:pt x="8252" y="2428"/>
                    <a:pt x="6546" y="132"/>
                  </a:cubicBezTo>
                  <a:cubicBezTo>
                    <a:pt x="6477" y="41"/>
                    <a:pt x="6388" y="0"/>
                    <a:pt x="63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4938775" y="852500"/>
              <a:ext cx="261500" cy="118725"/>
            </a:xfrm>
            <a:custGeom>
              <a:rect b="b" l="l" r="r" t="t"/>
              <a:pathLst>
                <a:path extrusionOk="0" h="4749" w="10460">
                  <a:moveTo>
                    <a:pt x="10022" y="1"/>
                  </a:moveTo>
                  <a:cubicBezTo>
                    <a:pt x="9937" y="1"/>
                    <a:pt x="9848" y="28"/>
                    <a:pt x="9772" y="87"/>
                  </a:cubicBezTo>
                  <a:cubicBezTo>
                    <a:pt x="8562" y="1080"/>
                    <a:pt x="7259" y="1979"/>
                    <a:pt x="5739" y="2414"/>
                  </a:cubicBezTo>
                  <a:cubicBezTo>
                    <a:pt x="4871" y="2662"/>
                    <a:pt x="4002" y="2786"/>
                    <a:pt x="3102" y="2879"/>
                  </a:cubicBezTo>
                  <a:cubicBezTo>
                    <a:pt x="2203" y="2941"/>
                    <a:pt x="931" y="2755"/>
                    <a:pt x="248" y="3437"/>
                  </a:cubicBezTo>
                  <a:cubicBezTo>
                    <a:pt x="31" y="3655"/>
                    <a:pt x="0" y="4058"/>
                    <a:pt x="248" y="4275"/>
                  </a:cubicBezTo>
                  <a:cubicBezTo>
                    <a:pt x="651" y="4646"/>
                    <a:pt x="1214" y="4748"/>
                    <a:pt x="1796" y="4748"/>
                  </a:cubicBezTo>
                  <a:cubicBezTo>
                    <a:pt x="2334" y="4748"/>
                    <a:pt x="2889" y="4661"/>
                    <a:pt x="3351" y="4616"/>
                  </a:cubicBezTo>
                  <a:cubicBezTo>
                    <a:pt x="4405" y="4492"/>
                    <a:pt x="5460" y="4306"/>
                    <a:pt x="6484" y="3965"/>
                  </a:cubicBezTo>
                  <a:cubicBezTo>
                    <a:pt x="8159" y="3344"/>
                    <a:pt x="9865" y="2259"/>
                    <a:pt x="10392" y="459"/>
                  </a:cubicBezTo>
                  <a:cubicBezTo>
                    <a:pt x="10460" y="189"/>
                    <a:pt x="10250" y="1"/>
                    <a:pt x="100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4782875" y="1234650"/>
              <a:ext cx="148250" cy="621500"/>
            </a:xfrm>
            <a:custGeom>
              <a:rect b="b" l="l" r="r" t="t"/>
              <a:pathLst>
                <a:path extrusionOk="0" h="24860" w="5930">
                  <a:moveTo>
                    <a:pt x="4604" y="1"/>
                  </a:moveTo>
                  <a:cubicBezTo>
                    <a:pt x="4391" y="1"/>
                    <a:pt x="4177" y="75"/>
                    <a:pt x="4003" y="250"/>
                  </a:cubicBezTo>
                  <a:cubicBezTo>
                    <a:pt x="1707" y="2545"/>
                    <a:pt x="745" y="5647"/>
                    <a:pt x="404" y="8812"/>
                  </a:cubicBezTo>
                  <a:cubicBezTo>
                    <a:pt x="1" y="12255"/>
                    <a:pt x="342" y="15792"/>
                    <a:pt x="714" y="19204"/>
                  </a:cubicBezTo>
                  <a:cubicBezTo>
                    <a:pt x="838" y="20197"/>
                    <a:pt x="1056" y="21189"/>
                    <a:pt x="1304" y="22151"/>
                  </a:cubicBezTo>
                  <a:cubicBezTo>
                    <a:pt x="1552" y="23051"/>
                    <a:pt x="1831" y="23981"/>
                    <a:pt x="2421" y="24726"/>
                  </a:cubicBezTo>
                  <a:cubicBezTo>
                    <a:pt x="2495" y="24819"/>
                    <a:pt x="2593" y="24859"/>
                    <a:pt x="2693" y="24859"/>
                  </a:cubicBezTo>
                  <a:cubicBezTo>
                    <a:pt x="2926" y="24859"/>
                    <a:pt x="3174" y="24645"/>
                    <a:pt x="3196" y="24384"/>
                  </a:cubicBezTo>
                  <a:lnTo>
                    <a:pt x="3196" y="24415"/>
                  </a:lnTo>
                  <a:cubicBezTo>
                    <a:pt x="3227" y="23640"/>
                    <a:pt x="3041" y="22864"/>
                    <a:pt x="2979" y="22120"/>
                  </a:cubicBezTo>
                  <a:cubicBezTo>
                    <a:pt x="2886" y="21313"/>
                    <a:pt x="2824" y="20476"/>
                    <a:pt x="2793" y="19669"/>
                  </a:cubicBezTo>
                  <a:cubicBezTo>
                    <a:pt x="2762" y="18056"/>
                    <a:pt x="2638" y="16412"/>
                    <a:pt x="2607" y="14768"/>
                  </a:cubicBezTo>
                  <a:cubicBezTo>
                    <a:pt x="2514" y="11666"/>
                    <a:pt x="2452" y="8595"/>
                    <a:pt x="3413" y="5585"/>
                  </a:cubicBezTo>
                  <a:cubicBezTo>
                    <a:pt x="3879" y="4096"/>
                    <a:pt x="4561" y="2669"/>
                    <a:pt x="5461" y="1367"/>
                  </a:cubicBezTo>
                  <a:cubicBezTo>
                    <a:pt x="5929" y="710"/>
                    <a:pt x="5265" y="1"/>
                    <a:pt x="46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4632425" y="1340375"/>
              <a:ext cx="184550" cy="147525"/>
            </a:xfrm>
            <a:custGeom>
              <a:rect b="b" l="l" r="r" t="t"/>
              <a:pathLst>
                <a:path extrusionOk="0" h="5901" w="7382">
                  <a:moveTo>
                    <a:pt x="1326" y="1"/>
                  </a:moveTo>
                  <a:cubicBezTo>
                    <a:pt x="1137" y="1"/>
                    <a:pt x="947" y="35"/>
                    <a:pt x="745" y="116"/>
                  </a:cubicBezTo>
                  <a:cubicBezTo>
                    <a:pt x="187" y="302"/>
                    <a:pt x="1" y="922"/>
                    <a:pt x="404" y="1387"/>
                  </a:cubicBezTo>
                  <a:cubicBezTo>
                    <a:pt x="528" y="1543"/>
                    <a:pt x="652" y="1698"/>
                    <a:pt x="838" y="1791"/>
                  </a:cubicBezTo>
                  <a:cubicBezTo>
                    <a:pt x="1024" y="1915"/>
                    <a:pt x="1242" y="1977"/>
                    <a:pt x="1459" y="2039"/>
                  </a:cubicBezTo>
                  <a:cubicBezTo>
                    <a:pt x="1614" y="2101"/>
                    <a:pt x="1738" y="2163"/>
                    <a:pt x="1893" y="2225"/>
                  </a:cubicBezTo>
                  <a:cubicBezTo>
                    <a:pt x="1887" y="2223"/>
                    <a:pt x="1882" y="2220"/>
                    <a:pt x="1877" y="2218"/>
                  </a:cubicBezTo>
                  <a:lnTo>
                    <a:pt x="1877" y="2218"/>
                  </a:lnTo>
                  <a:cubicBezTo>
                    <a:pt x="1921" y="2236"/>
                    <a:pt x="1974" y="2256"/>
                    <a:pt x="1986" y="2256"/>
                  </a:cubicBezTo>
                  <a:cubicBezTo>
                    <a:pt x="2048" y="2287"/>
                    <a:pt x="2110" y="2318"/>
                    <a:pt x="2172" y="2349"/>
                  </a:cubicBezTo>
                  <a:cubicBezTo>
                    <a:pt x="2762" y="2628"/>
                    <a:pt x="3351" y="2970"/>
                    <a:pt x="3878" y="3311"/>
                  </a:cubicBezTo>
                  <a:cubicBezTo>
                    <a:pt x="3940" y="3373"/>
                    <a:pt x="4002" y="3404"/>
                    <a:pt x="4065" y="3466"/>
                  </a:cubicBezTo>
                  <a:cubicBezTo>
                    <a:pt x="4086" y="3487"/>
                    <a:pt x="4150" y="3537"/>
                    <a:pt x="4160" y="3537"/>
                  </a:cubicBezTo>
                  <a:cubicBezTo>
                    <a:pt x="4164" y="3537"/>
                    <a:pt x="4156" y="3526"/>
                    <a:pt x="4127" y="3497"/>
                  </a:cubicBezTo>
                  <a:lnTo>
                    <a:pt x="4127" y="3497"/>
                  </a:lnTo>
                  <a:cubicBezTo>
                    <a:pt x="4251" y="3590"/>
                    <a:pt x="4375" y="3714"/>
                    <a:pt x="4499" y="3807"/>
                  </a:cubicBezTo>
                  <a:cubicBezTo>
                    <a:pt x="4592" y="3900"/>
                    <a:pt x="4685" y="3962"/>
                    <a:pt x="4809" y="4055"/>
                  </a:cubicBezTo>
                  <a:lnTo>
                    <a:pt x="4809" y="4055"/>
                  </a:lnTo>
                  <a:cubicBezTo>
                    <a:pt x="4784" y="4037"/>
                    <a:pt x="4773" y="4029"/>
                    <a:pt x="4771" y="4029"/>
                  </a:cubicBezTo>
                  <a:lnTo>
                    <a:pt x="4771" y="4029"/>
                  </a:lnTo>
                  <a:cubicBezTo>
                    <a:pt x="4763" y="4029"/>
                    <a:pt x="4902" y="4148"/>
                    <a:pt x="4902" y="4148"/>
                  </a:cubicBezTo>
                  <a:cubicBezTo>
                    <a:pt x="5026" y="4241"/>
                    <a:pt x="5150" y="4335"/>
                    <a:pt x="5243" y="4428"/>
                  </a:cubicBezTo>
                  <a:cubicBezTo>
                    <a:pt x="5740" y="4862"/>
                    <a:pt x="6236" y="5296"/>
                    <a:pt x="6670" y="5793"/>
                  </a:cubicBezTo>
                  <a:cubicBezTo>
                    <a:pt x="6738" y="5868"/>
                    <a:pt x="6824" y="5901"/>
                    <a:pt x="6910" y="5901"/>
                  </a:cubicBezTo>
                  <a:cubicBezTo>
                    <a:pt x="7143" y="5901"/>
                    <a:pt x="7381" y="5669"/>
                    <a:pt x="7291" y="5420"/>
                  </a:cubicBezTo>
                  <a:cubicBezTo>
                    <a:pt x="7105" y="4769"/>
                    <a:pt x="6856" y="4055"/>
                    <a:pt x="6484" y="3466"/>
                  </a:cubicBezTo>
                  <a:cubicBezTo>
                    <a:pt x="6081" y="2845"/>
                    <a:pt x="5585" y="2318"/>
                    <a:pt x="5026" y="1822"/>
                  </a:cubicBezTo>
                  <a:cubicBezTo>
                    <a:pt x="4468" y="1356"/>
                    <a:pt x="3847" y="922"/>
                    <a:pt x="3165" y="581"/>
                  </a:cubicBezTo>
                  <a:cubicBezTo>
                    <a:pt x="2793" y="426"/>
                    <a:pt x="2451" y="271"/>
                    <a:pt x="2079" y="147"/>
                  </a:cubicBezTo>
                  <a:cubicBezTo>
                    <a:pt x="1816" y="59"/>
                    <a:pt x="1572" y="1"/>
                    <a:pt x="13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3784775" y="1100150"/>
              <a:ext cx="330275" cy="171250"/>
            </a:xfrm>
            <a:custGeom>
              <a:rect b="b" l="l" r="r" t="t"/>
              <a:pathLst>
                <a:path extrusionOk="0" h="6850" w="13211">
                  <a:moveTo>
                    <a:pt x="12426" y="1"/>
                  </a:moveTo>
                  <a:cubicBezTo>
                    <a:pt x="12358" y="1"/>
                    <a:pt x="12289" y="15"/>
                    <a:pt x="12223" y="46"/>
                  </a:cubicBezTo>
                  <a:cubicBezTo>
                    <a:pt x="10051" y="1132"/>
                    <a:pt x="8097" y="2497"/>
                    <a:pt x="6112" y="3862"/>
                  </a:cubicBezTo>
                  <a:cubicBezTo>
                    <a:pt x="4343" y="5040"/>
                    <a:pt x="2389" y="6312"/>
                    <a:pt x="217" y="6374"/>
                  </a:cubicBezTo>
                  <a:cubicBezTo>
                    <a:pt x="31" y="6374"/>
                    <a:pt x="0" y="6591"/>
                    <a:pt x="155" y="6653"/>
                  </a:cubicBezTo>
                  <a:cubicBezTo>
                    <a:pt x="629" y="6790"/>
                    <a:pt x="1096" y="6850"/>
                    <a:pt x="1557" y="6850"/>
                  </a:cubicBezTo>
                  <a:cubicBezTo>
                    <a:pt x="3304" y="6850"/>
                    <a:pt x="4956" y="5986"/>
                    <a:pt x="6453" y="5102"/>
                  </a:cubicBezTo>
                  <a:cubicBezTo>
                    <a:pt x="8655" y="3799"/>
                    <a:pt x="10827" y="2466"/>
                    <a:pt x="12812" y="821"/>
                  </a:cubicBezTo>
                  <a:cubicBezTo>
                    <a:pt x="13211" y="502"/>
                    <a:pt x="12835" y="1"/>
                    <a:pt x="124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3527300" y="1600575"/>
              <a:ext cx="165375" cy="430800"/>
            </a:xfrm>
            <a:custGeom>
              <a:rect b="b" l="l" r="r" t="t"/>
              <a:pathLst>
                <a:path extrusionOk="0" h="17232" w="6615">
                  <a:moveTo>
                    <a:pt x="2339" y="0"/>
                  </a:moveTo>
                  <a:cubicBezTo>
                    <a:pt x="1579" y="0"/>
                    <a:pt x="903" y="596"/>
                    <a:pt x="559" y="1310"/>
                  </a:cubicBezTo>
                  <a:cubicBezTo>
                    <a:pt x="0" y="2488"/>
                    <a:pt x="62" y="4008"/>
                    <a:pt x="93" y="5280"/>
                  </a:cubicBezTo>
                  <a:cubicBezTo>
                    <a:pt x="217" y="8134"/>
                    <a:pt x="962" y="10864"/>
                    <a:pt x="2265" y="13408"/>
                  </a:cubicBezTo>
                  <a:cubicBezTo>
                    <a:pt x="2637" y="14090"/>
                    <a:pt x="3040" y="14742"/>
                    <a:pt x="3506" y="15362"/>
                  </a:cubicBezTo>
                  <a:cubicBezTo>
                    <a:pt x="3754" y="15704"/>
                    <a:pt x="4002" y="16014"/>
                    <a:pt x="4281" y="16324"/>
                  </a:cubicBezTo>
                  <a:cubicBezTo>
                    <a:pt x="4591" y="16634"/>
                    <a:pt x="4964" y="16851"/>
                    <a:pt x="5336" y="17100"/>
                  </a:cubicBezTo>
                  <a:cubicBezTo>
                    <a:pt x="5476" y="17191"/>
                    <a:pt x="5613" y="17231"/>
                    <a:pt x="5741" y="17231"/>
                  </a:cubicBezTo>
                  <a:cubicBezTo>
                    <a:pt x="6259" y="17231"/>
                    <a:pt x="6615" y="16568"/>
                    <a:pt x="6391" y="16045"/>
                  </a:cubicBezTo>
                  <a:cubicBezTo>
                    <a:pt x="6267" y="15704"/>
                    <a:pt x="6142" y="15362"/>
                    <a:pt x="5956" y="15021"/>
                  </a:cubicBezTo>
                  <a:cubicBezTo>
                    <a:pt x="5770" y="14711"/>
                    <a:pt x="5553" y="14401"/>
                    <a:pt x="5367" y="14090"/>
                  </a:cubicBezTo>
                  <a:cubicBezTo>
                    <a:pt x="4964" y="13470"/>
                    <a:pt x="4591" y="12819"/>
                    <a:pt x="4250" y="12167"/>
                  </a:cubicBezTo>
                  <a:cubicBezTo>
                    <a:pt x="3568" y="10833"/>
                    <a:pt x="3102" y="9468"/>
                    <a:pt x="2699" y="8041"/>
                  </a:cubicBezTo>
                  <a:cubicBezTo>
                    <a:pt x="2296" y="6614"/>
                    <a:pt x="2110" y="5218"/>
                    <a:pt x="2048" y="3760"/>
                  </a:cubicBezTo>
                  <a:cubicBezTo>
                    <a:pt x="2048" y="3140"/>
                    <a:pt x="1986" y="2519"/>
                    <a:pt x="2110" y="1899"/>
                  </a:cubicBezTo>
                  <a:cubicBezTo>
                    <a:pt x="2172" y="1496"/>
                    <a:pt x="2265" y="782"/>
                    <a:pt x="2792" y="751"/>
                  </a:cubicBezTo>
                  <a:cubicBezTo>
                    <a:pt x="3071" y="720"/>
                    <a:pt x="3288" y="255"/>
                    <a:pt x="2947" y="131"/>
                  </a:cubicBezTo>
                  <a:cubicBezTo>
                    <a:pt x="2742" y="41"/>
                    <a:pt x="2537" y="0"/>
                    <a:pt x="23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3900325" y="1753550"/>
              <a:ext cx="159775" cy="276175"/>
            </a:xfrm>
            <a:custGeom>
              <a:rect b="b" l="l" r="r" t="t"/>
              <a:pathLst>
                <a:path extrusionOk="0" h="11047" w="6391">
                  <a:moveTo>
                    <a:pt x="4759" y="8856"/>
                  </a:moveTo>
                  <a:lnTo>
                    <a:pt x="4759" y="8856"/>
                  </a:lnTo>
                  <a:cubicBezTo>
                    <a:pt x="4755" y="8861"/>
                    <a:pt x="4751" y="8866"/>
                    <a:pt x="4747" y="8871"/>
                  </a:cubicBezTo>
                  <a:cubicBezTo>
                    <a:pt x="4749" y="8866"/>
                    <a:pt x="4754" y="8861"/>
                    <a:pt x="4759" y="8856"/>
                  </a:cubicBezTo>
                  <a:close/>
                  <a:moveTo>
                    <a:pt x="753" y="1"/>
                  </a:moveTo>
                  <a:cubicBezTo>
                    <a:pt x="490" y="1"/>
                    <a:pt x="205" y="191"/>
                    <a:pt x="187" y="495"/>
                  </a:cubicBezTo>
                  <a:cubicBezTo>
                    <a:pt x="1" y="2977"/>
                    <a:pt x="497" y="5335"/>
                    <a:pt x="1521" y="7599"/>
                  </a:cubicBezTo>
                  <a:cubicBezTo>
                    <a:pt x="1986" y="8654"/>
                    <a:pt x="2637" y="10019"/>
                    <a:pt x="3599" y="10701"/>
                  </a:cubicBezTo>
                  <a:cubicBezTo>
                    <a:pt x="3930" y="10928"/>
                    <a:pt x="4301" y="11047"/>
                    <a:pt x="4672" y="11047"/>
                  </a:cubicBezTo>
                  <a:cubicBezTo>
                    <a:pt x="4961" y="11047"/>
                    <a:pt x="5251" y="10975"/>
                    <a:pt x="5522" y="10825"/>
                  </a:cubicBezTo>
                  <a:cubicBezTo>
                    <a:pt x="6143" y="10453"/>
                    <a:pt x="6391" y="9647"/>
                    <a:pt x="6019" y="9026"/>
                  </a:cubicBezTo>
                  <a:cubicBezTo>
                    <a:pt x="5870" y="8785"/>
                    <a:pt x="5567" y="8622"/>
                    <a:pt x="5274" y="8622"/>
                  </a:cubicBezTo>
                  <a:cubicBezTo>
                    <a:pt x="5135" y="8622"/>
                    <a:pt x="4997" y="8659"/>
                    <a:pt x="4880" y="8743"/>
                  </a:cubicBezTo>
                  <a:lnTo>
                    <a:pt x="4880" y="8743"/>
                  </a:lnTo>
                  <a:cubicBezTo>
                    <a:pt x="4862" y="8713"/>
                    <a:pt x="4840" y="8673"/>
                    <a:pt x="4840" y="8654"/>
                  </a:cubicBezTo>
                  <a:cubicBezTo>
                    <a:pt x="4561" y="8375"/>
                    <a:pt x="4375" y="8002"/>
                    <a:pt x="4126" y="7661"/>
                  </a:cubicBezTo>
                  <a:cubicBezTo>
                    <a:pt x="3630" y="6917"/>
                    <a:pt x="3196" y="6141"/>
                    <a:pt x="2823" y="5335"/>
                  </a:cubicBezTo>
                  <a:cubicBezTo>
                    <a:pt x="2079" y="3753"/>
                    <a:pt x="1521" y="2046"/>
                    <a:pt x="1179" y="340"/>
                  </a:cubicBezTo>
                  <a:cubicBezTo>
                    <a:pt x="1127" y="104"/>
                    <a:pt x="946" y="1"/>
                    <a:pt x="7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4012725" y="867575"/>
              <a:ext cx="223225" cy="213500"/>
            </a:xfrm>
            <a:custGeom>
              <a:rect b="b" l="l" r="r" t="t"/>
              <a:pathLst>
                <a:path extrusionOk="0" h="8540" w="8929">
                  <a:moveTo>
                    <a:pt x="7702" y="0"/>
                  </a:moveTo>
                  <a:cubicBezTo>
                    <a:pt x="7619" y="0"/>
                    <a:pt x="7534" y="14"/>
                    <a:pt x="7448" y="42"/>
                  </a:cubicBezTo>
                  <a:cubicBezTo>
                    <a:pt x="6486" y="322"/>
                    <a:pt x="5555" y="663"/>
                    <a:pt x="4687" y="1190"/>
                  </a:cubicBezTo>
                  <a:cubicBezTo>
                    <a:pt x="3818" y="1718"/>
                    <a:pt x="3012" y="2400"/>
                    <a:pt x="2298" y="3114"/>
                  </a:cubicBezTo>
                  <a:cubicBezTo>
                    <a:pt x="1616" y="3765"/>
                    <a:pt x="995" y="4572"/>
                    <a:pt x="592" y="5409"/>
                  </a:cubicBezTo>
                  <a:cubicBezTo>
                    <a:pt x="189" y="6278"/>
                    <a:pt x="96" y="7239"/>
                    <a:pt x="34" y="8201"/>
                  </a:cubicBezTo>
                  <a:cubicBezTo>
                    <a:pt x="1" y="8431"/>
                    <a:pt x="160" y="8540"/>
                    <a:pt x="335" y="8540"/>
                  </a:cubicBezTo>
                  <a:cubicBezTo>
                    <a:pt x="490" y="8540"/>
                    <a:pt x="658" y="8455"/>
                    <a:pt x="716" y="8294"/>
                  </a:cubicBezTo>
                  <a:cubicBezTo>
                    <a:pt x="1026" y="7519"/>
                    <a:pt x="1616" y="6991"/>
                    <a:pt x="2143" y="6371"/>
                  </a:cubicBezTo>
                  <a:cubicBezTo>
                    <a:pt x="2453" y="6061"/>
                    <a:pt x="2764" y="5750"/>
                    <a:pt x="3074" y="5471"/>
                  </a:cubicBezTo>
                  <a:cubicBezTo>
                    <a:pt x="3446" y="5161"/>
                    <a:pt x="3601" y="5006"/>
                    <a:pt x="4066" y="4665"/>
                  </a:cubicBezTo>
                  <a:lnTo>
                    <a:pt x="4066" y="4665"/>
                  </a:lnTo>
                  <a:cubicBezTo>
                    <a:pt x="4021" y="4695"/>
                    <a:pt x="4003" y="4707"/>
                    <a:pt x="4002" y="4707"/>
                  </a:cubicBezTo>
                  <a:cubicBezTo>
                    <a:pt x="4000" y="4707"/>
                    <a:pt x="4159" y="4595"/>
                    <a:pt x="4159" y="4572"/>
                  </a:cubicBezTo>
                  <a:cubicBezTo>
                    <a:pt x="4253" y="4510"/>
                    <a:pt x="4346" y="4448"/>
                    <a:pt x="4439" y="4385"/>
                  </a:cubicBezTo>
                  <a:cubicBezTo>
                    <a:pt x="4594" y="4261"/>
                    <a:pt x="4780" y="4137"/>
                    <a:pt x="4966" y="4013"/>
                  </a:cubicBezTo>
                  <a:cubicBezTo>
                    <a:pt x="5338" y="3796"/>
                    <a:pt x="5711" y="3548"/>
                    <a:pt x="6083" y="3331"/>
                  </a:cubicBezTo>
                  <a:cubicBezTo>
                    <a:pt x="6889" y="2772"/>
                    <a:pt x="7603" y="2183"/>
                    <a:pt x="8316" y="1531"/>
                  </a:cubicBezTo>
                  <a:cubicBezTo>
                    <a:pt x="8928" y="1003"/>
                    <a:pt x="8418" y="0"/>
                    <a:pt x="77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4168475" y="383850"/>
              <a:ext cx="293375" cy="208075"/>
            </a:xfrm>
            <a:custGeom>
              <a:rect b="b" l="l" r="r" t="t"/>
              <a:pathLst>
                <a:path extrusionOk="0" h="8323" w="11735">
                  <a:moveTo>
                    <a:pt x="9011" y="0"/>
                  </a:moveTo>
                  <a:cubicBezTo>
                    <a:pt x="8762" y="0"/>
                    <a:pt x="8526" y="14"/>
                    <a:pt x="8322" y="34"/>
                  </a:cubicBezTo>
                  <a:cubicBezTo>
                    <a:pt x="6336" y="282"/>
                    <a:pt x="4382" y="1120"/>
                    <a:pt x="2893" y="2454"/>
                  </a:cubicBezTo>
                  <a:cubicBezTo>
                    <a:pt x="1280" y="3881"/>
                    <a:pt x="287" y="5742"/>
                    <a:pt x="39" y="7882"/>
                  </a:cubicBezTo>
                  <a:cubicBezTo>
                    <a:pt x="1" y="8150"/>
                    <a:pt x="256" y="8323"/>
                    <a:pt x="501" y="8323"/>
                  </a:cubicBezTo>
                  <a:cubicBezTo>
                    <a:pt x="655" y="8323"/>
                    <a:pt x="805" y="8255"/>
                    <a:pt x="877" y="8100"/>
                  </a:cubicBezTo>
                  <a:cubicBezTo>
                    <a:pt x="1559" y="6518"/>
                    <a:pt x="2800" y="5153"/>
                    <a:pt x="4227" y="4222"/>
                  </a:cubicBezTo>
                  <a:cubicBezTo>
                    <a:pt x="5033" y="3695"/>
                    <a:pt x="5747" y="3322"/>
                    <a:pt x="6584" y="3074"/>
                  </a:cubicBezTo>
                  <a:cubicBezTo>
                    <a:pt x="7546" y="2764"/>
                    <a:pt x="8011" y="2733"/>
                    <a:pt x="8973" y="2702"/>
                  </a:cubicBezTo>
                  <a:cubicBezTo>
                    <a:pt x="9500" y="2671"/>
                    <a:pt x="9997" y="2671"/>
                    <a:pt x="10493" y="2547"/>
                  </a:cubicBezTo>
                  <a:cubicBezTo>
                    <a:pt x="11207" y="2361"/>
                    <a:pt x="11734" y="1771"/>
                    <a:pt x="11424" y="1027"/>
                  </a:cubicBezTo>
                  <a:cubicBezTo>
                    <a:pt x="11057" y="196"/>
                    <a:pt x="9939" y="0"/>
                    <a:pt x="90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4381925" y="873725"/>
              <a:ext cx="296300" cy="158500"/>
            </a:xfrm>
            <a:custGeom>
              <a:rect b="b" l="l" r="r" t="t"/>
              <a:pathLst>
                <a:path extrusionOk="0" h="6340" w="11852">
                  <a:moveTo>
                    <a:pt x="9334" y="3409"/>
                  </a:moveTo>
                  <a:cubicBezTo>
                    <a:pt x="9330" y="3409"/>
                    <a:pt x="9313" y="3414"/>
                    <a:pt x="9276" y="3426"/>
                  </a:cubicBezTo>
                  <a:cubicBezTo>
                    <a:pt x="9296" y="3421"/>
                    <a:pt x="9316" y="3415"/>
                    <a:pt x="9334" y="3409"/>
                  </a:cubicBezTo>
                  <a:close/>
                  <a:moveTo>
                    <a:pt x="601" y="1"/>
                  </a:moveTo>
                  <a:cubicBezTo>
                    <a:pt x="313" y="1"/>
                    <a:pt x="1" y="312"/>
                    <a:pt x="63" y="665"/>
                  </a:cubicBezTo>
                  <a:cubicBezTo>
                    <a:pt x="648" y="4041"/>
                    <a:pt x="3944" y="6340"/>
                    <a:pt x="7226" y="6340"/>
                  </a:cubicBezTo>
                  <a:cubicBezTo>
                    <a:pt x="8467" y="6340"/>
                    <a:pt x="9707" y="6011"/>
                    <a:pt x="10796" y="5287"/>
                  </a:cubicBezTo>
                  <a:cubicBezTo>
                    <a:pt x="11851" y="4575"/>
                    <a:pt x="11225" y="3123"/>
                    <a:pt x="10194" y="3123"/>
                  </a:cubicBezTo>
                  <a:cubicBezTo>
                    <a:pt x="10012" y="3123"/>
                    <a:pt x="9817" y="3169"/>
                    <a:pt x="9617" y="3271"/>
                  </a:cubicBezTo>
                  <a:cubicBezTo>
                    <a:pt x="9513" y="3323"/>
                    <a:pt x="9431" y="3375"/>
                    <a:pt x="9334" y="3409"/>
                  </a:cubicBezTo>
                  <a:lnTo>
                    <a:pt x="9334" y="3409"/>
                  </a:lnTo>
                  <a:cubicBezTo>
                    <a:pt x="9334" y="3409"/>
                    <a:pt x="9334" y="3409"/>
                    <a:pt x="9335" y="3409"/>
                  </a:cubicBezTo>
                  <a:lnTo>
                    <a:pt x="9335" y="3409"/>
                  </a:lnTo>
                  <a:cubicBezTo>
                    <a:pt x="9349" y="3409"/>
                    <a:pt x="9146" y="3488"/>
                    <a:pt x="9121" y="3488"/>
                  </a:cubicBezTo>
                  <a:cubicBezTo>
                    <a:pt x="8904" y="3581"/>
                    <a:pt x="8687" y="3643"/>
                    <a:pt x="8470" y="3674"/>
                  </a:cubicBezTo>
                  <a:cubicBezTo>
                    <a:pt x="8221" y="3736"/>
                    <a:pt x="8004" y="3798"/>
                    <a:pt x="7787" y="3829"/>
                  </a:cubicBezTo>
                  <a:cubicBezTo>
                    <a:pt x="7762" y="3829"/>
                    <a:pt x="7559" y="3869"/>
                    <a:pt x="7558" y="3869"/>
                  </a:cubicBezTo>
                  <a:cubicBezTo>
                    <a:pt x="7558" y="3869"/>
                    <a:pt x="7570" y="3866"/>
                    <a:pt x="7601" y="3860"/>
                  </a:cubicBezTo>
                  <a:cubicBezTo>
                    <a:pt x="7642" y="3850"/>
                    <a:pt x="7632" y="3846"/>
                    <a:pt x="7599" y="3846"/>
                  </a:cubicBezTo>
                  <a:cubicBezTo>
                    <a:pt x="7532" y="3846"/>
                    <a:pt x="7374" y="3860"/>
                    <a:pt x="7353" y="3860"/>
                  </a:cubicBezTo>
                  <a:cubicBezTo>
                    <a:pt x="7105" y="3891"/>
                    <a:pt x="6888" y="3891"/>
                    <a:pt x="6639" y="3891"/>
                  </a:cubicBezTo>
                  <a:cubicBezTo>
                    <a:pt x="6546" y="3891"/>
                    <a:pt x="6453" y="3860"/>
                    <a:pt x="6360" y="3860"/>
                  </a:cubicBezTo>
                  <a:cubicBezTo>
                    <a:pt x="6319" y="3860"/>
                    <a:pt x="6167" y="3846"/>
                    <a:pt x="6135" y="3846"/>
                  </a:cubicBezTo>
                  <a:cubicBezTo>
                    <a:pt x="6134" y="3846"/>
                    <a:pt x="6133" y="3846"/>
                    <a:pt x="6132" y="3847"/>
                  </a:cubicBezTo>
                  <a:lnTo>
                    <a:pt x="6132" y="3847"/>
                  </a:lnTo>
                  <a:cubicBezTo>
                    <a:pt x="5663" y="3758"/>
                    <a:pt x="5222" y="3668"/>
                    <a:pt x="4809" y="3550"/>
                  </a:cubicBezTo>
                  <a:cubicBezTo>
                    <a:pt x="3227" y="3054"/>
                    <a:pt x="1676" y="1875"/>
                    <a:pt x="962" y="262"/>
                  </a:cubicBezTo>
                  <a:cubicBezTo>
                    <a:pt x="880" y="77"/>
                    <a:pt x="744" y="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4651825" y="432375"/>
              <a:ext cx="105200" cy="211675"/>
            </a:xfrm>
            <a:custGeom>
              <a:rect b="b" l="l" r="r" t="t"/>
              <a:pathLst>
                <a:path extrusionOk="0" h="8467" w="4208">
                  <a:moveTo>
                    <a:pt x="2891" y="5872"/>
                  </a:moveTo>
                  <a:cubicBezTo>
                    <a:pt x="2893" y="5872"/>
                    <a:pt x="2909" y="5890"/>
                    <a:pt x="2942" y="5935"/>
                  </a:cubicBezTo>
                  <a:lnTo>
                    <a:pt x="2942" y="5935"/>
                  </a:lnTo>
                  <a:cubicBezTo>
                    <a:pt x="2909" y="5898"/>
                    <a:pt x="2890" y="5872"/>
                    <a:pt x="2891" y="5872"/>
                  </a:cubicBezTo>
                  <a:close/>
                  <a:moveTo>
                    <a:pt x="1945" y="0"/>
                  </a:moveTo>
                  <a:cubicBezTo>
                    <a:pt x="1854" y="0"/>
                    <a:pt x="1759" y="41"/>
                    <a:pt x="1675" y="140"/>
                  </a:cubicBezTo>
                  <a:lnTo>
                    <a:pt x="1706" y="140"/>
                  </a:lnTo>
                  <a:cubicBezTo>
                    <a:pt x="1427" y="451"/>
                    <a:pt x="1179" y="792"/>
                    <a:pt x="931" y="1133"/>
                  </a:cubicBezTo>
                  <a:cubicBezTo>
                    <a:pt x="683" y="1443"/>
                    <a:pt x="497" y="1785"/>
                    <a:pt x="342" y="2157"/>
                  </a:cubicBezTo>
                  <a:cubicBezTo>
                    <a:pt x="62" y="2994"/>
                    <a:pt x="0" y="3863"/>
                    <a:pt x="124" y="4732"/>
                  </a:cubicBezTo>
                  <a:cubicBezTo>
                    <a:pt x="279" y="5631"/>
                    <a:pt x="590" y="6531"/>
                    <a:pt x="1179" y="7213"/>
                  </a:cubicBezTo>
                  <a:cubicBezTo>
                    <a:pt x="1458" y="7555"/>
                    <a:pt x="1768" y="7834"/>
                    <a:pt x="2141" y="8113"/>
                  </a:cubicBezTo>
                  <a:cubicBezTo>
                    <a:pt x="2392" y="8311"/>
                    <a:pt x="2789" y="8467"/>
                    <a:pt x="3163" y="8467"/>
                  </a:cubicBezTo>
                  <a:cubicBezTo>
                    <a:pt x="3386" y="8467"/>
                    <a:pt x="3600" y="8411"/>
                    <a:pt x="3771" y="8277"/>
                  </a:cubicBezTo>
                  <a:lnTo>
                    <a:pt x="3771" y="8277"/>
                  </a:lnTo>
                  <a:cubicBezTo>
                    <a:pt x="4027" y="8129"/>
                    <a:pt x="4208" y="7850"/>
                    <a:pt x="4126" y="7524"/>
                  </a:cubicBezTo>
                  <a:cubicBezTo>
                    <a:pt x="4115" y="7513"/>
                    <a:pt x="4108" y="7502"/>
                    <a:pt x="4103" y="7490"/>
                  </a:cubicBezTo>
                  <a:lnTo>
                    <a:pt x="4103" y="7490"/>
                  </a:lnTo>
                  <a:cubicBezTo>
                    <a:pt x="4076" y="7269"/>
                    <a:pt x="3960" y="7057"/>
                    <a:pt x="3816" y="6872"/>
                  </a:cubicBezTo>
                  <a:cubicBezTo>
                    <a:pt x="3816" y="6861"/>
                    <a:pt x="3790" y="6823"/>
                    <a:pt x="3766" y="6791"/>
                  </a:cubicBezTo>
                  <a:lnTo>
                    <a:pt x="3766" y="6791"/>
                  </a:lnTo>
                  <a:cubicBezTo>
                    <a:pt x="3772" y="6797"/>
                    <a:pt x="3779" y="6804"/>
                    <a:pt x="3785" y="6810"/>
                  </a:cubicBezTo>
                  <a:cubicBezTo>
                    <a:pt x="3739" y="6755"/>
                    <a:pt x="3723" y="6736"/>
                    <a:pt x="3723" y="6736"/>
                  </a:cubicBezTo>
                  <a:lnTo>
                    <a:pt x="3723" y="6736"/>
                  </a:lnTo>
                  <a:cubicBezTo>
                    <a:pt x="3723" y="6736"/>
                    <a:pt x="3744" y="6761"/>
                    <a:pt x="3766" y="6791"/>
                  </a:cubicBezTo>
                  <a:lnTo>
                    <a:pt x="3766" y="6791"/>
                  </a:lnTo>
                  <a:cubicBezTo>
                    <a:pt x="3679" y="6700"/>
                    <a:pt x="3590" y="6587"/>
                    <a:pt x="3475" y="6500"/>
                  </a:cubicBezTo>
                  <a:cubicBezTo>
                    <a:pt x="3382" y="6376"/>
                    <a:pt x="3258" y="6283"/>
                    <a:pt x="3133" y="6159"/>
                  </a:cubicBezTo>
                  <a:cubicBezTo>
                    <a:pt x="3071" y="6097"/>
                    <a:pt x="3009" y="6035"/>
                    <a:pt x="2978" y="5973"/>
                  </a:cubicBezTo>
                  <a:cubicBezTo>
                    <a:pt x="2965" y="5959"/>
                    <a:pt x="2953" y="5947"/>
                    <a:pt x="2942" y="5935"/>
                  </a:cubicBezTo>
                  <a:lnTo>
                    <a:pt x="2942" y="5935"/>
                  </a:lnTo>
                  <a:cubicBezTo>
                    <a:pt x="2851" y="5813"/>
                    <a:pt x="2760" y="5692"/>
                    <a:pt x="2668" y="5600"/>
                  </a:cubicBezTo>
                  <a:cubicBezTo>
                    <a:pt x="2621" y="5537"/>
                    <a:pt x="2606" y="5516"/>
                    <a:pt x="2607" y="5516"/>
                  </a:cubicBezTo>
                  <a:lnTo>
                    <a:pt x="2607" y="5516"/>
                  </a:lnTo>
                  <a:cubicBezTo>
                    <a:pt x="2608" y="5516"/>
                    <a:pt x="2678" y="5605"/>
                    <a:pt x="2682" y="5605"/>
                  </a:cubicBezTo>
                  <a:cubicBezTo>
                    <a:pt x="2684" y="5605"/>
                    <a:pt x="2673" y="5588"/>
                    <a:pt x="2637" y="5538"/>
                  </a:cubicBezTo>
                  <a:cubicBezTo>
                    <a:pt x="2544" y="5383"/>
                    <a:pt x="2420" y="5228"/>
                    <a:pt x="2358" y="5073"/>
                  </a:cubicBezTo>
                  <a:cubicBezTo>
                    <a:pt x="2265" y="4949"/>
                    <a:pt x="2203" y="4794"/>
                    <a:pt x="2110" y="4670"/>
                  </a:cubicBezTo>
                  <a:cubicBezTo>
                    <a:pt x="2110" y="4657"/>
                    <a:pt x="2110" y="4647"/>
                    <a:pt x="2110" y="4639"/>
                  </a:cubicBezTo>
                  <a:lnTo>
                    <a:pt x="2110" y="4639"/>
                  </a:lnTo>
                  <a:cubicBezTo>
                    <a:pt x="2118" y="4662"/>
                    <a:pt x="2125" y="4685"/>
                    <a:pt x="2141" y="4701"/>
                  </a:cubicBezTo>
                  <a:cubicBezTo>
                    <a:pt x="2124" y="4649"/>
                    <a:pt x="2116" y="4626"/>
                    <a:pt x="2113" y="4626"/>
                  </a:cubicBezTo>
                  <a:cubicBezTo>
                    <a:pt x="2111" y="4626"/>
                    <a:pt x="2110" y="4631"/>
                    <a:pt x="2110" y="4639"/>
                  </a:cubicBezTo>
                  <a:lnTo>
                    <a:pt x="2110" y="4639"/>
                  </a:lnTo>
                  <a:cubicBezTo>
                    <a:pt x="2102" y="4616"/>
                    <a:pt x="2094" y="4592"/>
                    <a:pt x="2079" y="4577"/>
                  </a:cubicBezTo>
                  <a:cubicBezTo>
                    <a:pt x="2048" y="4483"/>
                    <a:pt x="2017" y="4421"/>
                    <a:pt x="1986" y="4328"/>
                  </a:cubicBezTo>
                  <a:cubicBezTo>
                    <a:pt x="1893" y="3987"/>
                    <a:pt x="1831" y="3677"/>
                    <a:pt x="1768" y="3336"/>
                  </a:cubicBezTo>
                  <a:cubicBezTo>
                    <a:pt x="1768" y="3311"/>
                    <a:pt x="1750" y="3174"/>
                    <a:pt x="1741" y="3174"/>
                  </a:cubicBezTo>
                  <a:cubicBezTo>
                    <a:pt x="1739" y="3174"/>
                    <a:pt x="1737" y="3184"/>
                    <a:pt x="1737" y="3212"/>
                  </a:cubicBezTo>
                  <a:cubicBezTo>
                    <a:pt x="1737" y="3119"/>
                    <a:pt x="1737" y="3056"/>
                    <a:pt x="1706" y="2963"/>
                  </a:cubicBezTo>
                  <a:cubicBezTo>
                    <a:pt x="1706" y="2808"/>
                    <a:pt x="1706" y="2653"/>
                    <a:pt x="1706" y="2467"/>
                  </a:cubicBezTo>
                  <a:cubicBezTo>
                    <a:pt x="1706" y="2188"/>
                    <a:pt x="1706" y="1878"/>
                    <a:pt x="1768" y="1567"/>
                  </a:cubicBezTo>
                  <a:cubicBezTo>
                    <a:pt x="1831" y="1195"/>
                    <a:pt x="1986" y="947"/>
                    <a:pt x="2234" y="668"/>
                  </a:cubicBezTo>
                  <a:cubicBezTo>
                    <a:pt x="2468" y="387"/>
                    <a:pt x="2225" y="0"/>
                    <a:pt x="19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4975625" y="604675"/>
              <a:ext cx="119050" cy="221600"/>
            </a:xfrm>
            <a:custGeom>
              <a:rect b="b" l="l" r="r" t="t"/>
              <a:pathLst>
                <a:path extrusionOk="0" h="8864" w="4762">
                  <a:moveTo>
                    <a:pt x="772" y="0"/>
                  </a:moveTo>
                  <a:cubicBezTo>
                    <a:pt x="333" y="0"/>
                    <a:pt x="0" y="653"/>
                    <a:pt x="356" y="1035"/>
                  </a:cubicBezTo>
                  <a:cubicBezTo>
                    <a:pt x="1256" y="1997"/>
                    <a:pt x="1814" y="3144"/>
                    <a:pt x="2094" y="4385"/>
                  </a:cubicBezTo>
                  <a:cubicBezTo>
                    <a:pt x="2156" y="4695"/>
                    <a:pt x="2249" y="5037"/>
                    <a:pt x="2280" y="5347"/>
                  </a:cubicBezTo>
                  <a:cubicBezTo>
                    <a:pt x="2280" y="5348"/>
                    <a:pt x="2280" y="5348"/>
                    <a:pt x="2280" y="5349"/>
                  </a:cubicBezTo>
                  <a:lnTo>
                    <a:pt x="2280" y="5349"/>
                  </a:lnTo>
                  <a:cubicBezTo>
                    <a:pt x="2280" y="5357"/>
                    <a:pt x="2280" y="5366"/>
                    <a:pt x="2280" y="5378"/>
                  </a:cubicBezTo>
                  <a:cubicBezTo>
                    <a:pt x="2311" y="5471"/>
                    <a:pt x="2311" y="5564"/>
                    <a:pt x="2311" y="5657"/>
                  </a:cubicBezTo>
                  <a:cubicBezTo>
                    <a:pt x="2311" y="5812"/>
                    <a:pt x="2342" y="5967"/>
                    <a:pt x="2342" y="6153"/>
                  </a:cubicBezTo>
                  <a:cubicBezTo>
                    <a:pt x="2373" y="6929"/>
                    <a:pt x="2249" y="7704"/>
                    <a:pt x="2621" y="8418"/>
                  </a:cubicBezTo>
                  <a:cubicBezTo>
                    <a:pt x="2758" y="8725"/>
                    <a:pt x="3063" y="8864"/>
                    <a:pt x="3378" y="8864"/>
                  </a:cubicBezTo>
                  <a:cubicBezTo>
                    <a:pt x="3635" y="8864"/>
                    <a:pt x="3898" y="8771"/>
                    <a:pt x="4079" y="8604"/>
                  </a:cubicBezTo>
                  <a:cubicBezTo>
                    <a:pt x="4730" y="7953"/>
                    <a:pt x="4762" y="6929"/>
                    <a:pt x="4668" y="6091"/>
                  </a:cubicBezTo>
                  <a:cubicBezTo>
                    <a:pt x="4575" y="5223"/>
                    <a:pt x="4389" y="4354"/>
                    <a:pt x="4017" y="3548"/>
                  </a:cubicBezTo>
                  <a:cubicBezTo>
                    <a:pt x="3397" y="2152"/>
                    <a:pt x="2342" y="942"/>
                    <a:pt x="1070" y="104"/>
                  </a:cubicBezTo>
                  <a:cubicBezTo>
                    <a:pt x="970" y="32"/>
                    <a:pt x="868" y="0"/>
                    <a:pt x="7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5226500" y="930050"/>
              <a:ext cx="215625" cy="128000"/>
            </a:xfrm>
            <a:custGeom>
              <a:rect b="b" l="l" r="r" t="t"/>
              <a:pathLst>
                <a:path extrusionOk="0" h="5120" w="8625">
                  <a:moveTo>
                    <a:pt x="3460" y="2287"/>
                  </a:moveTo>
                  <a:cubicBezTo>
                    <a:pt x="3472" y="2293"/>
                    <a:pt x="3496" y="2304"/>
                    <a:pt x="3537" y="2321"/>
                  </a:cubicBezTo>
                  <a:cubicBezTo>
                    <a:pt x="3519" y="2303"/>
                    <a:pt x="3492" y="2296"/>
                    <a:pt x="3460" y="2287"/>
                  </a:cubicBezTo>
                  <a:close/>
                  <a:moveTo>
                    <a:pt x="2739" y="0"/>
                  </a:moveTo>
                  <a:cubicBezTo>
                    <a:pt x="2008" y="0"/>
                    <a:pt x="1268" y="133"/>
                    <a:pt x="590" y="397"/>
                  </a:cubicBezTo>
                  <a:cubicBezTo>
                    <a:pt x="248" y="553"/>
                    <a:pt x="0" y="832"/>
                    <a:pt x="62" y="1204"/>
                  </a:cubicBezTo>
                  <a:cubicBezTo>
                    <a:pt x="121" y="1529"/>
                    <a:pt x="378" y="1827"/>
                    <a:pt x="724" y="1827"/>
                  </a:cubicBezTo>
                  <a:cubicBezTo>
                    <a:pt x="741" y="1827"/>
                    <a:pt x="758" y="1826"/>
                    <a:pt x="776" y="1824"/>
                  </a:cubicBezTo>
                  <a:cubicBezTo>
                    <a:pt x="962" y="1824"/>
                    <a:pt x="1148" y="1811"/>
                    <a:pt x="1325" y="1811"/>
                  </a:cubicBezTo>
                  <a:cubicBezTo>
                    <a:pt x="1413" y="1811"/>
                    <a:pt x="1500" y="1814"/>
                    <a:pt x="1582" y="1824"/>
                  </a:cubicBezTo>
                  <a:cubicBezTo>
                    <a:pt x="1644" y="1824"/>
                    <a:pt x="1954" y="1855"/>
                    <a:pt x="1799" y="1855"/>
                  </a:cubicBezTo>
                  <a:cubicBezTo>
                    <a:pt x="1954" y="1855"/>
                    <a:pt x="2110" y="1886"/>
                    <a:pt x="2234" y="1917"/>
                  </a:cubicBezTo>
                  <a:cubicBezTo>
                    <a:pt x="2513" y="1980"/>
                    <a:pt x="2761" y="2073"/>
                    <a:pt x="3040" y="2135"/>
                  </a:cubicBezTo>
                  <a:cubicBezTo>
                    <a:pt x="3133" y="2197"/>
                    <a:pt x="3257" y="2228"/>
                    <a:pt x="3381" y="2259"/>
                  </a:cubicBezTo>
                  <a:cubicBezTo>
                    <a:pt x="3408" y="2272"/>
                    <a:pt x="3435" y="2280"/>
                    <a:pt x="3460" y="2287"/>
                  </a:cubicBezTo>
                  <a:lnTo>
                    <a:pt x="3460" y="2287"/>
                  </a:lnTo>
                  <a:cubicBezTo>
                    <a:pt x="3451" y="2282"/>
                    <a:pt x="3448" y="2280"/>
                    <a:pt x="3450" y="2280"/>
                  </a:cubicBezTo>
                  <a:lnTo>
                    <a:pt x="3450" y="2280"/>
                  </a:lnTo>
                  <a:cubicBezTo>
                    <a:pt x="3458" y="2280"/>
                    <a:pt x="3587" y="2331"/>
                    <a:pt x="3630" y="2352"/>
                  </a:cubicBezTo>
                  <a:cubicBezTo>
                    <a:pt x="3878" y="2476"/>
                    <a:pt x="4095" y="2600"/>
                    <a:pt x="4343" y="2755"/>
                  </a:cubicBezTo>
                  <a:cubicBezTo>
                    <a:pt x="4436" y="2817"/>
                    <a:pt x="4529" y="2879"/>
                    <a:pt x="4622" y="2972"/>
                  </a:cubicBezTo>
                  <a:cubicBezTo>
                    <a:pt x="4682" y="3012"/>
                    <a:pt x="4703" y="3026"/>
                    <a:pt x="4704" y="3026"/>
                  </a:cubicBezTo>
                  <a:cubicBezTo>
                    <a:pt x="4705" y="3026"/>
                    <a:pt x="4612" y="2962"/>
                    <a:pt x="4591" y="2941"/>
                  </a:cubicBezTo>
                  <a:lnTo>
                    <a:pt x="4591" y="2941"/>
                  </a:lnTo>
                  <a:cubicBezTo>
                    <a:pt x="4715" y="3034"/>
                    <a:pt x="4808" y="3096"/>
                    <a:pt x="4933" y="3189"/>
                  </a:cubicBezTo>
                  <a:lnTo>
                    <a:pt x="4808" y="3096"/>
                  </a:lnTo>
                  <a:lnTo>
                    <a:pt x="4808" y="3096"/>
                  </a:lnTo>
                  <a:cubicBezTo>
                    <a:pt x="5026" y="3220"/>
                    <a:pt x="5243" y="3500"/>
                    <a:pt x="5429" y="3655"/>
                  </a:cubicBezTo>
                  <a:cubicBezTo>
                    <a:pt x="5615" y="3872"/>
                    <a:pt x="5801" y="4058"/>
                    <a:pt x="5956" y="4275"/>
                  </a:cubicBezTo>
                  <a:cubicBezTo>
                    <a:pt x="6283" y="4667"/>
                    <a:pt x="6823" y="5119"/>
                    <a:pt x="7341" y="5119"/>
                  </a:cubicBezTo>
                  <a:cubicBezTo>
                    <a:pt x="7561" y="5119"/>
                    <a:pt x="7778" y="5037"/>
                    <a:pt x="7973" y="4833"/>
                  </a:cubicBezTo>
                  <a:cubicBezTo>
                    <a:pt x="8624" y="4151"/>
                    <a:pt x="8221" y="3158"/>
                    <a:pt x="7787" y="2538"/>
                  </a:cubicBezTo>
                  <a:cubicBezTo>
                    <a:pt x="7011" y="1452"/>
                    <a:pt x="5832" y="708"/>
                    <a:pt x="4591" y="304"/>
                  </a:cubicBezTo>
                  <a:cubicBezTo>
                    <a:pt x="4012" y="102"/>
                    <a:pt x="3379" y="0"/>
                    <a:pt x="2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5443650" y="1178725"/>
              <a:ext cx="57400" cy="179275"/>
            </a:xfrm>
            <a:custGeom>
              <a:rect b="b" l="l" r="r" t="t"/>
              <a:pathLst>
                <a:path extrusionOk="0" h="7171" w="2296">
                  <a:moveTo>
                    <a:pt x="676" y="0"/>
                  </a:moveTo>
                  <a:cubicBezTo>
                    <a:pt x="342" y="0"/>
                    <a:pt x="1" y="296"/>
                    <a:pt x="124" y="688"/>
                  </a:cubicBezTo>
                  <a:cubicBezTo>
                    <a:pt x="372" y="1649"/>
                    <a:pt x="434" y="2642"/>
                    <a:pt x="341" y="3635"/>
                  </a:cubicBezTo>
                  <a:cubicBezTo>
                    <a:pt x="341" y="3868"/>
                    <a:pt x="314" y="4101"/>
                    <a:pt x="285" y="4360"/>
                  </a:cubicBezTo>
                  <a:lnTo>
                    <a:pt x="285" y="4360"/>
                  </a:lnTo>
                  <a:cubicBezTo>
                    <a:pt x="276" y="4398"/>
                    <a:pt x="248" y="4534"/>
                    <a:pt x="248" y="4534"/>
                  </a:cubicBezTo>
                  <a:cubicBezTo>
                    <a:pt x="248" y="4689"/>
                    <a:pt x="217" y="4813"/>
                    <a:pt x="186" y="4937"/>
                  </a:cubicBezTo>
                  <a:cubicBezTo>
                    <a:pt x="155" y="5155"/>
                    <a:pt x="124" y="5341"/>
                    <a:pt x="93" y="5527"/>
                  </a:cubicBezTo>
                  <a:cubicBezTo>
                    <a:pt x="88" y="5564"/>
                    <a:pt x="85" y="5586"/>
                    <a:pt x="84" y="5598"/>
                  </a:cubicBezTo>
                  <a:lnTo>
                    <a:pt x="84" y="5598"/>
                  </a:lnTo>
                  <a:cubicBezTo>
                    <a:pt x="80" y="5613"/>
                    <a:pt x="73" y="5639"/>
                    <a:pt x="62" y="5682"/>
                  </a:cubicBezTo>
                  <a:cubicBezTo>
                    <a:pt x="0" y="6116"/>
                    <a:pt x="62" y="6426"/>
                    <a:pt x="279" y="6799"/>
                  </a:cubicBezTo>
                  <a:cubicBezTo>
                    <a:pt x="424" y="7047"/>
                    <a:pt x="665" y="7171"/>
                    <a:pt x="920" y="7171"/>
                  </a:cubicBezTo>
                  <a:cubicBezTo>
                    <a:pt x="1048" y="7171"/>
                    <a:pt x="1179" y="7140"/>
                    <a:pt x="1303" y="7078"/>
                  </a:cubicBezTo>
                  <a:cubicBezTo>
                    <a:pt x="1675" y="6892"/>
                    <a:pt x="1892" y="6613"/>
                    <a:pt x="2048" y="6209"/>
                  </a:cubicBezTo>
                  <a:cubicBezTo>
                    <a:pt x="2141" y="5899"/>
                    <a:pt x="2203" y="5558"/>
                    <a:pt x="2234" y="5217"/>
                  </a:cubicBezTo>
                  <a:cubicBezTo>
                    <a:pt x="2296" y="4627"/>
                    <a:pt x="2296" y="4007"/>
                    <a:pt x="2203" y="3417"/>
                  </a:cubicBezTo>
                  <a:cubicBezTo>
                    <a:pt x="2048" y="2332"/>
                    <a:pt x="1644" y="1246"/>
                    <a:pt x="1117" y="253"/>
                  </a:cubicBezTo>
                  <a:cubicBezTo>
                    <a:pt x="1013" y="76"/>
                    <a:pt x="846" y="0"/>
                    <a:pt x="6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5353675" y="1579100"/>
              <a:ext cx="399425" cy="327225"/>
            </a:xfrm>
            <a:custGeom>
              <a:rect b="b" l="l" r="r" t="t"/>
              <a:pathLst>
                <a:path extrusionOk="0" h="13089" w="15977">
                  <a:moveTo>
                    <a:pt x="783" y="1"/>
                  </a:moveTo>
                  <a:cubicBezTo>
                    <a:pt x="577" y="1"/>
                    <a:pt x="372" y="141"/>
                    <a:pt x="342" y="431"/>
                  </a:cubicBezTo>
                  <a:cubicBezTo>
                    <a:pt x="1" y="4030"/>
                    <a:pt x="683" y="7659"/>
                    <a:pt x="3196" y="10389"/>
                  </a:cubicBezTo>
                  <a:cubicBezTo>
                    <a:pt x="4768" y="12095"/>
                    <a:pt x="7132" y="13089"/>
                    <a:pt x="9472" y="13089"/>
                  </a:cubicBezTo>
                  <a:cubicBezTo>
                    <a:pt x="10410" y="13089"/>
                    <a:pt x="11345" y="12929"/>
                    <a:pt x="12223" y="12592"/>
                  </a:cubicBezTo>
                  <a:cubicBezTo>
                    <a:pt x="13123" y="12251"/>
                    <a:pt x="13929" y="11816"/>
                    <a:pt x="14643" y="11165"/>
                  </a:cubicBezTo>
                  <a:cubicBezTo>
                    <a:pt x="15263" y="10575"/>
                    <a:pt x="15977" y="9335"/>
                    <a:pt x="15635" y="8404"/>
                  </a:cubicBezTo>
                  <a:cubicBezTo>
                    <a:pt x="15505" y="8040"/>
                    <a:pt x="15201" y="7785"/>
                    <a:pt x="14814" y="7785"/>
                  </a:cubicBezTo>
                  <a:cubicBezTo>
                    <a:pt x="14739" y="7785"/>
                    <a:pt x="14661" y="7794"/>
                    <a:pt x="14581" y="7815"/>
                  </a:cubicBezTo>
                  <a:cubicBezTo>
                    <a:pt x="14333" y="7877"/>
                    <a:pt x="14146" y="7970"/>
                    <a:pt x="13960" y="8125"/>
                  </a:cubicBezTo>
                  <a:cubicBezTo>
                    <a:pt x="13908" y="8151"/>
                    <a:pt x="13701" y="8332"/>
                    <a:pt x="13712" y="8332"/>
                  </a:cubicBezTo>
                  <a:cubicBezTo>
                    <a:pt x="13713" y="8332"/>
                    <a:pt x="13714" y="8331"/>
                    <a:pt x="13715" y="8331"/>
                  </a:cubicBezTo>
                  <a:lnTo>
                    <a:pt x="13715" y="8331"/>
                  </a:lnTo>
                  <a:cubicBezTo>
                    <a:pt x="13414" y="8539"/>
                    <a:pt x="13114" y="8722"/>
                    <a:pt x="12844" y="8962"/>
                  </a:cubicBezTo>
                  <a:lnTo>
                    <a:pt x="12708" y="9075"/>
                  </a:lnTo>
                  <a:lnTo>
                    <a:pt x="12708" y="9075"/>
                  </a:lnTo>
                  <a:cubicBezTo>
                    <a:pt x="12702" y="9079"/>
                    <a:pt x="12695" y="9082"/>
                    <a:pt x="12688" y="9086"/>
                  </a:cubicBezTo>
                  <a:cubicBezTo>
                    <a:pt x="12564" y="9179"/>
                    <a:pt x="12440" y="9273"/>
                    <a:pt x="12285" y="9366"/>
                  </a:cubicBezTo>
                  <a:cubicBezTo>
                    <a:pt x="12037" y="9521"/>
                    <a:pt x="11758" y="9676"/>
                    <a:pt x="11479" y="9800"/>
                  </a:cubicBezTo>
                  <a:cubicBezTo>
                    <a:pt x="11577" y="9755"/>
                    <a:pt x="11608" y="9739"/>
                    <a:pt x="11602" y="9739"/>
                  </a:cubicBezTo>
                  <a:lnTo>
                    <a:pt x="11602" y="9739"/>
                  </a:lnTo>
                  <a:cubicBezTo>
                    <a:pt x="11586" y="9739"/>
                    <a:pt x="11337" y="9840"/>
                    <a:pt x="11292" y="9862"/>
                  </a:cubicBezTo>
                  <a:cubicBezTo>
                    <a:pt x="11137" y="9893"/>
                    <a:pt x="10982" y="9955"/>
                    <a:pt x="10827" y="9986"/>
                  </a:cubicBezTo>
                  <a:cubicBezTo>
                    <a:pt x="10703" y="10017"/>
                    <a:pt x="10548" y="10048"/>
                    <a:pt x="10424" y="10079"/>
                  </a:cubicBezTo>
                  <a:cubicBezTo>
                    <a:pt x="10344" y="10079"/>
                    <a:pt x="9945" y="10147"/>
                    <a:pt x="10067" y="10147"/>
                  </a:cubicBezTo>
                  <a:cubicBezTo>
                    <a:pt x="10088" y="10147"/>
                    <a:pt x="10123" y="10146"/>
                    <a:pt x="10176" y="10141"/>
                  </a:cubicBezTo>
                  <a:lnTo>
                    <a:pt x="10176" y="10141"/>
                  </a:lnTo>
                  <a:cubicBezTo>
                    <a:pt x="9865" y="10172"/>
                    <a:pt x="9555" y="10172"/>
                    <a:pt x="9245" y="10203"/>
                  </a:cubicBezTo>
                  <a:cubicBezTo>
                    <a:pt x="9090" y="10203"/>
                    <a:pt x="8935" y="10203"/>
                    <a:pt x="8780" y="10172"/>
                  </a:cubicBezTo>
                  <a:cubicBezTo>
                    <a:pt x="8718" y="10172"/>
                    <a:pt x="8463" y="10145"/>
                    <a:pt x="8401" y="10145"/>
                  </a:cubicBezTo>
                  <a:cubicBezTo>
                    <a:pt x="8382" y="10145"/>
                    <a:pt x="8381" y="10147"/>
                    <a:pt x="8407" y="10153"/>
                  </a:cubicBezTo>
                  <a:lnTo>
                    <a:pt x="8407" y="10153"/>
                  </a:lnTo>
                  <a:cubicBezTo>
                    <a:pt x="8128" y="10098"/>
                    <a:pt x="7852" y="10042"/>
                    <a:pt x="7601" y="9986"/>
                  </a:cubicBezTo>
                  <a:cubicBezTo>
                    <a:pt x="7446" y="9924"/>
                    <a:pt x="7291" y="9893"/>
                    <a:pt x="7136" y="9831"/>
                  </a:cubicBezTo>
                  <a:cubicBezTo>
                    <a:pt x="7066" y="9808"/>
                    <a:pt x="6786" y="9697"/>
                    <a:pt x="6756" y="9696"/>
                  </a:cubicBezTo>
                  <a:lnTo>
                    <a:pt x="6756" y="9696"/>
                  </a:lnTo>
                  <a:cubicBezTo>
                    <a:pt x="6526" y="9560"/>
                    <a:pt x="6275" y="9444"/>
                    <a:pt x="6050" y="9304"/>
                  </a:cubicBezTo>
                  <a:cubicBezTo>
                    <a:pt x="5895" y="9210"/>
                    <a:pt x="5740" y="9117"/>
                    <a:pt x="5616" y="9024"/>
                  </a:cubicBezTo>
                  <a:cubicBezTo>
                    <a:pt x="5553" y="8993"/>
                    <a:pt x="5491" y="8931"/>
                    <a:pt x="5429" y="8900"/>
                  </a:cubicBezTo>
                  <a:cubicBezTo>
                    <a:pt x="5402" y="8880"/>
                    <a:pt x="5379" y="8864"/>
                    <a:pt x="5362" y="8851"/>
                  </a:cubicBezTo>
                  <a:lnTo>
                    <a:pt x="5362" y="8851"/>
                  </a:lnTo>
                  <a:cubicBezTo>
                    <a:pt x="5366" y="8854"/>
                    <a:pt x="5368" y="8855"/>
                    <a:pt x="5369" y="8855"/>
                  </a:cubicBezTo>
                  <a:cubicBezTo>
                    <a:pt x="5374" y="8855"/>
                    <a:pt x="5347" y="8830"/>
                    <a:pt x="5243" y="8745"/>
                  </a:cubicBezTo>
                  <a:cubicBezTo>
                    <a:pt x="4127" y="7784"/>
                    <a:pt x="3351" y="6667"/>
                    <a:pt x="2669" y="5302"/>
                  </a:cubicBezTo>
                  <a:cubicBezTo>
                    <a:pt x="1924" y="3782"/>
                    <a:pt x="1459" y="2076"/>
                    <a:pt x="1242" y="431"/>
                  </a:cubicBezTo>
                  <a:cubicBezTo>
                    <a:pt x="1210" y="148"/>
                    <a:pt x="995" y="1"/>
                    <a:pt x="7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5727475" y="1013750"/>
              <a:ext cx="71375" cy="125175"/>
            </a:xfrm>
            <a:custGeom>
              <a:rect b="b" l="l" r="r" t="t"/>
              <a:pathLst>
                <a:path extrusionOk="0" h="5007" w="2855">
                  <a:moveTo>
                    <a:pt x="2110" y="2106"/>
                  </a:moveTo>
                  <a:lnTo>
                    <a:pt x="2110" y="2106"/>
                  </a:lnTo>
                  <a:cubicBezTo>
                    <a:pt x="2088" y="2129"/>
                    <a:pt x="2031" y="2202"/>
                    <a:pt x="2028" y="2202"/>
                  </a:cubicBezTo>
                  <a:cubicBezTo>
                    <a:pt x="2026" y="2202"/>
                    <a:pt x="2032" y="2193"/>
                    <a:pt x="2048" y="2168"/>
                  </a:cubicBezTo>
                  <a:cubicBezTo>
                    <a:pt x="2069" y="2147"/>
                    <a:pt x="2090" y="2127"/>
                    <a:pt x="2110" y="2106"/>
                  </a:cubicBezTo>
                  <a:close/>
                  <a:moveTo>
                    <a:pt x="1881" y="1"/>
                  </a:moveTo>
                  <a:cubicBezTo>
                    <a:pt x="1743" y="1"/>
                    <a:pt x="1607" y="38"/>
                    <a:pt x="1490" y="121"/>
                  </a:cubicBezTo>
                  <a:cubicBezTo>
                    <a:pt x="1304" y="245"/>
                    <a:pt x="1087" y="369"/>
                    <a:pt x="932" y="555"/>
                  </a:cubicBezTo>
                  <a:cubicBezTo>
                    <a:pt x="777" y="710"/>
                    <a:pt x="652" y="958"/>
                    <a:pt x="559" y="1175"/>
                  </a:cubicBezTo>
                  <a:cubicBezTo>
                    <a:pt x="373" y="1548"/>
                    <a:pt x="249" y="1951"/>
                    <a:pt x="156" y="2354"/>
                  </a:cubicBezTo>
                  <a:cubicBezTo>
                    <a:pt x="1" y="3099"/>
                    <a:pt x="32" y="3936"/>
                    <a:pt x="280" y="4681"/>
                  </a:cubicBezTo>
                  <a:cubicBezTo>
                    <a:pt x="336" y="4903"/>
                    <a:pt x="515" y="5007"/>
                    <a:pt x="700" y="5007"/>
                  </a:cubicBezTo>
                  <a:cubicBezTo>
                    <a:pt x="928" y="5007"/>
                    <a:pt x="1163" y="4848"/>
                    <a:pt x="1180" y="4557"/>
                  </a:cubicBezTo>
                  <a:cubicBezTo>
                    <a:pt x="1180" y="4495"/>
                    <a:pt x="1180" y="4402"/>
                    <a:pt x="1180" y="4339"/>
                  </a:cubicBezTo>
                  <a:cubicBezTo>
                    <a:pt x="1180" y="4277"/>
                    <a:pt x="1211" y="4246"/>
                    <a:pt x="1211" y="4215"/>
                  </a:cubicBezTo>
                  <a:cubicBezTo>
                    <a:pt x="1211" y="4185"/>
                    <a:pt x="1211" y="4165"/>
                    <a:pt x="1211" y="4153"/>
                  </a:cubicBezTo>
                  <a:cubicBezTo>
                    <a:pt x="1242" y="3998"/>
                    <a:pt x="1273" y="3843"/>
                    <a:pt x="1304" y="3719"/>
                  </a:cubicBezTo>
                  <a:cubicBezTo>
                    <a:pt x="1335" y="3564"/>
                    <a:pt x="1397" y="3409"/>
                    <a:pt x="1459" y="3254"/>
                  </a:cubicBezTo>
                  <a:cubicBezTo>
                    <a:pt x="1459" y="3237"/>
                    <a:pt x="1468" y="3210"/>
                    <a:pt x="1477" y="3185"/>
                  </a:cubicBezTo>
                  <a:lnTo>
                    <a:pt x="1477" y="3185"/>
                  </a:lnTo>
                  <a:cubicBezTo>
                    <a:pt x="1480" y="3179"/>
                    <a:pt x="1485" y="3171"/>
                    <a:pt x="1490" y="3161"/>
                  </a:cubicBezTo>
                  <a:cubicBezTo>
                    <a:pt x="1521" y="3099"/>
                    <a:pt x="1552" y="3006"/>
                    <a:pt x="1614" y="2912"/>
                  </a:cubicBezTo>
                  <a:cubicBezTo>
                    <a:pt x="1738" y="2633"/>
                    <a:pt x="1924" y="2385"/>
                    <a:pt x="2110" y="2106"/>
                  </a:cubicBezTo>
                  <a:lnTo>
                    <a:pt x="2110" y="2106"/>
                  </a:lnTo>
                  <a:cubicBezTo>
                    <a:pt x="2121" y="2096"/>
                    <a:pt x="2131" y="2085"/>
                    <a:pt x="2141" y="2075"/>
                  </a:cubicBezTo>
                  <a:cubicBezTo>
                    <a:pt x="2172" y="2013"/>
                    <a:pt x="2235" y="1951"/>
                    <a:pt x="2297" y="1889"/>
                  </a:cubicBezTo>
                  <a:cubicBezTo>
                    <a:pt x="2452" y="1734"/>
                    <a:pt x="2545" y="1517"/>
                    <a:pt x="2669" y="1299"/>
                  </a:cubicBezTo>
                  <a:cubicBezTo>
                    <a:pt x="2855" y="989"/>
                    <a:pt x="2793" y="524"/>
                    <a:pt x="2514" y="276"/>
                  </a:cubicBezTo>
                  <a:cubicBezTo>
                    <a:pt x="2340" y="102"/>
                    <a:pt x="2107" y="1"/>
                    <a:pt x="18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4911625" y="1272050"/>
              <a:ext cx="165200" cy="374750"/>
            </a:xfrm>
            <a:custGeom>
              <a:rect b="b" l="l" r="r" t="t"/>
              <a:pathLst>
                <a:path extrusionOk="0" h="14990" w="6608">
                  <a:moveTo>
                    <a:pt x="4939" y="1"/>
                  </a:moveTo>
                  <a:cubicBezTo>
                    <a:pt x="4595" y="1"/>
                    <a:pt x="4252" y="133"/>
                    <a:pt x="3971" y="398"/>
                  </a:cubicBezTo>
                  <a:cubicBezTo>
                    <a:pt x="2141" y="2166"/>
                    <a:pt x="962" y="4772"/>
                    <a:pt x="497" y="7254"/>
                  </a:cubicBezTo>
                  <a:cubicBezTo>
                    <a:pt x="0" y="9735"/>
                    <a:pt x="187" y="12248"/>
                    <a:pt x="776" y="14699"/>
                  </a:cubicBezTo>
                  <a:cubicBezTo>
                    <a:pt x="818" y="14894"/>
                    <a:pt x="998" y="14989"/>
                    <a:pt x="1178" y="14989"/>
                  </a:cubicBezTo>
                  <a:cubicBezTo>
                    <a:pt x="1398" y="14989"/>
                    <a:pt x="1617" y="14848"/>
                    <a:pt x="1583" y="14575"/>
                  </a:cubicBezTo>
                  <a:lnTo>
                    <a:pt x="1614" y="14575"/>
                  </a:lnTo>
                  <a:cubicBezTo>
                    <a:pt x="1365" y="12279"/>
                    <a:pt x="1800" y="10015"/>
                    <a:pt x="2637" y="7843"/>
                  </a:cubicBezTo>
                  <a:cubicBezTo>
                    <a:pt x="3041" y="6819"/>
                    <a:pt x="3568" y="5889"/>
                    <a:pt x="4126" y="4958"/>
                  </a:cubicBezTo>
                  <a:cubicBezTo>
                    <a:pt x="4405" y="4462"/>
                    <a:pt x="4716" y="3996"/>
                    <a:pt x="5026" y="3531"/>
                  </a:cubicBezTo>
                  <a:cubicBezTo>
                    <a:pt x="5367" y="3066"/>
                    <a:pt x="5739" y="2631"/>
                    <a:pt x="6174" y="2104"/>
                  </a:cubicBezTo>
                  <a:cubicBezTo>
                    <a:pt x="6608" y="1546"/>
                    <a:pt x="6298" y="677"/>
                    <a:pt x="5801" y="305"/>
                  </a:cubicBezTo>
                  <a:cubicBezTo>
                    <a:pt x="5541" y="102"/>
                    <a:pt x="5240" y="1"/>
                    <a:pt x="49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4509900" y="1466150"/>
              <a:ext cx="91525" cy="143200"/>
            </a:xfrm>
            <a:custGeom>
              <a:rect b="b" l="l" r="r" t="t"/>
              <a:pathLst>
                <a:path extrusionOk="0" h="5728" w="3661">
                  <a:moveTo>
                    <a:pt x="609" y="1"/>
                  </a:moveTo>
                  <a:cubicBezTo>
                    <a:pt x="439" y="1"/>
                    <a:pt x="267" y="82"/>
                    <a:pt x="186" y="203"/>
                  </a:cubicBezTo>
                  <a:cubicBezTo>
                    <a:pt x="0" y="420"/>
                    <a:pt x="31" y="699"/>
                    <a:pt x="217" y="917"/>
                  </a:cubicBezTo>
                  <a:cubicBezTo>
                    <a:pt x="497" y="1196"/>
                    <a:pt x="683" y="1475"/>
                    <a:pt x="900" y="1816"/>
                  </a:cubicBezTo>
                  <a:cubicBezTo>
                    <a:pt x="1024" y="2002"/>
                    <a:pt x="1117" y="2157"/>
                    <a:pt x="1210" y="2344"/>
                  </a:cubicBezTo>
                  <a:cubicBezTo>
                    <a:pt x="1272" y="2437"/>
                    <a:pt x="1303" y="2530"/>
                    <a:pt x="1365" y="2623"/>
                  </a:cubicBezTo>
                  <a:lnTo>
                    <a:pt x="1396" y="2747"/>
                  </a:lnTo>
                  <a:cubicBezTo>
                    <a:pt x="1409" y="2771"/>
                    <a:pt x="1414" y="2780"/>
                    <a:pt x="1414" y="2780"/>
                  </a:cubicBezTo>
                  <a:cubicBezTo>
                    <a:pt x="1415" y="2780"/>
                    <a:pt x="1415" y="2779"/>
                    <a:pt x="1414" y="2778"/>
                  </a:cubicBezTo>
                  <a:lnTo>
                    <a:pt x="1414" y="2778"/>
                  </a:lnTo>
                  <a:cubicBezTo>
                    <a:pt x="1418" y="2787"/>
                    <a:pt x="1422" y="2797"/>
                    <a:pt x="1427" y="2809"/>
                  </a:cubicBezTo>
                  <a:cubicBezTo>
                    <a:pt x="1582" y="3181"/>
                    <a:pt x="1707" y="3553"/>
                    <a:pt x="1769" y="3957"/>
                  </a:cubicBezTo>
                  <a:cubicBezTo>
                    <a:pt x="1862" y="4360"/>
                    <a:pt x="2017" y="4763"/>
                    <a:pt x="2110" y="5167"/>
                  </a:cubicBezTo>
                  <a:cubicBezTo>
                    <a:pt x="2226" y="5515"/>
                    <a:pt x="2560" y="5728"/>
                    <a:pt x="2908" y="5728"/>
                  </a:cubicBezTo>
                  <a:cubicBezTo>
                    <a:pt x="2931" y="5728"/>
                    <a:pt x="2955" y="5727"/>
                    <a:pt x="2978" y="5725"/>
                  </a:cubicBezTo>
                  <a:cubicBezTo>
                    <a:pt x="3351" y="5663"/>
                    <a:pt x="3630" y="5353"/>
                    <a:pt x="3630" y="4949"/>
                  </a:cubicBezTo>
                  <a:cubicBezTo>
                    <a:pt x="3661" y="4453"/>
                    <a:pt x="3630" y="3957"/>
                    <a:pt x="3444" y="3491"/>
                  </a:cubicBezTo>
                  <a:cubicBezTo>
                    <a:pt x="3258" y="3026"/>
                    <a:pt x="3040" y="2592"/>
                    <a:pt x="2761" y="2157"/>
                  </a:cubicBezTo>
                  <a:cubicBezTo>
                    <a:pt x="2265" y="1351"/>
                    <a:pt x="1613" y="668"/>
                    <a:pt x="869" y="79"/>
                  </a:cubicBezTo>
                  <a:cubicBezTo>
                    <a:pt x="793" y="25"/>
                    <a:pt x="701" y="1"/>
                    <a:pt x="6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4146175" y="1389700"/>
              <a:ext cx="181275" cy="520150"/>
            </a:xfrm>
            <a:custGeom>
              <a:rect b="b" l="l" r="r" t="t"/>
              <a:pathLst>
                <a:path extrusionOk="0" h="20806" w="7251">
                  <a:moveTo>
                    <a:pt x="5632" y="1"/>
                  </a:moveTo>
                  <a:cubicBezTo>
                    <a:pt x="5349" y="1"/>
                    <a:pt x="5058" y="96"/>
                    <a:pt x="4809" y="314"/>
                  </a:cubicBezTo>
                  <a:cubicBezTo>
                    <a:pt x="2730" y="2206"/>
                    <a:pt x="1520" y="5091"/>
                    <a:pt x="838" y="7790"/>
                  </a:cubicBezTo>
                  <a:cubicBezTo>
                    <a:pt x="155" y="10458"/>
                    <a:pt x="0" y="13374"/>
                    <a:pt x="528" y="16197"/>
                  </a:cubicBezTo>
                  <a:cubicBezTo>
                    <a:pt x="807" y="17686"/>
                    <a:pt x="1396" y="19175"/>
                    <a:pt x="2079" y="20540"/>
                  </a:cubicBezTo>
                  <a:cubicBezTo>
                    <a:pt x="2182" y="20726"/>
                    <a:pt x="2354" y="20805"/>
                    <a:pt x="2531" y="20805"/>
                  </a:cubicBezTo>
                  <a:cubicBezTo>
                    <a:pt x="2885" y="20805"/>
                    <a:pt x="3258" y="20488"/>
                    <a:pt x="3133" y="20075"/>
                  </a:cubicBezTo>
                  <a:cubicBezTo>
                    <a:pt x="2451" y="17624"/>
                    <a:pt x="2327" y="15049"/>
                    <a:pt x="2513" y="12506"/>
                  </a:cubicBezTo>
                  <a:cubicBezTo>
                    <a:pt x="2668" y="10117"/>
                    <a:pt x="3351" y="7604"/>
                    <a:pt x="4436" y="5526"/>
                  </a:cubicBezTo>
                  <a:cubicBezTo>
                    <a:pt x="5088" y="4223"/>
                    <a:pt x="5925" y="3013"/>
                    <a:pt x="6670" y="1772"/>
                  </a:cubicBezTo>
                  <a:cubicBezTo>
                    <a:pt x="7251" y="843"/>
                    <a:pt x="6475" y="1"/>
                    <a:pt x="5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5729050" y="1276100"/>
              <a:ext cx="503325" cy="280750"/>
            </a:xfrm>
            <a:custGeom>
              <a:rect b="b" l="l" r="r" t="t"/>
              <a:pathLst>
                <a:path extrusionOk="0" h="11230" w="20133">
                  <a:moveTo>
                    <a:pt x="11785" y="1"/>
                  </a:moveTo>
                  <a:cubicBezTo>
                    <a:pt x="10347" y="1"/>
                    <a:pt x="8915" y="427"/>
                    <a:pt x="7600" y="1042"/>
                  </a:cubicBezTo>
                  <a:cubicBezTo>
                    <a:pt x="5801" y="1880"/>
                    <a:pt x="4064" y="3214"/>
                    <a:pt x="2761" y="4672"/>
                  </a:cubicBezTo>
                  <a:cubicBezTo>
                    <a:pt x="2016" y="5510"/>
                    <a:pt x="1303" y="6440"/>
                    <a:pt x="838" y="7464"/>
                  </a:cubicBezTo>
                  <a:cubicBezTo>
                    <a:pt x="372" y="8488"/>
                    <a:pt x="0" y="9759"/>
                    <a:pt x="403" y="10845"/>
                  </a:cubicBezTo>
                  <a:cubicBezTo>
                    <a:pt x="493" y="11079"/>
                    <a:pt x="730" y="11230"/>
                    <a:pt x="961" y="11230"/>
                  </a:cubicBezTo>
                  <a:cubicBezTo>
                    <a:pt x="1128" y="11230"/>
                    <a:pt x="1292" y="11151"/>
                    <a:pt x="1396" y="10969"/>
                  </a:cubicBezTo>
                  <a:cubicBezTo>
                    <a:pt x="1768" y="10225"/>
                    <a:pt x="2078" y="9480"/>
                    <a:pt x="2482" y="8767"/>
                  </a:cubicBezTo>
                  <a:cubicBezTo>
                    <a:pt x="2916" y="8053"/>
                    <a:pt x="3443" y="7433"/>
                    <a:pt x="4033" y="6843"/>
                  </a:cubicBezTo>
                  <a:cubicBezTo>
                    <a:pt x="5305" y="5634"/>
                    <a:pt x="6577" y="4641"/>
                    <a:pt x="8128" y="3803"/>
                  </a:cubicBezTo>
                  <a:cubicBezTo>
                    <a:pt x="8872" y="3400"/>
                    <a:pt x="9493" y="3121"/>
                    <a:pt x="10330" y="2935"/>
                  </a:cubicBezTo>
                  <a:cubicBezTo>
                    <a:pt x="10547" y="2873"/>
                    <a:pt x="10795" y="2811"/>
                    <a:pt x="11013" y="2780"/>
                  </a:cubicBezTo>
                  <a:cubicBezTo>
                    <a:pt x="11065" y="2773"/>
                    <a:pt x="11088" y="2771"/>
                    <a:pt x="11095" y="2771"/>
                  </a:cubicBezTo>
                  <a:cubicBezTo>
                    <a:pt x="11113" y="2771"/>
                    <a:pt x="11005" y="2789"/>
                    <a:pt x="11023" y="2789"/>
                  </a:cubicBezTo>
                  <a:cubicBezTo>
                    <a:pt x="11030" y="2789"/>
                    <a:pt x="11053" y="2786"/>
                    <a:pt x="11106" y="2780"/>
                  </a:cubicBezTo>
                  <a:cubicBezTo>
                    <a:pt x="11199" y="2780"/>
                    <a:pt x="11292" y="2749"/>
                    <a:pt x="11385" y="2749"/>
                  </a:cubicBezTo>
                  <a:lnTo>
                    <a:pt x="12005" y="2749"/>
                  </a:lnTo>
                  <a:cubicBezTo>
                    <a:pt x="12098" y="2749"/>
                    <a:pt x="12191" y="2780"/>
                    <a:pt x="12285" y="2780"/>
                  </a:cubicBezTo>
                  <a:cubicBezTo>
                    <a:pt x="12318" y="2780"/>
                    <a:pt x="12329" y="2777"/>
                    <a:pt x="12331" y="2775"/>
                  </a:cubicBezTo>
                  <a:lnTo>
                    <a:pt x="12331" y="2775"/>
                  </a:lnTo>
                  <a:cubicBezTo>
                    <a:pt x="12341" y="2780"/>
                    <a:pt x="12369" y="2790"/>
                    <a:pt x="12440" y="2811"/>
                  </a:cubicBezTo>
                  <a:cubicBezTo>
                    <a:pt x="12626" y="2842"/>
                    <a:pt x="12843" y="2873"/>
                    <a:pt x="13029" y="2935"/>
                  </a:cubicBezTo>
                  <a:cubicBezTo>
                    <a:pt x="13112" y="2962"/>
                    <a:pt x="13195" y="2990"/>
                    <a:pt x="13277" y="3039"/>
                  </a:cubicBezTo>
                  <a:lnTo>
                    <a:pt x="13277" y="3039"/>
                  </a:lnTo>
                  <a:cubicBezTo>
                    <a:pt x="13274" y="3038"/>
                    <a:pt x="13271" y="3038"/>
                    <a:pt x="13270" y="3038"/>
                  </a:cubicBezTo>
                  <a:lnTo>
                    <a:pt x="13270" y="3038"/>
                  </a:lnTo>
                  <a:cubicBezTo>
                    <a:pt x="13268" y="3038"/>
                    <a:pt x="13277" y="3043"/>
                    <a:pt x="13308" y="3059"/>
                  </a:cubicBezTo>
                  <a:cubicBezTo>
                    <a:pt x="13298" y="3052"/>
                    <a:pt x="13288" y="3046"/>
                    <a:pt x="13277" y="3039"/>
                  </a:cubicBezTo>
                  <a:lnTo>
                    <a:pt x="13277" y="3039"/>
                  </a:lnTo>
                  <a:cubicBezTo>
                    <a:pt x="13305" y="3049"/>
                    <a:pt x="13401" y="3090"/>
                    <a:pt x="13401" y="3090"/>
                  </a:cubicBezTo>
                  <a:cubicBezTo>
                    <a:pt x="13556" y="3152"/>
                    <a:pt x="13712" y="3245"/>
                    <a:pt x="13867" y="3338"/>
                  </a:cubicBezTo>
                  <a:cubicBezTo>
                    <a:pt x="13960" y="3369"/>
                    <a:pt x="14022" y="3431"/>
                    <a:pt x="14084" y="3462"/>
                  </a:cubicBezTo>
                  <a:cubicBezTo>
                    <a:pt x="14106" y="3485"/>
                    <a:pt x="14295" y="3624"/>
                    <a:pt x="14310" y="3624"/>
                  </a:cubicBezTo>
                  <a:cubicBezTo>
                    <a:pt x="14315" y="3624"/>
                    <a:pt x="14297" y="3605"/>
                    <a:pt x="14239" y="3555"/>
                  </a:cubicBezTo>
                  <a:lnTo>
                    <a:pt x="14239" y="3555"/>
                  </a:lnTo>
                  <a:cubicBezTo>
                    <a:pt x="14518" y="3772"/>
                    <a:pt x="14766" y="4021"/>
                    <a:pt x="14983" y="4300"/>
                  </a:cubicBezTo>
                  <a:cubicBezTo>
                    <a:pt x="15005" y="4321"/>
                    <a:pt x="15179" y="4510"/>
                    <a:pt x="15228" y="4558"/>
                  </a:cubicBezTo>
                  <a:lnTo>
                    <a:pt x="15228" y="4558"/>
                  </a:lnTo>
                  <a:cubicBezTo>
                    <a:pt x="15343" y="4730"/>
                    <a:pt x="15458" y="4903"/>
                    <a:pt x="15573" y="5075"/>
                  </a:cubicBezTo>
                  <a:cubicBezTo>
                    <a:pt x="16038" y="5820"/>
                    <a:pt x="16348" y="6471"/>
                    <a:pt x="16596" y="7154"/>
                  </a:cubicBezTo>
                  <a:cubicBezTo>
                    <a:pt x="16752" y="7557"/>
                    <a:pt x="16876" y="7991"/>
                    <a:pt x="17031" y="8426"/>
                  </a:cubicBezTo>
                  <a:cubicBezTo>
                    <a:pt x="17093" y="8643"/>
                    <a:pt x="17186" y="8860"/>
                    <a:pt x="17248" y="9077"/>
                  </a:cubicBezTo>
                  <a:cubicBezTo>
                    <a:pt x="17310" y="9232"/>
                    <a:pt x="17403" y="9387"/>
                    <a:pt x="17465" y="9542"/>
                  </a:cubicBezTo>
                  <a:cubicBezTo>
                    <a:pt x="17465" y="9567"/>
                    <a:pt x="17561" y="9784"/>
                    <a:pt x="17557" y="9784"/>
                  </a:cubicBezTo>
                  <a:cubicBezTo>
                    <a:pt x="17555" y="9784"/>
                    <a:pt x="17547" y="9768"/>
                    <a:pt x="17527" y="9728"/>
                  </a:cubicBezTo>
                  <a:lnTo>
                    <a:pt x="17527" y="9728"/>
                  </a:lnTo>
                  <a:cubicBezTo>
                    <a:pt x="17764" y="10255"/>
                    <a:pt x="18224" y="10670"/>
                    <a:pt x="18794" y="10670"/>
                  </a:cubicBezTo>
                  <a:cubicBezTo>
                    <a:pt x="18896" y="10670"/>
                    <a:pt x="19001" y="10656"/>
                    <a:pt x="19109" y="10628"/>
                  </a:cubicBezTo>
                  <a:cubicBezTo>
                    <a:pt x="19854" y="10411"/>
                    <a:pt x="20133" y="9728"/>
                    <a:pt x="20040" y="9015"/>
                  </a:cubicBezTo>
                  <a:cubicBezTo>
                    <a:pt x="19761" y="7247"/>
                    <a:pt x="19078" y="5448"/>
                    <a:pt x="18148" y="3896"/>
                  </a:cubicBezTo>
                  <a:cubicBezTo>
                    <a:pt x="17124" y="2221"/>
                    <a:pt x="15666" y="856"/>
                    <a:pt x="13774" y="298"/>
                  </a:cubicBezTo>
                  <a:cubicBezTo>
                    <a:pt x="13116" y="92"/>
                    <a:pt x="12450" y="1"/>
                    <a:pt x="1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6001250" y="1604225"/>
              <a:ext cx="89475" cy="221175"/>
            </a:xfrm>
            <a:custGeom>
              <a:rect b="b" l="l" r="r" t="t"/>
              <a:pathLst>
                <a:path extrusionOk="0" h="8847" w="3579">
                  <a:moveTo>
                    <a:pt x="2460" y="4071"/>
                  </a:moveTo>
                  <a:cubicBezTo>
                    <a:pt x="2460" y="4071"/>
                    <a:pt x="2457" y="4082"/>
                    <a:pt x="2451" y="4111"/>
                  </a:cubicBezTo>
                  <a:cubicBezTo>
                    <a:pt x="2451" y="4118"/>
                    <a:pt x="2451" y="4124"/>
                    <a:pt x="2451" y="4131"/>
                  </a:cubicBezTo>
                  <a:lnTo>
                    <a:pt x="2451" y="4131"/>
                  </a:lnTo>
                  <a:cubicBezTo>
                    <a:pt x="2456" y="4104"/>
                    <a:pt x="2461" y="4071"/>
                    <a:pt x="2460" y="4071"/>
                  </a:cubicBezTo>
                  <a:close/>
                  <a:moveTo>
                    <a:pt x="2325" y="1"/>
                  </a:moveTo>
                  <a:cubicBezTo>
                    <a:pt x="2152" y="1"/>
                    <a:pt x="1972" y="44"/>
                    <a:pt x="1800" y="140"/>
                  </a:cubicBezTo>
                  <a:cubicBezTo>
                    <a:pt x="1397" y="388"/>
                    <a:pt x="1055" y="698"/>
                    <a:pt x="807" y="1102"/>
                  </a:cubicBezTo>
                  <a:cubicBezTo>
                    <a:pt x="590" y="1474"/>
                    <a:pt x="435" y="1877"/>
                    <a:pt x="311" y="2249"/>
                  </a:cubicBezTo>
                  <a:cubicBezTo>
                    <a:pt x="63" y="2963"/>
                    <a:pt x="1" y="3769"/>
                    <a:pt x="32" y="4514"/>
                  </a:cubicBezTo>
                  <a:cubicBezTo>
                    <a:pt x="63" y="5320"/>
                    <a:pt x="218" y="6127"/>
                    <a:pt x="559" y="6872"/>
                  </a:cubicBezTo>
                  <a:cubicBezTo>
                    <a:pt x="714" y="7213"/>
                    <a:pt x="900" y="7554"/>
                    <a:pt x="1148" y="7833"/>
                  </a:cubicBezTo>
                  <a:cubicBezTo>
                    <a:pt x="1164" y="7864"/>
                    <a:pt x="1179" y="7880"/>
                    <a:pt x="1187" y="7880"/>
                  </a:cubicBezTo>
                  <a:cubicBezTo>
                    <a:pt x="1195" y="7880"/>
                    <a:pt x="1195" y="7864"/>
                    <a:pt x="1179" y="7833"/>
                  </a:cubicBezTo>
                  <a:lnTo>
                    <a:pt x="1179" y="7833"/>
                  </a:lnTo>
                  <a:lnTo>
                    <a:pt x="1303" y="8019"/>
                  </a:lnTo>
                  <a:cubicBezTo>
                    <a:pt x="1365" y="8081"/>
                    <a:pt x="1397" y="8143"/>
                    <a:pt x="1459" y="8205"/>
                  </a:cubicBezTo>
                  <a:cubicBezTo>
                    <a:pt x="1583" y="8361"/>
                    <a:pt x="1707" y="8485"/>
                    <a:pt x="1831" y="8609"/>
                  </a:cubicBezTo>
                  <a:cubicBezTo>
                    <a:pt x="1998" y="8776"/>
                    <a:pt x="2193" y="8847"/>
                    <a:pt x="2384" y="8847"/>
                  </a:cubicBezTo>
                  <a:cubicBezTo>
                    <a:pt x="2937" y="8847"/>
                    <a:pt x="3449" y="8247"/>
                    <a:pt x="3103" y="7647"/>
                  </a:cubicBezTo>
                  <a:lnTo>
                    <a:pt x="3103" y="7616"/>
                  </a:lnTo>
                  <a:cubicBezTo>
                    <a:pt x="3041" y="7492"/>
                    <a:pt x="2948" y="7368"/>
                    <a:pt x="2886" y="7244"/>
                  </a:cubicBezTo>
                  <a:cubicBezTo>
                    <a:pt x="2886" y="7219"/>
                    <a:pt x="2845" y="7134"/>
                    <a:pt x="2830" y="7117"/>
                  </a:cubicBezTo>
                  <a:lnTo>
                    <a:pt x="2830" y="7117"/>
                  </a:lnTo>
                  <a:cubicBezTo>
                    <a:pt x="2826" y="7099"/>
                    <a:pt x="2801" y="7046"/>
                    <a:pt x="2802" y="7046"/>
                  </a:cubicBezTo>
                  <a:lnTo>
                    <a:pt x="2802" y="7046"/>
                  </a:lnTo>
                  <a:cubicBezTo>
                    <a:pt x="2802" y="7046"/>
                    <a:pt x="2808" y="7057"/>
                    <a:pt x="2824" y="7089"/>
                  </a:cubicBezTo>
                  <a:cubicBezTo>
                    <a:pt x="2761" y="6934"/>
                    <a:pt x="2730" y="6747"/>
                    <a:pt x="2668" y="6561"/>
                  </a:cubicBezTo>
                  <a:cubicBezTo>
                    <a:pt x="2637" y="6406"/>
                    <a:pt x="2606" y="6251"/>
                    <a:pt x="2575" y="6127"/>
                  </a:cubicBezTo>
                  <a:cubicBezTo>
                    <a:pt x="2544" y="5972"/>
                    <a:pt x="2513" y="5817"/>
                    <a:pt x="2482" y="5662"/>
                  </a:cubicBezTo>
                  <a:lnTo>
                    <a:pt x="2451" y="5476"/>
                  </a:lnTo>
                  <a:cubicBezTo>
                    <a:pt x="2450" y="5470"/>
                    <a:pt x="2449" y="5465"/>
                    <a:pt x="2448" y="5459"/>
                  </a:cubicBezTo>
                  <a:lnTo>
                    <a:pt x="2448" y="5459"/>
                  </a:lnTo>
                  <a:cubicBezTo>
                    <a:pt x="2450" y="5454"/>
                    <a:pt x="2451" y="5440"/>
                    <a:pt x="2451" y="5414"/>
                  </a:cubicBezTo>
                  <a:cubicBezTo>
                    <a:pt x="2420" y="5134"/>
                    <a:pt x="2389" y="4824"/>
                    <a:pt x="2420" y="4514"/>
                  </a:cubicBezTo>
                  <a:cubicBezTo>
                    <a:pt x="2420" y="4395"/>
                    <a:pt x="2449" y="4277"/>
                    <a:pt x="2451" y="4131"/>
                  </a:cubicBezTo>
                  <a:lnTo>
                    <a:pt x="2451" y="4131"/>
                  </a:lnTo>
                  <a:cubicBezTo>
                    <a:pt x="2447" y="4151"/>
                    <a:pt x="2444" y="4168"/>
                    <a:pt x="2443" y="4168"/>
                  </a:cubicBezTo>
                  <a:cubicBezTo>
                    <a:pt x="2441" y="4168"/>
                    <a:pt x="2443" y="4145"/>
                    <a:pt x="2451" y="4080"/>
                  </a:cubicBezTo>
                  <a:cubicBezTo>
                    <a:pt x="2482" y="4018"/>
                    <a:pt x="2482" y="3956"/>
                    <a:pt x="2513" y="3894"/>
                  </a:cubicBezTo>
                  <a:cubicBezTo>
                    <a:pt x="2575" y="3614"/>
                    <a:pt x="2668" y="3304"/>
                    <a:pt x="2761" y="3025"/>
                  </a:cubicBezTo>
                  <a:cubicBezTo>
                    <a:pt x="2761" y="2963"/>
                    <a:pt x="2792" y="2901"/>
                    <a:pt x="2824" y="2839"/>
                  </a:cubicBezTo>
                  <a:cubicBezTo>
                    <a:pt x="2824" y="2820"/>
                    <a:pt x="2869" y="2711"/>
                    <a:pt x="2884" y="2668"/>
                  </a:cubicBezTo>
                  <a:lnTo>
                    <a:pt x="2884" y="2668"/>
                  </a:lnTo>
                  <a:cubicBezTo>
                    <a:pt x="2897" y="2648"/>
                    <a:pt x="2909" y="2630"/>
                    <a:pt x="2917" y="2622"/>
                  </a:cubicBezTo>
                  <a:cubicBezTo>
                    <a:pt x="2948" y="2560"/>
                    <a:pt x="2979" y="2498"/>
                    <a:pt x="3010" y="2436"/>
                  </a:cubicBezTo>
                  <a:cubicBezTo>
                    <a:pt x="3165" y="2094"/>
                    <a:pt x="3289" y="1753"/>
                    <a:pt x="3382" y="1381"/>
                  </a:cubicBezTo>
                  <a:cubicBezTo>
                    <a:pt x="3579" y="642"/>
                    <a:pt x="2994" y="1"/>
                    <a:pt x="2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3258175" y="254400"/>
              <a:ext cx="1023750" cy="2221150"/>
            </a:xfrm>
            <a:custGeom>
              <a:rect b="b" l="l" r="r" t="t"/>
              <a:pathLst>
                <a:path extrusionOk="0" h="88846" w="40950">
                  <a:moveTo>
                    <a:pt x="40949" y="0"/>
                  </a:moveTo>
                  <a:cubicBezTo>
                    <a:pt x="38033" y="218"/>
                    <a:pt x="35148" y="900"/>
                    <a:pt x="32480" y="2079"/>
                  </a:cubicBezTo>
                  <a:cubicBezTo>
                    <a:pt x="21406" y="6980"/>
                    <a:pt x="14426" y="20847"/>
                    <a:pt x="9400" y="31859"/>
                  </a:cubicBezTo>
                  <a:cubicBezTo>
                    <a:pt x="5833" y="39677"/>
                    <a:pt x="2513" y="47742"/>
                    <a:pt x="1273" y="56273"/>
                  </a:cubicBezTo>
                  <a:cubicBezTo>
                    <a:pt x="1" y="64773"/>
                    <a:pt x="962" y="73863"/>
                    <a:pt x="5461" y="81215"/>
                  </a:cubicBezTo>
                  <a:cubicBezTo>
                    <a:pt x="7880" y="85185"/>
                    <a:pt x="11789" y="88784"/>
                    <a:pt x="16473" y="88846"/>
                  </a:cubicBezTo>
                  <a:cubicBezTo>
                    <a:pt x="17435" y="88846"/>
                    <a:pt x="18396" y="88722"/>
                    <a:pt x="19327" y="88474"/>
                  </a:cubicBezTo>
                  <a:cubicBezTo>
                    <a:pt x="19513" y="87760"/>
                    <a:pt x="19699" y="87047"/>
                    <a:pt x="19792" y="86333"/>
                  </a:cubicBezTo>
                  <a:cubicBezTo>
                    <a:pt x="20568" y="81587"/>
                    <a:pt x="19606" y="76686"/>
                    <a:pt x="18241" y="72063"/>
                  </a:cubicBezTo>
                  <a:cubicBezTo>
                    <a:pt x="16845" y="67317"/>
                    <a:pt x="14953" y="62385"/>
                    <a:pt x="16132" y="57576"/>
                  </a:cubicBezTo>
                  <a:cubicBezTo>
                    <a:pt x="18241" y="49014"/>
                    <a:pt x="28851" y="45199"/>
                    <a:pt x="32418" y="37133"/>
                  </a:cubicBezTo>
                  <a:cubicBezTo>
                    <a:pt x="34000" y="33504"/>
                    <a:pt x="33969" y="29192"/>
                    <a:pt x="32325" y="25593"/>
                  </a:cubicBezTo>
                  <a:cubicBezTo>
                    <a:pt x="31550" y="23887"/>
                    <a:pt x="30402" y="22274"/>
                    <a:pt x="30216" y="20413"/>
                  </a:cubicBezTo>
                  <a:cubicBezTo>
                    <a:pt x="29750" y="16132"/>
                    <a:pt x="34186" y="13185"/>
                    <a:pt x="36978" y="9927"/>
                  </a:cubicBezTo>
                  <a:cubicBezTo>
                    <a:pt x="39367" y="7166"/>
                    <a:pt x="40732" y="3599"/>
                    <a:pt x="409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781125" y="238050"/>
              <a:ext cx="3340250" cy="3082850"/>
            </a:xfrm>
            <a:custGeom>
              <a:rect b="b" l="l" r="r" t="t"/>
              <a:pathLst>
                <a:path extrusionOk="0" h="123314" w="133610">
                  <a:moveTo>
                    <a:pt x="122993" y="0"/>
                  </a:moveTo>
                  <a:cubicBezTo>
                    <a:pt x="121689" y="0"/>
                    <a:pt x="120421" y="113"/>
                    <a:pt x="119247" y="344"/>
                  </a:cubicBezTo>
                  <a:cubicBezTo>
                    <a:pt x="114811" y="1213"/>
                    <a:pt x="110250" y="3136"/>
                    <a:pt x="106156" y="4966"/>
                  </a:cubicBezTo>
                  <a:cubicBezTo>
                    <a:pt x="103530" y="3999"/>
                    <a:pt x="100731" y="3518"/>
                    <a:pt x="97930" y="3518"/>
                  </a:cubicBezTo>
                  <a:cubicBezTo>
                    <a:pt x="94445" y="3518"/>
                    <a:pt x="90956" y="4263"/>
                    <a:pt x="87791" y="5742"/>
                  </a:cubicBezTo>
                  <a:cubicBezTo>
                    <a:pt x="85309" y="6921"/>
                    <a:pt x="82890" y="8534"/>
                    <a:pt x="80160" y="8596"/>
                  </a:cubicBezTo>
                  <a:cubicBezTo>
                    <a:pt x="80114" y="8597"/>
                    <a:pt x="80068" y="8597"/>
                    <a:pt x="80022" y="8597"/>
                  </a:cubicBezTo>
                  <a:cubicBezTo>
                    <a:pt x="78458" y="8597"/>
                    <a:pt x="76950" y="8093"/>
                    <a:pt x="75382" y="7882"/>
                  </a:cubicBezTo>
                  <a:cubicBezTo>
                    <a:pt x="74802" y="7798"/>
                    <a:pt x="74218" y="7757"/>
                    <a:pt x="73634" y="7757"/>
                  </a:cubicBezTo>
                  <a:cubicBezTo>
                    <a:pt x="70782" y="7757"/>
                    <a:pt x="67944" y="8743"/>
                    <a:pt x="65704" y="10519"/>
                  </a:cubicBezTo>
                  <a:cubicBezTo>
                    <a:pt x="63439" y="12350"/>
                    <a:pt x="61671" y="15017"/>
                    <a:pt x="58879" y="15824"/>
                  </a:cubicBezTo>
                  <a:cubicBezTo>
                    <a:pt x="58100" y="16054"/>
                    <a:pt x="57305" y="16126"/>
                    <a:pt x="56502" y="16126"/>
                  </a:cubicBezTo>
                  <a:cubicBezTo>
                    <a:pt x="55199" y="16126"/>
                    <a:pt x="53873" y="15938"/>
                    <a:pt x="52554" y="15938"/>
                  </a:cubicBezTo>
                  <a:cubicBezTo>
                    <a:pt x="52387" y="15938"/>
                    <a:pt x="52221" y="15941"/>
                    <a:pt x="52054" y="15948"/>
                  </a:cubicBezTo>
                  <a:cubicBezTo>
                    <a:pt x="49262" y="16072"/>
                    <a:pt x="46626" y="17313"/>
                    <a:pt x="44082" y="18523"/>
                  </a:cubicBezTo>
                  <a:cubicBezTo>
                    <a:pt x="41538" y="19764"/>
                    <a:pt x="38529" y="21811"/>
                    <a:pt x="39056" y="24603"/>
                  </a:cubicBezTo>
                  <a:cubicBezTo>
                    <a:pt x="34248" y="25192"/>
                    <a:pt x="29005" y="29504"/>
                    <a:pt x="28478" y="34344"/>
                  </a:cubicBezTo>
                  <a:cubicBezTo>
                    <a:pt x="27827" y="34933"/>
                    <a:pt x="26927" y="35181"/>
                    <a:pt x="26089" y="35461"/>
                  </a:cubicBezTo>
                  <a:cubicBezTo>
                    <a:pt x="21467" y="36981"/>
                    <a:pt x="17745" y="41013"/>
                    <a:pt x="16628" y="45760"/>
                  </a:cubicBezTo>
                  <a:cubicBezTo>
                    <a:pt x="16442" y="46566"/>
                    <a:pt x="16318" y="47373"/>
                    <a:pt x="15945" y="48148"/>
                  </a:cubicBezTo>
                  <a:cubicBezTo>
                    <a:pt x="15046" y="50010"/>
                    <a:pt x="12905" y="50909"/>
                    <a:pt x="11385" y="52336"/>
                  </a:cubicBezTo>
                  <a:cubicBezTo>
                    <a:pt x="8531" y="54973"/>
                    <a:pt x="8314" y="60061"/>
                    <a:pt x="10579" y="63225"/>
                  </a:cubicBezTo>
                  <a:cubicBezTo>
                    <a:pt x="7694" y="64683"/>
                    <a:pt x="5398" y="67227"/>
                    <a:pt x="4250" y="70267"/>
                  </a:cubicBezTo>
                  <a:cubicBezTo>
                    <a:pt x="3102" y="73276"/>
                    <a:pt x="2978" y="76936"/>
                    <a:pt x="4188" y="79945"/>
                  </a:cubicBezTo>
                  <a:cubicBezTo>
                    <a:pt x="683" y="84754"/>
                    <a:pt x="0" y="91485"/>
                    <a:pt x="2451" y="96914"/>
                  </a:cubicBezTo>
                  <a:cubicBezTo>
                    <a:pt x="3506" y="99210"/>
                    <a:pt x="5088" y="101381"/>
                    <a:pt x="5305" y="103925"/>
                  </a:cubicBezTo>
                  <a:cubicBezTo>
                    <a:pt x="5429" y="105073"/>
                    <a:pt x="5243" y="106252"/>
                    <a:pt x="5243" y="107430"/>
                  </a:cubicBezTo>
                  <a:cubicBezTo>
                    <a:pt x="5274" y="113449"/>
                    <a:pt x="10548" y="118412"/>
                    <a:pt x="16318" y="120087"/>
                  </a:cubicBezTo>
                  <a:cubicBezTo>
                    <a:pt x="19382" y="120993"/>
                    <a:pt x="22516" y="121339"/>
                    <a:pt x="25678" y="121339"/>
                  </a:cubicBezTo>
                  <a:cubicBezTo>
                    <a:pt x="28470" y="121339"/>
                    <a:pt x="31285" y="121069"/>
                    <a:pt x="34093" y="120677"/>
                  </a:cubicBezTo>
                  <a:cubicBezTo>
                    <a:pt x="37664" y="121986"/>
                    <a:pt x="41454" y="123313"/>
                    <a:pt x="45211" y="123313"/>
                  </a:cubicBezTo>
                  <a:cubicBezTo>
                    <a:pt x="46350" y="123313"/>
                    <a:pt x="47485" y="123191"/>
                    <a:pt x="48611" y="122910"/>
                  </a:cubicBezTo>
                  <a:cubicBezTo>
                    <a:pt x="50658" y="122383"/>
                    <a:pt x="52551" y="121359"/>
                    <a:pt x="54598" y="120770"/>
                  </a:cubicBezTo>
                  <a:cubicBezTo>
                    <a:pt x="58476" y="119622"/>
                    <a:pt x="62664" y="120149"/>
                    <a:pt x="66510" y="118970"/>
                  </a:cubicBezTo>
                  <a:cubicBezTo>
                    <a:pt x="72839" y="117047"/>
                    <a:pt x="77213" y="110160"/>
                    <a:pt x="76313" y="103615"/>
                  </a:cubicBezTo>
                  <a:lnTo>
                    <a:pt x="76313" y="103615"/>
                  </a:lnTo>
                  <a:cubicBezTo>
                    <a:pt x="79397" y="104182"/>
                    <a:pt x="82572" y="104535"/>
                    <a:pt x="85724" y="104535"/>
                  </a:cubicBezTo>
                  <a:cubicBezTo>
                    <a:pt x="90151" y="104535"/>
                    <a:pt x="94533" y="103839"/>
                    <a:pt x="98555" y="102064"/>
                  </a:cubicBezTo>
                  <a:cubicBezTo>
                    <a:pt x="105473" y="99024"/>
                    <a:pt x="111088" y="92261"/>
                    <a:pt x="111119" y="84723"/>
                  </a:cubicBezTo>
                  <a:cubicBezTo>
                    <a:pt x="111119" y="79542"/>
                    <a:pt x="108668" y="74765"/>
                    <a:pt x="106776" y="69956"/>
                  </a:cubicBezTo>
                  <a:cubicBezTo>
                    <a:pt x="104884" y="65148"/>
                    <a:pt x="103519" y="59595"/>
                    <a:pt x="105690" y="54911"/>
                  </a:cubicBezTo>
                  <a:cubicBezTo>
                    <a:pt x="107738" y="50475"/>
                    <a:pt x="112360" y="47962"/>
                    <a:pt x="116486" y="45356"/>
                  </a:cubicBezTo>
                  <a:cubicBezTo>
                    <a:pt x="120612" y="42782"/>
                    <a:pt x="124862" y="39214"/>
                    <a:pt x="125265" y="34344"/>
                  </a:cubicBezTo>
                  <a:cubicBezTo>
                    <a:pt x="125544" y="31087"/>
                    <a:pt x="123993" y="28015"/>
                    <a:pt x="122938" y="24944"/>
                  </a:cubicBezTo>
                  <a:cubicBezTo>
                    <a:pt x="121884" y="21842"/>
                    <a:pt x="121387" y="18151"/>
                    <a:pt x="123373" y="15576"/>
                  </a:cubicBezTo>
                  <a:cubicBezTo>
                    <a:pt x="124831" y="13714"/>
                    <a:pt x="127250" y="12939"/>
                    <a:pt x="129174" y="11543"/>
                  </a:cubicBezTo>
                  <a:cubicBezTo>
                    <a:pt x="131965" y="9465"/>
                    <a:pt x="133610" y="5897"/>
                    <a:pt x="133330" y="2423"/>
                  </a:cubicBezTo>
                  <a:cubicBezTo>
                    <a:pt x="130441" y="853"/>
                    <a:pt x="126583" y="0"/>
                    <a:pt x="1229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2874300" y="362650"/>
              <a:ext cx="556325" cy="2058450"/>
            </a:xfrm>
            <a:custGeom>
              <a:rect b="b" l="l" r="r" t="t"/>
              <a:pathLst>
                <a:path extrusionOk="0" h="82338" w="22253">
                  <a:moveTo>
                    <a:pt x="21934" y="1"/>
                  </a:moveTo>
                  <a:cubicBezTo>
                    <a:pt x="21851" y="1"/>
                    <a:pt x="21768" y="42"/>
                    <a:pt x="21715" y="138"/>
                  </a:cubicBezTo>
                  <a:cubicBezTo>
                    <a:pt x="20847" y="1471"/>
                    <a:pt x="20226" y="2898"/>
                    <a:pt x="19730" y="4419"/>
                  </a:cubicBezTo>
                  <a:cubicBezTo>
                    <a:pt x="19264" y="5939"/>
                    <a:pt x="18923" y="7552"/>
                    <a:pt x="18675" y="9134"/>
                  </a:cubicBezTo>
                  <a:cubicBezTo>
                    <a:pt x="18179" y="12298"/>
                    <a:pt x="18179" y="15493"/>
                    <a:pt x="18551" y="18657"/>
                  </a:cubicBezTo>
                  <a:cubicBezTo>
                    <a:pt x="18706" y="20084"/>
                    <a:pt x="18923" y="21604"/>
                    <a:pt x="18675" y="23062"/>
                  </a:cubicBezTo>
                  <a:cubicBezTo>
                    <a:pt x="18458" y="24396"/>
                    <a:pt x="17775" y="25451"/>
                    <a:pt x="16752" y="26351"/>
                  </a:cubicBezTo>
                  <a:cubicBezTo>
                    <a:pt x="15728" y="27250"/>
                    <a:pt x="14580" y="27840"/>
                    <a:pt x="13463" y="28522"/>
                  </a:cubicBezTo>
                  <a:cubicBezTo>
                    <a:pt x="12347" y="29205"/>
                    <a:pt x="11168" y="29980"/>
                    <a:pt x="10082" y="30818"/>
                  </a:cubicBezTo>
                  <a:cubicBezTo>
                    <a:pt x="5832" y="34075"/>
                    <a:pt x="2048" y="38449"/>
                    <a:pt x="1117" y="43878"/>
                  </a:cubicBezTo>
                  <a:cubicBezTo>
                    <a:pt x="0" y="50268"/>
                    <a:pt x="2916" y="56348"/>
                    <a:pt x="5646" y="61963"/>
                  </a:cubicBezTo>
                  <a:cubicBezTo>
                    <a:pt x="8159" y="67113"/>
                    <a:pt x="11044" y="73193"/>
                    <a:pt x="9493" y="79087"/>
                  </a:cubicBezTo>
                  <a:cubicBezTo>
                    <a:pt x="9307" y="79801"/>
                    <a:pt x="9151" y="80514"/>
                    <a:pt x="8996" y="81259"/>
                  </a:cubicBezTo>
                  <a:cubicBezTo>
                    <a:pt x="8876" y="81922"/>
                    <a:pt x="9341" y="82337"/>
                    <a:pt x="9844" y="82337"/>
                  </a:cubicBezTo>
                  <a:cubicBezTo>
                    <a:pt x="10117" y="82337"/>
                    <a:pt x="10402" y="82214"/>
                    <a:pt x="10609" y="81941"/>
                  </a:cubicBezTo>
                  <a:cubicBezTo>
                    <a:pt x="11571" y="80669"/>
                    <a:pt x="11881" y="79087"/>
                    <a:pt x="12036" y="77536"/>
                  </a:cubicBezTo>
                  <a:cubicBezTo>
                    <a:pt x="12192" y="75985"/>
                    <a:pt x="12099" y="74434"/>
                    <a:pt x="11850" y="72914"/>
                  </a:cubicBezTo>
                  <a:cubicBezTo>
                    <a:pt x="11385" y="69843"/>
                    <a:pt x="10268" y="66896"/>
                    <a:pt x="8965" y="64073"/>
                  </a:cubicBezTo>
                  <a:cubicBezTo>
                    <a:pt x="6422" y="58520"/>
                    <a:pt x="2792" y="52998"/>
                    <a:pt x="2854" y="46670"/>
                  </a:cubicBezTo>
                  <a:cubicBezTo>
                    <a:pt x="2916" y="41241"/>
                    <a:pt x="6173" y="36681"/>
                    <a:pt x="10206" y="33331"/>
                  </a:cubicBezTo>
                  <a:cubicBezTo>
                    <a:pt x="11199" y="32493"/>
                    <a:pt x="12285" y="31717"/>
                    <a:pt x="13370" y="31004"/>
                  </a:cubicBezTo>
                  <a:cubicBezTo>
                    <a:pt x="14518" y="30259"/>
                    <a:pt x="15728" y="29608"/>
                    <a:pt x="16876" y="28832"/>
                  </a:cubicBezTo>
                  <a:cubicBezTo>
                    <a:pt x="18024" y="28057"/>
                    <a:pt x="19140" y="27095"/>
                    <a:pt x="19823" y="25854"/>
                  </a:cubicBezTo>
                  <a:cubicBezTo>
                    <a:pt x="20598" y="24520"/>
                    <a:pt x="20816" y="22938"/>
                    <a:pt x="20753" y="21387"/>
                  </a:cubicBezTo>
                  <a:cubicBezTo>
                    <a:pt x="20722" y="19836"/>
                    <a:pt x="20412" y="18378"/>
                    <a:pt x="20288" y="16858"/>
                  </a:cubicBezTo>
                  <a:cubicBezTo>
                    <a:pt x="20164" y="15369"/>
                    <a:pt x="20133" y="13694"/>
                    <a:pt x="20195" y="12112"/>
                  </a:cubicBezTo>
                  <a:cubicBezTo>
                    <a:pt x="20350" y="8917"/>
                    <a:pt x="20878" y="5752"/>
                    <a:pt x="21715" y="2681"/>
                  </a:cubicBezTo>
                  <a:cubicBezTo>
                    <a:pt x="21901" y="1906"/>
                    <a:pt x="22056" y="1130"/>
                    <a:pt x="22211" y="355"/>
                  </a:cubicBezTo>
                  <a:cubicBezTo>
                    <a:pt x="22252" y="151"/>
                    <a:pt x="22092" y="1"/>
                    <a:pt x="219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2512125" y="1123550"/>
              <a:ext cx="374075" cy="1338050"/>
            </a:xfrm>
            <a:custGeom>
              <a:rect b="b" l="l" r="r" t="t"/>
              <a:pathLst>
                <a:path extrusionOk="0" h="53522" w="14963">
                  <a:moveTo>
                    <a:pt x="5322" y="0"/>
                  </a:moveTo>
                  <a:cubicBezTo>
                    <a:pt x="5077" y="0"/>
                    <a:pt x="4833" y="106"/>
                    <a:pt x="4684" y="351"/>
                  </a:cubicBezTo>
                  <a:cubicBezTo>
                    <a:pt x="4157" y="1219"/>
                    <a:pt x="3661" y="2057"/>
                    <a:pt x="3288" y="2988"/>
                  </a:cubicBezTo>
                  <a:cubicBezTo>
                    <a:pt x="2947" y="3825"/>
                    <a:pt x="2606" y="4694"/>
                    <a:pt x="2327" y="5593"/>
                  </a:cubicBezTo>
                  <a:cubicBezTo>
                    <a:pt x="1706" y="7362"/>
                    <a:pt x="1272" y="9192"/>
                    <a:pt x="962" y="11022"/>
                  </a:cubicBezTo>
                  <a:cubicBezTo>
                    <a:pt x="279" y="14745"/>
                    <a:pt x="0" y="18529"/>
                    <a:pt x="186" y="22314"/>
                  </a:cubicBezTo>
                  <a:cubicBezTo>
                    <a:pt x="559" y="29852"/>
                    <a:pt x="2699" y="37359"/>
                    <a:pt x="6453" y="43905"/>
                  </a:cubicBezTo>
                  <a:cubicBezTo>
                    <a:pt x="7507" y="45735"/>
                    <a:pt x="8686" y="47472"/>
                    <a:pt x="10051" y="49116"/>
                  </a:cubicBezTo>
                  <a:cubicBezTo>
                    <a:pt x="11385" y="50761"/>
                    <a:pt x="12750" y="52343"/>
                    <a:pt x="14518" y="53491"/>
                  </a:cubicBezTo>
                  <a:cubicBezTo>
                    <a:pt x="14555" y="53512"/>
                    <a:pt x="14593" y="53521"/>
                    <a:pt x="14630" y="53521"/>
                  </a:cubicBezTo>
                  <a:cubicBezTo>
                    <a:pt x="14809" y="53521"/>
                    <a:pt x="14962" y="53298"/>
                    <a:pt x="14859" y="53118"/>
                  </a:cubicBezTo>
                  <a:cubicBezTo>
                    <a:pt x="13867" y="51567"/>
                    <a:pt x="12688" y="50171"/>
                    <a:pt x="11633" y="48682"/>
                  </a:cubicBezTo>
                  <a:cubicBezTo>
                    <a:pt x="10609" y="47162"/>
                    <a:pt x="9648" y="45673"/>
                    <a:pt x="8779" y="44091"/>
                  </a:cubicBezTo>
                  <a:cubicBezTo>
                    <a:pt x="6980" y="40958"/>
                    <a:pt x="5584" y="37608"/>
                    <a:pt x="4529" y="34164"/>
                  </a:cubicBezTo>
                  <a:cubicBezTo>
                    <a:pt x="2451" y="27277"/>
                    <a:pt x="1799" y="19925"/>
                    <a:pt x="2885" y="12821"/>
                  </a:cubicBezTo>
                  <a:cubicBezTo>
                    <a:pt x="3195" y="10805"/>
                    <a:pt x="3661" y="8820"/>
                    <a:pt x="4219" y="6834"/>
                  </a:cubicBezTo>
                  <a:cubicBezTo>
                    <a:pt x="4498" y="5873"/>
                    <a:pt x="4777" y="4880"/>
                    <a:pt x="5119" y="3918"/>
                  </a:cubicBezTo>
                  <a:cubicBezTo>
                    <a:pt x="5460" y="2957"/>
                    <a:pt x="5739" y="1933"/>
                    <a:pt x="6080" y="940"/>
                  </a:cubicBezTo>
                  <a:cubicBezTo>
                    <a:pt x="6264" y="390"/>
                    <a:pt x="5791" y="0"/>
                    <a:pt x="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2491950" y="1153800"/>
              <a:ext cx="63275" cy="237050"/>
            </a:xfrm>
            <a:custGeom>
              <a:rect b="b" l="l" r="r" t="t"/>
              <a:pathLst>
                <a:path extrusionOk="0" h="9482" w="2531">
                  <a:moveTo>
                    <a:pt x="433" y="1"/>
                  </a:moveTo>
                  <a:cubicBezTo>
                    <a:pt x="222" y="1"/>
                    <a:pt x="1" y="167"/>
                    <a:pt x="1" y="382"/>
                  </a:cubicBezTo>
                  <a:cubicBezTo>
                    <a:pt x="1" y="1933"/>
                    <a:pt x="342" y="3422"/>
                    <a:pt x="714" y="4880"/>
                  </a:cubicBezTo>
                  <a:cubicBezTo>
                    <a:pt x="1086" y="6369"/>
                    <a:pt x="1552" y="7827"/>
                    <a:pt x="2017" y="9316"/>
                  </a:cubicBezTo>
                  <a:cubicBezTo>
                    <a:pt x="2058" y="9426"/>
                    <a:pt x="2167" y="9481"/>
                    <a:pt x="2272" y="9481"/>
                  </a:cubicBezTo>
                  <a:cubicBezTo>
                    <a:pt x="2404" y="9481"/>
                    <a:pt x="2531" y="9395"/>
                    <a:pt x="2513" y="9223"/>
                  </a:cubicBezTo>
                  <a:cubicBezTo>
                    <a:pt x="2358" y="7703"/>
                    <a:pt x="2172" y="6183"/>
                    <a:pt x="1924" y="4663"/>
                  </a:cubicBezTo>
                  <a:cubicBezTo>
                    <a:pt x="1645" y="3143"/>
                    <a:pt x="1366" y="1622"/>
                    <a:pt x="745" y="195"/>
                  </a:cubicBezTo>
                  <a:cubicBezTo>
                    <a:pt x="676" y="58"/>
                    <a:pt x="557" y="1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1958375" y="1544875"/>
              <a:ext cx="595700" cy="1344075"/>
            </a:xfrm>
            <a:custGeom>
              <a:rect b="b" l="l" r="r" t="t"/>
              <a:pathLst>
                <a:path extrusionOk="0" h="53763" w="23828">
                  <a:moveTo>
                    <a:pt x="23571" y="1"/>
                  </a:moveTo>
                  <a:cubicBezTo>
                    <a:pt x="23531" y="1"/>
                    <a:pt x="23489" y="10"/>
                    <a:pt x="23453" y="32"/>
                  </a:cubicBezTo>
                  <a:lnTo>
                    <a:pt x="23484" y="32"/>
                  </a:lnTo>
                  <a:cubicBezTo>
                    <a:pt x="21809" y="1335"/>
                    <a:pt x="19824" y="1614"/>
                    <a:pt x="17776" y="1800"/>
                  </a:cubicBezTo>
                  <a:cubicBezTo>
                    <a:pt x="15574" y="1987"/>
                    <a:pt x="13340" y="1925"/>
                    <a:pt x="11107" y="2297"/>
                  </a:cubicBezTo>
                  <a:cubicBezTo>
                    <a:pt x="8780" y="2700"/>
                    <a:pt x="6670" y="3755"/>
                    <a:pt x="4964" y="5430"/>
                  </a:cubicBezTo>
                  <a:cubicBezTo>
                    <a:pt x="3165" y="7229"/>
                    <a:pt x="1955" y="9525"/>
                    <a:pt x="1211" y="11944"/>
                  </a:cubicBezTo>
                  <a:cubicBezTo>
                    <a:pt x="404" y="14674"/>
                    <a:pt x="187" y="17590"/>
                    <a:pt x="94" y="20444"/>
                  </a:cubicBezTo>
                  <a:cubicBezTo>
                    <a:pt x="1" y="23298"/>
                    <a:pt x="94" y="26090"/>
                    <a:pt x="435" y="28882"/>
                  </a:cubicBezTo>
                  <a:cubicBezTo>
                    <a:pt x="1056" y="34218"/>
                    <a:pt x="2576" y="39523"/>
                    <a:pt x="5554" y="44052"/>
                  </a:cubicBezTo>
                  <a:cubicBezTo>
                    <a:pt x="7012" y="46285"/>
                    <a:pt x="8780" y="48364"/>
                    <a:pt x="10858" y="50101"/>
                  </a:cubicBezTo>
                  <a:cubicBezTo>
                    <a:pt x="11913" y="50969"/>
                    <a:pt x="13030" y="51776"/>
                    <a:pt x="14209" y="52427"/>
                  </a:cubicBezTo>
                  <a:cubicBezTo>
                    <a:pt x="14736" y="52738"/>
                    <a:pt x="15325" y="53048"/>
                    <a:pt x="15884" y="53296"/>
                  </a:cubicBezTo>
                  <a:cubicBezTo>
                    <a:pt x="16597" y="53606"/>
                    <a:pt x="17311" y="53730"/>
                    <a:pt x="18055" y="53761"/>
                  </a:cubicBezTo>
                  <a:cubicBezTo>
                    <a:pt x="18067" y="53762"/>
                    <a:pt x="18079" y="53762"/>
                    <a:pt x="18091" y="53762"/>
                  </a:cubicBezTo>
                  <a:cubicBezTo>
                    <a:pt x="18835" y="53762"/>
                    <a:pt x="18947" y="52794"/>
                    <a:pt x="18428" y="52396"/>
                  </a:cubicBezTo>
                  <a:cubicBezTo>
                    <a:pt x="17962" y="52055"/>
                    <a:pt x="17497" y="51683"/>
                    <a:pt x="16970" y="51435"/>
                  </a:cubicBezTo>
                  <a:cubicBezTo>
                    <a:pt x="16442" y="51187"/>
                    <a:pt x="15915" y="50938"/>
                    <a:pt x="15418" y="50628"/>
                  </a:cubicBezTo>
                  <a:cubicBezTo>
                    <a:pt x="14488" y="50101"/>
                    <a:pt x="13588" y="49511"/>
                    <a:pt x="12720" y="48860"/>
                  </a:cubicBezTo>
                  <a:cubicBezTo>
                    <a:pt x="10982" y="47495"/>
                    <a:pt x="9431" y="45851"/>
                    <a:pt x="8128" y="44052"/>
                  </a:cubicBezTo>
                  <a:cubicBezTo>
                    <a:pt x="5150" y="39957"/>
                    <a:pt x="3444" y="35148"/>
                    <a:pt x="2638" y="30185"/>
                  </a:cubicBezTo>
                  <a:cubicBezTo>
                    <a:pt x="2172" y="27486"/>
                    <a:pt x="2017" y="24756"/>
                    <a:pt x="2017" y="22026"/>
                  </a:cubicBezTo>
                  <a:cubicBezTo>
                    <a:pt x="2048" y="19297"/>
                    <a:pt x="2141" y="16629"/>
                    <a:pt x="2731" y="13992"/>
                  </a:cubicBezTo>
                  <a:cubicBezTo>
                    <a:pt x="3227" y="11634"/>
                    <a:pt x="4158" y="9308"/>
                    <a:pt x="5771" y="7446"/>
                  </a:cubicBezTo>
                  <a:cubicBezTo>
                    <a:pt x="7198" y="5802"/>
                    <a:pt x="8966" y="4747"/>
                    <a:pt x="11107" y="4313"/>
                  </a:cubicBezTo>
                  <a:cubicBezTo>
                    <a:pt x="15263" y="3445"/>
                    <a:pt x="21157" y="4468"/>
                    <a:pt x="23732" y="249"/>
                  </a:cubicBezTo>
                  <a:cubicBezTo>
                    <a:pt x="23827" y="107"/>
                    <a:pt x="23704" y="1"/>
                    <a:pt x="23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2121250" y="2736250"/>
              <a:ext cx="78350" cy="241700"/>
            </a:xfrm>
            <a:custGeom>
              <a:rect b="b" l="l" r="r" t="t"/>
              <a:pathLst>
                <a:path extrusionOk="0" h="9668" w="3134">
                  <a:moveTo>
                    <a:pt x="2648" y="1"/>
                  </a:moveTo>
                  <a:cubicBezTo>
                    <a:pt x="2527" y="1"/>
                    <a:pt x="2415" y="71"/>
                    <a:pt x="2389" y="243"/>
                  </a:cubicBezTo>
                  <a:cubicBezTo>
                    <a:pt x="2203" y="1732"/>
                    <a:pt x="1831" y="3190"/>
                    <a:pt x="1427" y="4648"/>
                  </a:cubicBezTo>
                  <a:cubicBezTo>
                    <a:pt x="1241" y="5362"/>
                    <a:pt x="993" y="6075"/>
                    <a:pt x="745" y="6789"/>
                  </a:cubicBezTo>
                  <a:cubicBezTo>
                    <a:pt x="497" y="7471"/>
                    <a:pt x="0" y="8371"/>
                    <a:pt x="217" y="9115"/>
                  </a:cubicBezTo>
                  <a:cubicBezTo>
                    <a:pt x="328" y="9446"/>
                    <a:pt x="626" y="9667"/>
                    <a:pt x="945" y="9667"/>
                  </a:cubicBezTo>
                  <a:cubicBezTo>
                    <a:pt x="1075" y="9667"/>
                    <a:pt x="1209" y="9631"/>
                    <a:pt x="1334" y="9550"/>
                  </a:cubicBezTo>
                  <a:cubicBezTo>
                    <a:pt x="2048" y="9146"/>
                    <a:pt x="2265" y="8061"/>
                    <a:pt x="2451" y="7316"/>
                  </a:cubicBezTo>
                  <a:cubicBezTo>
                    <a:pt x="2637" y="6572"/>
                    <a:pt x="2792" y="5796"/>
                    <a:pt x="2885" y="5052"/>
                  </a:cubicBezTo>
                  <a:cubicBezTo>
                    <a:pt x="3134" y="3470"/>
                    <a:pt x="3134" y="1887"/>
                    <a:pt x="3009" y="305"/>
                  </a:cubicBezTo>
                  <a:cubicBezTo>
                    <a:pt x="2992" y="128"/>
                    <a:pt x="2811" y="1"/>
                    <a:pt x="26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2298850" y="2065375"/>
              <a:ext cx="407525" cy="759025"/>
            </a:xfrm>
            <a:custGeom>
              <a:rect b="b" l="l" r="r" t="t"/>
              <a:pathLst>
                <a:path extrusionOk="0" h="30361" w="16301">
                  <a:moveTo>
                    <a:pt x="1085" y="0"/>
                  </a:moveTo>
                  <a:cubicBezTo>
                    <a:pt x="685" y="0"/>
                    <a:pt x="295" y="264"/>
                    <a:pt x="279" y="803"/>
                  </a:cubicBezTo>
                  <a:cubicBezTo>
                    <a:pt x="0" y="9861"/>
                    <a:pt x="4653" y="18609"/>
                    <a:pt x="10423" y="25279"/>
                  </a:cubicBezTo>
                  <a:cubicBezTo>
                    <a:pt x="11261" y="26241"/>
                    <a:pt x="12099" y="27233"/>
                    <a:pt x="13029" y="28071"/>
                  </a:cubicBezTo>
                  <a:cubicBezTo>
                    <a:pt x="13495" y="28474"/>
                    <a:pt x="13929" y="28878"/>
                    <a:pt x="14394" y="29281"/>
                  </a:cubicBezTo>
                  <a:cubicBezTo>
                    <a:pt x="14860" y="29653"/>
                    <a:pt x="15449" y="29994"/>
                    <a:pt x="15976" y="30336"/>
                  </a:cubicBezTo>
                  <a:cubicBezTo>
                    <a:pt x="16005" y="30353"/>
                    <a:pt x="16035" y="30361"/>
                    <a:pt x="16064" y="30361"/>
                  </a:cubicBezTo>
                  <a:cubicBezTo>
                    <a:pt x="16191" y="30361"/>
                    <a:pt x="16300" y="30214"/>
                    <a:pt x="16224" y="30087"/>
                  </a:cubicBezTo>
                  <a:cubicBezTo>
                    <a:pt x="15945" y="29653"/>
                    <a:pt x="15666" y="29219"/>
                    <a:pt x="15387" y="28816"/>
                  </a:cubicBezTo>
                  <a:cubicBezTo>
                    <a:pt x="15077" y="28350"/>
                    <a:pt x="14673" y="27916"/>
                    <a:pt x="14332" y="27451"/>
                  </a:cubicBezTo>
                  <a:cubicBezTo>
                    <a:pt x="13619" y="26582"/>
                    <a:pt x="12905" y="25744"/>
                    <a:pt x="12192" y="24876"/>
                  </a:cubicBezTo>
                  <a:cubicBezTo>
                    <a:pt x="10858" y="23201"/>
                    <a:pt x="9586" y="21432"/>
                    <a:pt x="8438" y="19633"/>
                  </a:cubicBezTo>
                  <a:cubicBezTo>
                    <a:pt x="6111" y="16035"/>
                    <a:pt x="4219" y="12095"/>
                    <a:pt x="3102" y="7938"/>
                  </a:cubicBezTo>
                  <a:cubicBezTo>
                    <a:pt x="2482" y="5611"/>
                    <a:pt x="2110" y="3192"/>
                    <a:pt x="1955" y="803"/>
                  </a:cubicBezTo>
                  <a:cubicBezTo>
                    <a:pt x="1908" y="272"/>
                    <a:pt x="1491" y="0"/>
                    <a:pt x="10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2082475" y="869175"/>
              <a:ext cx="947725" cy="645650"/>
            </a:xfrm>
            <a:custGeom>
              <a:rect b="b" l="l" r="r" t="t"/>
              <a:pathLst>
                <a:path extrusionOk="0" h="25826" w="37909">
                  <a:moveTo>
                    <a:pt x="23186" y="1"/>
                  </a:moveTo>
                  <a:cubicBezTo>
                    <a:pt x="19092" y="1"/>
                    <a:pt x="15096" y="1465"/>
                    <a:pt x="11695" y="3732"/>
                  </a:cubicBezTo>
                  <a:cubicBezTo>
                    <a:pt x="9803" y="4973"/>
                    <a:pt x="8097" y="6400"/>
                    <a:pt x="6484" y="7982"/>
                  </a:cubicBezTo>
                  <a:cubicBezTo>
                    <a:pt x="4902" y="9564"/>
                    <a:pt x="3382" y="11270"/>
                    <a:pt x="2172" y="13194"/>
                  </a:cubicBezTo>
                  <a:cubicBezTo>
                    <a:pt x="900" y="15210"/>
                    <a:pt x="0" y="17630"/>
                    <a:pt x="186" y="20080"/>
                  </a:cubicBezTo>
                  <a:cubicBezTo>
                    <a:pt x="279" y="21290"/>
                    <a:pt x="559" y="22438"/>
                    <a:pt x="1117" y="23524"/>
                  </a:cubicBezTo>
                  <a:cubicBezTo>
                    <a:pt x="1644" y="24578"/>
                    <a:pt x="2420" y="25633"/>
                    <a:pt x="3630" y="25819"/>
                  </a:cubicBezTo>
                  <a:cubicBezTo>
                    <a:pt x="3663" y="25824"/>
                    <a:pt x="3698" y="25826"/>
                    <a:pt x="3734" y="25826"/>
                  </a:cubicBezTo>
                  <a:cubicBezTo>
                    <a:pt x="4219" y="25826"/>
                    <a:pt x="4823" y="25436"/>
                    <a:pt x="4591" y="24858"/>
                  </a:cubicBezTo>
                  <a:cubicBezTo>
                    <a:pt x="4498" y="24641"/>
                    <a:pt x="4436" y="24392"/>
                    <a:pt x="4312" y="24175"/>
                  </a:cubicBezTo>
                  <a:cubicBezTo>
                    <a:pt x="4219" y="23989"/>
                    <a:pt x="4033" y="23803"/>
                    <a:pt x="3909" y="23648"/>
                  </a:cubicBezTo>
                  <a:cubicBezTo>
                    <a:pt x="3692" y="23369"/>
                    <a:pt x="3475" y="22965"/>
                    <a:pt x="3289" y="22624"/>
                  </a:cubicBezTo>
                  <a:cubicBezTo>
                    <a:pt x="2947" y="22035"/>
                    <a:pt x="2699" y="21104"/>
                    <a:pt x="2637" y="20484"/>
                  </a:cubicBezTo>
                  <a:cubicBezTo>
                    <a:pt x="2420" y="18684"/>
                    <a:pt x="2823" y="17040"/>
                    <a:pt x="3723" y="15396"/>
                  </a:cubicBezTo>
                  <a:cubicBezTo>
                    <a:pt x="4653" y="13628"/>
                    <a:pt x="5956" y="12108"/>
                    <a:pt x="7352" y="10650"/>
                  </a:cubicBezTo>
                  <a:cubicBezTo>
                    <a:pt x="8717" y="9223"/>
                    <a:pt x="10175" y="7858"/>
                    <a:pt x="11788" y="6710"/>
                  </a:cubicBezTo>
                  <a:cubicBezTo>
                    <a:pt x="14953" y="4415"/>
                    <a:pt x="18613" y="2770"/>
                    <a:pt x="22491" y="2553"/>
                  </a:cubicBezTo>
                  <a:cubicBezTo>
                    <a:pt x="22800" y="2535"/>
                    <a:pt x="23111" y="2526"/>
                    <a:pt x="23422" y="2526"/>
                  </a:cubicBezTo>
                  <a:cubicBezTo>
                    <a:pt x="26783" y="2526"/>
                    <a:pt x="30156" y="3611"/>
                    <a:pt x="32542" y="5997"/>
                  </a:cubicBezTo>
                  <a:cubicBezTo>
                    <a:pt x="35179" y="8633"/>
                    <a:pt x="36699" y="12821"/>
                    <a:pt x="35551" y="16513"/>
                  </a:cubicBezTo>
                  <a:cubicBezTo>
                    <a:pt x="35490" y="16717"/>
                    <a:pt x="35670" y="16881"/>
                    <a:pt x="35853" y="16881"/>
                  </a:cubicBezTo>
                  <a:cubicBezTo>
                    <a:pt x="35949" y="16881"/>
                    <a:pt x="36045" y="16836"/>
                    <a:pt x="36109" y="16730"/>
                  </a:cubicBezTo>
                  <a:cubicBezTo>
                    <a:pt x="37908" y="13287"/>
                    <a:pt x="37381" y="9037"/>
                    <a:pt x="35241" y="5842"/>
                  </a:cubicBezTo>
                  <a:cubicBezTo>
                    <a:pt x="34093" y="4135"/>
                    <a:pt x="32573" y="2739"/>
                    <a:pt x="30711" y="1778"/>
                  </a:cubicBezTo>
                  <a:cubicBezTo>
                    <a:pt x="28757" y="754"/>
                    <a:pt x="26555" y="196"/>
                    <a:pt x="24352" y="40"/>
                  </a:cubicBezTo>
                  <a:cubicBezTo>
                    <a:pt x="23963" y="14"/>
                    <a:pt x="23574" y="1"/>
                    <a:pt x="231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1934375" y="1344075"/>
              <a:ext cx="186875" cy="236300"/>
            </a:xfrm>
            <a:custGeom>
              <a:rect b="b" l="l" r="r" t="t"/>
              <a:pathLst>
                <a:path extrusionOk="0" h="9452" w="7475">
                  <a:moveTo>
                    <a:pt x="7218" y="1"/>
                  </a:moveTo>
                  <a:cubicBezTo>
                    <a:pt x="7151" y="1"/>
                    <a:pt x="7083" y="28"/>
                    <a:pt x="7041" y="92"/>
                  </a:cubicBezTo>
                  <a:cubicBezTo>
                    <a:pt x="6141" y="1643"/>
                    <a:pt x="5087" y="3101"/>
                    <a:pt x="3970" y="4497"/>
                  </a:cubicBezTo>
                  <a:cubicBezTo>
                    <a:pt x="3412" y="5179"/>
                    <a:pt x="2822" y="5831"/>
                    <a:pt x="2202" y="6451"/>
                  </a:cubicBezTo>
                  <a:cubicBezTo>
                    <a:pt x="1581" y="7103"/>
                    <a:pt x="899" y="7723"/>
                    <a:pt x="309" y="8436"/>
                  </a:cubicBezTo>
                  <a:cubicBezTo>
                    <a:pt x="1" y="8848"/>
                    <a:pt x="268" y="9451"/>
                    <a:pt x="722" y="9451"/>
                  </a:cubicBezTo>
                  <a:cubicBezTo>
                    <a:pt x="815" y="9451"/>
                    <a:pt x="917" y="9425"/>
                    <a:pt x="1023" y="9367"/>
                  </a:cubicBezTo>
                  <a:cubicBezTo>
                    <a:pt x="2667" y="8467"/>
                    <a:pt x="3939" y="6823"/>
                    <a:pt x="4994" y="5303"/>
                  </a:cubicBezTo>
                  <a:cubicBezTo>
                    <a:pt x="6048" y="3783"/>
                    <a:pt x="6855" y="2046"/>
                    <a:pt x="7413" y="247"/>
                  </a:cubicBezTo>
                  <a:cubicBezTo>
                    <a:pt x="7475" y="104"/>
                    <a:pt x="7347" y="1"/>
                    <a:pt x="72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1569850" y="1161300"/>
              <a:ext cx="531750" cy="187750"/>
            </a:xfrm>
            <a:custGeom>
              <a:rect b="b" l="l" r="r" t="t"/>
              <a:pathLst>
                <a:path extrusionOk="0" h="7510" w="21270">
                  <a:moveTo>
                    <a:pt x="10068" y="0"/>
                  </a:moveTo>
                  <a:cubicBezTo>
                    <a:pt x="9283" y="0"/>
                    <a:pt x="8499" y="50"/>
                    <a:pt x="7724" y="144"/>
                  </a:cubicBezTo>
                  <a:cubicBezTo>
                    <a:pt x="6049" y="330"/>
                    <a:pt x="4374" y="764"/>
                    <a:pt x="2885" y="1602"/>
                  </a:cubicBezTo>
                  <a:cubicBezTo>
                    <a:pt x="1272" y="2532"/>
                    <a:pt x="62" y="3897"/>
                    <a:pt x="0" y="5821"/>
                  </a:cubicBezTo>
                  <a:cubicBezTo>
                    <a:pt x="0" y="6193"/>
                    <a:pt x="310" y="6534"/>
                    <a:pt x="652" y="6565"/>
                  </a:cubicBezTo>
                  <a:cubicBezTo>
                    <a:pt x="693" y="6572"/>
                    <a:pt x="734" y="6575"/>
                    <a:pt x="773" y="6575"/>
                  </a:cubicBezTo>
                  <a:cubicBezTo>
                    <a:pt x="1111" y="6575"/>
                    <a:pt x="1350" y="6344"/>
                    <a:pt x="1489" y="6038"/>
                  </a:cubicBezTo>
                  <a:cubicBezTo>
                    <a:pt x="1923" y="4952"/>
                    <a:pt x="2885" y="4052"/>
                    <a:pt x="3847" y="3494"/>
                  </a:cubicBezTo>
                  <a:cubicBezTo>
                    <a:pt x="4964" y="2843"/>
                    <a:pt x="6266" y="2501"/>
                    <a:pt x="7569" y="2315"/>
                  </a:cubicBezTo>
                  <a:cubicBezTo>
                    <a:pt x="8598" y="2152"/>
                    <a:pt x="9645" y="2054"/>
                    <a:pt x="10685" y="2054"/>
                  </a:cubicBezTo>
                  <a:cubicBezTo>
                    <a:pt x="13002" y="2054"/>
                    <a:pt x="15288" y="2539"/>
                    <a:pt x="17279" y="3866"/>
                  </a:cubicBezTo>
                  <a:cubicBezTo>
                    <a:pt x="18675" y="4828"/>
                    <a:pt x="19978" y="5852"/>
                    <a:pt x="20784" y="7372"/>
                  </a:cubicBezTo>
                  <a:cubicBezTo>
                    <a:pt x="20828" y="7469"/>
                    <a:pt x="20901" y="7510"/>
                    <a:pt x="20977" y="7510"/>
                  </a:cubicBezTo>
                  <a:cubicBezTo>
                    <a:pt x="21119" y="7510"/>
                    <a:pt x="21270" y="7367"/>
                    <a:pt x="21250" y="7186"/>
                  </a:cubicBezTo>
                  <a:cubicBezTo>
                    <a:pt x="20878" y="5541"/>
                    <a:pt x="20040" y="3990"/>
                    <a:pt x="18799" y="2843"/>
                  </a:cubicBezTo>
                  <a:cubicBezTo>
                    <a:pt x="17465" y="1602"/>
                    <a:pt x="15635" y="826"/>
                    <a:pt x="13898" y="423"/>
                  </a:cubicBezTo>
                  <a:cubicBezTo>
                    <a:pt x="12645" y="134"/>
                    <a:pt x="11355" y="0"/>
                    <a:pt x="10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1451725" y="1078950"/>
              <a:ext cx="259825" cy="108625"/>
            </a:xfrm>
            <a:custGeom>
              <a:rect b="b" l="l" r="r" t="t"/>
              <a:pathLst>
                <a:path extrusionOk="0" h="4345" w="10393">
                  <a:moveTo>
                    <a:pt x="3487" y="0"/>
                  </a:moveTo>
                  <a:cubicBezTo>
                    <a:pt x="2425" y="0"/>
                    <a:pt x="1375" y="227"/>
                    <a:pt x="506" y="801"/>
                  </a:cubicBezTo>
                  <a:cubicBezTo>
                    <a:pt x="1" y="1128"/>
                    <a:pt x="94" y="2110"/>
                    <a:pt x="757" y="2110"/>
                  </a:cubicBezTo>
                  <a:cubicBezTo>
                    <a:pt x="786" y="2110"/>
                    <a:pt x="816" y="2108"/>
                    <a:pt x="847" y="2104"/>
                  </a:cubicBezTo>
                  <a:cubicBezTo>
                    <a:pt x="1836" y="1973"/>
                    <a:pt x="2814" y="1820"/>
                    <a:pt x="3794" y="1820"/>
                  </a:cubicBezTo>
                  <a:cubicBezTo>
                    <a:pt x="4443" y="1820"/>
                    <a:pt x="5094" y="1887"/>
                    <a:pt x="5749" y="2073"/>
                  </a:cubicBezTo>
                  <a:cubicBezTo>
                    <a:pt x="7393" y="2507"/>
                    <a:pt x="9037" y="3158"/>
                    <a:pt x="10216" y="4306"/>
                  </a:cubicBezTo>
                  <a:cubicBezTo>
                    <a:pt x="10234" y="4334"/>
                    <a:pt x="10258" y="4345"/>
                    <a:pt x="10281" y="4345"/>
                  </a:cubicBezTo>
                  <a:cubicBezTo>
                    <a:pt x="10337" y="4345"/>
                    <a:pt x="10393" y="4279"/>
                    <a:pt x="10371" y="4213"/>
                  </a:cubicBezTo>
                  <a:lnTo>
                    <a:pt x="10340" y="4213"/>
                  </a:lnTo>
                  <a:cubicBezTo>
                    <a:pt x="9937" y="3407"/>
                    <a:pt x="9440" y="2538"/>
                    <a:pt x="8758" y="1949"/>
                  </a:cubicBezTo>
                  <a:cubicBezTo>
                    <a:pt x="8013" y="1266"/>
                    <a:pt x="7207" y="770"/>
                    <a:pt x="6245" y="460"/>
                  </a:cubicBezTo>
                  <a:cubicBezTo>
                    <a:pt x="5396" y="181"/>
                    <a:pt x="4437" y="0"/>
                    <a:pt x="34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1747450" y="830625"/>
              <a:ext cx="340475" cy="186950"/>
            </a:xfrm>
            <a:custGeom>
              <a:rect b="b" l="l" r="r" t="t"/>
              <a:pathLst>
                <a:path extrusionOk="0" h="7478" w="13619">
                  <a:moveTo>
                    <a:pt x="434" y="0"/>
                  </a:moveTo>
                  <a:cubicBezTo>
                    <a:pt x="62" y="0"/>
                    <a:pt x="0" y="528"/>
                    <a:pt x="341" y="621"/>
                  </a:cubicBezTo>
                  <a:cubicBezTo>
                    <a:pt x="1489" y="962"/>
                    <a:pt x="2637" y="1396"/>
                    <a:pt x="3754" y="1862"/>
                  </a:cubicBezTo>
                  <a:cubicBezTo>
                    <a:pt x="4870" y="2296"/>
                    <a:pt x="5894" y="2792"/>
                    <a:pt x="6887" y="3382"/>
                  </a:cubicBezTo>
                  <a:cubicBezTo>
                    <a:pt x="7879" y="3940"/>
                    <a:pt x="8841" y="4592"/>
                    <a:pt x="9710" y="5336"/>
                  </a:cubicBezTo>
                  <a:cubicBezTo>
                    <a:pt x="10175" y="5677"/>
                    <a:pt x="10578" y="6081"/>
                    <a:pt x="11013" y="6484"/>
                  </a:cubicBezTo>
                  <a:cubicBezTo>
                    <a:pt x="11496" y="6907"/>
                    <a:pt x="12039" y="7478"/>
                    <a:pt x="12727" y="7478"/>
                  </a:cubicBezTo>
                  <a:cubicBezTo>
                    <a:pt x="12745" y="7478"/>
                    <a:pt x="12763" y="7477"/>
                    <a:pt x="12781" y="7477"/>
                  </a:cubicBezTo>
                  <a:cubicBezTo>
                    <a:pt x="13215" y="7446"/>
                    <a:pt x="13494" y="7135"/>
                    <a:pt x="13525" y="6701"/>
                  </a:cubicBezTo>
                  <a:cubicBezTo>
                    <a:pt x="13618" y="5988"/>
                    <a:pt x="13029" y="5398"/>
                    <a:pt x="12533" y="4964"/>
                  </a:cubicBezTo>
                  <a:cubicBezTo>
                    <a:pt x="12036" y="4499"/>
                    <a:pt x="11509" y="4095"/>
                    <a:pt x="10982" y="3692"/>
                  </a:cubicBezTo>
                  <a:cubicBezTo>
                    <a:pt x="9958" y="2947"/>
                    <a:pt x="8872" y="2296"/>
                    <a:pt x="7755" y="1738"/>
                  </a:cubicBezTo>
                  <a:cubicBezTo>
                    <a:pt x="6608" y="1210"/>
                    <a:pt x="5398" y="714"/>
                    <a:pt x="4157" y="404"/>
                  </a:cubicBezTo>
                  <a:cubicBezTo>
                    <a:pt x="2916" y="93"/>
                    <a:pt x="1706" y="0"/>
                    <a:pt x="4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1982850" y="797975"/>
              <a:ext cx="222550" cy="109550"/>
            </a:xfrm>
            <a:custGeom>
              <a:rect b="b" l="l" r="r" t="t"/>
              <a:pathLst>
                <a:path extrusionOk="0" h="4382" w="8902">
                  <a:moveTo>
                    <a:pt x="8228" y="0"/>
                  </a:moveTo>
                  <a:cubicBezTo>
                    <a:pt x="8210" y="0"/>
                    <a:pt x="8192" y="1"/>
                    <a:pt x="8173" y="3"/>
                  </a:cubicBezTo>
                  <a:cubicBezTo>
                    <a:pt x="6684" y="159"/>
                    <a:pt x="5257" y="717"/>
                    <a:pt x="3923" y="1399"/>
                  </a:cubicBezTo>
                  <a:cubicBezTo>
                    <a:pt x="3272" y="1710"/>
                    <a:pt x="2589" y="2051"/>
                    <a:pt x="2000" y="2485"/>
                  </a:cubicBezTo>
                  <a:cubicBezTo>
                    <a:pt x="1410" y="2888"/>
                    <a:pt x="821" y="3354"/>
                    <a:pt x="263" y="3850"/>
                  </a:cubicBezTo>
                  <a:cubicBezTo>
                    <a:pt x="0" y="4060"/>
                    <a:pt x="226" y="4381"/>
                    <a:pt x="490" y="4381"/>
                  </a:cubicBezTo>
                  <a:cubicBezTo>
                    <a:pt x="538" y="4381"/>
                    <a:pt x="587" y="4370"/>
                    <a:pt x="635" y="4347"/>
                  </a:cubicBezTo>
                  <a:lnTo>
                    <a:pt x="666" y="4347"/>
                  </a:lnTo>
                  <a:cubicBezTo>
                    <a:pt x="1317" y="4005"/>
                    <a:pt x="1969" y="3726"/>
                    <a:pt x="2651" y="3416"/>
                  </a:cubicBezTo>
                  <a:cubicBezTo>
                    <a:pt x="3272" y="3168"/>
                    <a:pt x="3861" y="2857"/>
                    <a:pt x="4482" y="2578"/>
                  </a:cubicBezTo>
                  <a:cubicBezTo>
                    <a:pt x="5816" y="2051"/>
                    <a:pt x="7149" y="1617"/>
                    <a:pt x="8452" y="996"/>
                  </a:cubicBezTo>
                  <a:cubicBezTo>
                    <a:pt x="8901" y="787"/>
                    <a:pt x="8715" y="0"/>
                    <a:pt x="82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2238350" y="626650"/>
              <a:ext cx="242000" cy="127300"/>
            </a:xfrm>
            <a:custGeom>
              <a:rect b="b" l="l" r="r" t="t"/>
              <a:pathLst>
                <a:path extrusionOk="0" h="5092" w="9680">
                  <a:moveTo>
                    <a:pt x="280" y="1"/>
                  </a:moveTo>
                  <a:cubicBezTo>
                    <a:pt x="1" y="1"/>
                    <a:pt x="1" y="342"/>
                    <a:pt x="218" y="435"/>
                  </a:cubicBezTo>
                  <a:cubicBezTo>
                    <a:pt x="1769" y="1055"/>
                    <a:pt x="3382" y="1738"/>
                    <a:pt x="4840" y="2545"/>
                  </a:cubicBezTo>
                  <a:cubicBezTo>
                    <a:pt x="5553" y="2917"/>
                    <a:pt x="6298" y="3351"/>
                    <a:pt x="6980" y="3847"/>
                  </a:cubicBezTo>
                  <a:cubicBezTo>
                    <a:pt x="7550" y="4267"/>
                    <a:pt x="8321" y="5091"/>
                    <a:pt x="9072" y="5091"/>
                  </a:cubicBezTo>
                  <a:cubicBezTo>
                    <a:pt x="9099" y="5091"/>
                    <a:pt x="9125" y="5090"/>
                    <a:pt x="9152" y="5088"/>
                  </a:cubicBezTo>
                  <a:cubicBezTo>
                    <a:pt x="9431" y="5057"/>
                    <a:pt x="9679" y="4871"/>
                    <a:pt x="9679" y="4561"/>
                  </a:cubicBezTo>
                  <a:cubicBezTo>
                    <a:pt x="9648" y="3661"/>
                    <a:pt x="8562" y="3010"/>
                    <a:pt x="7880" y="2545"/>
                  </a:cubicBezTo>
                  <a:cubicBezTo>
                    <a:pt x="7136" y="2048"/>
                    <a:pt x="6360" y="1583"/>
                    <a:pt x="5522" y="1211"/>
                  </a:cubicBezTo>
                  <a:cubicBezTo>
                    <a:pt x="4716" y="838"/>
                    <a:pt x="3878" y="466"/>
                    <a:pt x="3010" y="280"/>
                  </a:cubicBezTo>
                  <a:cubicBezTo>
                    <a:pt x="2141" y="94"/>
                    <a:pt x="1210" y="1"/>
                    <a:pt x="2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2413650" y="647525"/>
              <a:ext cx="319850" cy="55350"/>
            </a:xfrm>
            <a:custGeom>
              <a:rect b="b" l="l" r="r" t="t"/>
              <a:pathLst>
                <a:path extrusionOk="0" h="2214" w="12794">
                  <a:moveTo>
                    <a:pt x="7334" y="1"/>
                  </a:moveTo>
                  <a:cubicBezTo>
                    <a:pt x="6980" y="1"/>
                    <a:pt x="6624" y="12"/>
                    <a:pt x="6266" y="34"/>
                  </a:cubicBezTo>
                  <a:cubicBezTo>
                    <a:pt x="5273" y="127"/>
                    <a:pt x="4280" y="189"/>
                    <a:pt x="3319" y="438"/>
                  </a:cubicBezTo>
                  <a:cubicBezTo>
                    <a:pt x="2388" y="655"/>
                    <a:pt x="1457" y="965"/>
                    <a:pt x="558" y="1275"/>
                  </a:cubicBezTo>
                  <a:cubicBezTo>
                    <a:pt x="0" y="1481"/>
                    <a:pt x="192" y="2213"/>
                    <a:pt x="713" y="2213"/>
                  </a:cubicBezTo>
                  <a:cubicBezTo>
                    <a:pt x="743" y="2213"/>
                    <a:pt x="774" y="2211"/>
                    <a:pt x="806" y="2206"/>
                  </a:cubicBezTo>
                  <a:cubicBezTo>
                    <a:pt x="2636" y="1958"/>
                    <a:pt x="4529" y="1865"/>
                    <a:pt x="6359" y="1865"/>
                  </a:cubicBezTo>
                  <a:cubicBezTo>
                    <a:pt x="8189" y="1896"/>
                    <a:pt x="10019" y="1989"/>
                    <a:pt x="11881" y="2113"/>
                  </a:cubicBezTo>
                  <a:cubicBezTo>
                    <a:pt x="11900" y="2114"/>
                    <a:pt x="11919" y="2115"/>
                    <a:pt x="11938" y="2115"/>
                  </a:cubicBezTo>
                  <a:cubicBezTo>
                    <a:pt x="12693" y="2115"/>
                    <a:pt x="12793" y="929"/>
                    <a:pt x="12067" y="717"/>
                  </a:cubicBezTo>
                  <a:cubicBezTo>
                    <a:pt x="10516" y="234"/>
                    <a:pt x="8944" y="1"/>
                    <a:pt x="73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2820000" y="438375"/>
              <a:ext cx="238125" cy="171200"/>
            </a:xfrm>
            <a:custGeom>
              <a:rect b="b" l="l" r="r" t="t"/>
              <a:pathLst>
                <a:path extrusionOk="0" h="6848" w="9525">
                  <a:moveTo>
                    <a:pt x="628" y="1"/>
                  </a:moveTo>
                  <a:cubicBezTo>
                    <a:pt x="429" y="1"/>
                    <a:pt x="226" y="117"/>
                    <a:pt x="187" y="335"/>
                  </a:cubicBezTo>
                  <a:cubicBezTo>
                    <a:pt x="1" y="1358"/>
                    <a:pt x="435" y="2351"/>
                    <a:pt x="962" y="3189"/>
                  </a:cubicBezTo>
                  <a:cubicBezTo>
                    <a:pt x="1552" y="4119"/>
                    <a:pt x="2296" y="4833"/>
                    <a:pt x="3196" y="5453"/>
                  </a:cubicBezTo>
                  <a:cubicBezTo>
                    <a:pt x="4033" y="6043"/>
                    <a:pt x="4995" y="6477"/>
                    <a:pt x="6019" y="6694"/>
                  </a:cubicBezTo>
                  <a:cubicBezTo>
                    <a:pt x="6414" y="6781"/>
                    <a:pt x="6869" y="6848"/>
                    <a:pt x="7326" y="6848"/>
                  </a:cubicBezTo>
                  <a:cubicBezTo>
                    <a:pt x="8016" y="6848"/>
                    <a:pt x="8710" y="6695"/>
                    <a:pt x="9214" y="6229"/>
                  </a:cubicBezTo>
                  <a:cubicBezTo>
                    <a:pt x="9524" y="5950"/>
                    <a:pt x="9462" y="5360"/>
                    <a:pt x="9090" y="5174"/>
                  </a:cubicBezTo>
                  <a:cubicBezTo>
                    <a:pt x="8656" y="4957"/>
                    <a:pt x="8221" y="4957"/>
                    <a:pt x="7787" y="4864"/>
                  </a:cubicBezTo>
                  <a:cubicBezTo>
                    <a:pt x="7229" y="4740"/>
                    <a:pt x="7011" y="4740"/>
                    <a:pt x="6577" y="4647"/>
                  </a:cubicBezTo>
                  <a:cubicBezTo>
                    <a:pt x="5678" y="4461"/>
                    <a:pt x="5057" y="4181"/>
                    <a:pt x="4282" y="3716"/>
                  </a:cubicBezTo>
                  <a:cubicBezTo>
                    <a:pt x="3599" y="3313"/>
                    <a:pt x="3010" y="2785"/>
                    <a:pt x="2420" y="2134"/>
                  </a:cubicBezTo>
                  <a:cubicBezTo>
                    <a:pt x="1862" y="1514"/>
                    <a:pt x="1490" y="738"/>
                    <a:pt x="931" y="118"/>
                  </a:cubicBezTo>
                  <a:cubicBezTo>
                    <a:pt x="852" y="39"/>
                    <a:pt x="741" y="1"/>
                    <a:pt x="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3237250" y="542350"/>
              <a:ext cx="138425" cy="71175"/>
            </a:xfrm>
            <a:custGeom>
              <a:rect b="b" l="l" r="r" t="t"/>
              <a:pathLst>
                <a:path extrusionOk="0" h="2847" w="5537">
                  <a:moveTo>
                    <a:pt x="994" y="815"/>
                  </a:moveTo>
                  <a:cubicBezTo>
                    <a:pt x="990" y="815"/>
                    <a:pt x="999" y="818"/>
                    <a:pt x="1031" y="824"/>
                  </a:cubicBezTo>
                  <a:lnTo>
                    <a:pt x="1031" y="824"/>
                  </a:lnTo>
                  <a:cubicBezTo>
                    <a:pt x="1064" y="827"/>
                    <a:pt x="1086" y="829"/>
                    <a:pt x="1086" y="829"/>
                  </a:cubicBezTo>
                  <a:cubicBezTo>
                    <a:pt x="1086" y="829"/>
                    <a:pt x="1003" y="815"/>
                    <a:pt x="994" y="815"/>
                  </a:cubicBezTo>
                  <a:close/>
                  <a:moveTo>
                    <a:pt x="5227" y="1"/>
                  </a:moveTo>
                  <a:cubicBezTo>
                    <a:pt x="5168" y="1"/>
                    <a:pt x="5108" y="25"/>
                    <a:pt x="5057" y="84"/>
                  </a:cubicBezTo>
                  <a:lnTo>
                    <a:pt x="5057" y="53"/>
                  </a:lnTo>
                  <a:cubicBezTo>
                    <a:pt x="4964" y="178"/>
                    <a:pt x="4871" y="271"/>
                    <a:pt x="4746" y="364"/>
                  </a:cubicBezTo>
                  <a:lnTo>
                    <a:pt x="4749" y="362"/>
                  </a:lnTo>
                  <a:lnTo>
                    <a:pt x="4749" y="362"/>
                  </a:lnTo>
                  <a:cubicBezTo>
                    <a:pt x="4618" y="436"/>
                    <a:pt x="4504" y="516"/>
                    <a:pt x="4374" y="581"/>
                  </a:cubicBezTo>
                  <a:cubicBezTo>
                    <a:pt x="4312" y="612"/>
                    <a:pt x="4281" y="612"/>
                    <a:pt x="4219" y="643"/>
                  </a:cubicBezTo>
                  <a:cubicBezTo>
                    <a:pt x="4095" y="674"/>
                    <a:pt x="4033" y="736"/>
                    <a:pt x="3940" y="736"/>
                  </a:cubicBezTo>
                  <a:cubicBezTo>
                    <a:pt x="3550" y="856"/>
                    <a:pt x="3190" y="976"/>
                    <a:pt x="2803" y="1040"/>
                  </a:cubicBezTo>
                  <a:lnTo>
                    <a:pt x="2803" y="1040"/>
                  </a:lnTo>
                  <a:cubicBezTo>
                    <a:pt x="2794" y="1038"/>
                    <a:pt x="2785" y="1037"/>
                    <a:pt x="2775" y="1037"/>
                  </a:cubicBezTo>
                  <a:cubicBezTo>
                    <a:pt x="2727" y="1037"/>
                    <a:pt x="2676" y="1055"/>
                    <a:pt x="2701" y="1055"/>
                  </a:cubicBezTo>
                  <a:cubicBezTo>
                    <a:pt x="2709" y="1055"/>
                    <a:pt x="2728" y="1053"/>
                    <a:pt x="2761" y="1046"/>
                  </a:cubicBezTo>
                  <a:cubicBezTo>
                    <a:pt x="2775" y="1044"/>
                    <a:pt x="2789" y="1042"/>
                    <a:pt x="2803" y="1040"/>
                  </a:cubicBezTo>
                  <a:lnTo>
                    <a:pt x="2803" y="1040"/>
                  </a:lnTo>
                  <a:cubicBezTo>
                    <a:pt x="2810" y="1041"/>
                    <a:pt x="2817" y="1043"/>
                    <a:pt x="2823" y="1046"/>
                  </a:cubicBezTo>
                  <a:cubicBezTo>
                    <a:pt x="2792" y="1046"/>
                    <a:pt x="2668" y="1077"/>
                    <a:pt x="2637" y="1077"/>
                  </a:cubicBezTo>
                  <a:lnTo>
                    <a:pt x="2203" y="1077"/>
                  </a:lnTo>
                  <a:cubicBezTo>
                    <a:pt x="2195" y="1077"/>
                    <a:pt x="2180" y="1075"/>
                    <a:pt x="2162" y="1073"/>
                  </a:cubicBezTo>
                  <a:lnTo>
                    <a:pt x="2162" y="1073"/>
                  </a:lnTo>
                  <a:cubicBezTo>
                    <a:pt x="2141" y="1065"/>
                    <a:pt x="2119" y="1056"/>
                    <a:pt x="2110" y="1046"/>
                  </a:cubicBezTo>
                  <a:lnTo>
                    <a:pt x="1955" y="1015"/>
                  </a:lnTo>
                  <a:cubicBezTo>
                    <a:pt x="1737" y="984"/>
                    <a:pt x="1551" y="891"/>
                    <a:pt x="1365" y="860"/>
                  </a:cubicBezTo>
                  <a:cubicBezTo>
                    <a:pt x="1272" y="829"/>
                    <a:pt x="1148" y="829"/>
                    <a:pt x="1055" y="829"/>
                  </a:cubicBezTo>
                  <a:cubicBezTo>
                    <a:pt x="1046" y="827"/>
                    <a:pt x="1038" y="826"/>
                    <a:pt x="1031" y="824"/>
                  </a:cubicBezTo>
                  <a:lnTo>
                    <a:pt x="1031" y="824"/>
                  </a:lnTo>
                  <a:cubicBezTo>
                    <a:pt x="930" y="815"/>
                    <a:pt x="721" y="798"/>
                    <a:pt x="652" y="798"/>
                  </a:cubicBezTo>
                  <a:cubicBezTo>
                    <a:pt x="248" y="829"/>
                    <a:pt x="0" y="1139"/>
                    <a:pt x="93" y="1542"/>
                  </a:cubicBezTo>
                  <a:cubicBezTo>
                    <a:pt x="217" y="2256"/>
                    <a:pt x="931" y="2659"/>
                    <a:pt x="1582" y="2783"/>
                  </a:cubicBezTo>
                  <a:cubicBezTo>
                    <a:pt x="1867" y="2824"/>
                    <a:pt x="2133" y="2847"/>
                    <a:pt x="2392" y="2847"/>
                  </a:cubicBezTo>
                  <a:cubicBezTo>
                    <a:pt x="2727" y="2847"/>
                    <a:pt x="3049" y="2809"/>
                    <a:pt x="3382" y="2721"/>
                  </a:cubicBezTo>
                  <a:cubicBezTo>
                    <a:pt x="3971" y="2597"/>
                    <a:pt x="4467" y="2287"/>
                    <a:pt x="4840" y="1822"/>
                  </a:cubicBezTo>
                  <a:cubicBezTo>
                    <a:pt x="5026" y="1605"/>
                    <a:pt x="5150" y="1387"/>
                    <a:pt x="5274" y="1139"/>
                  </a:cubicBezTo>
                  <a:cubicBezTo>
                    <a:pt x="5336" y="1046"/>
                    <a:pt x="5367" y="953"/>
                    <a:pt x="5398" y="860"/>
                  </a:cubicBezTo>
                  <a:lnTo>
                    <a:pt x="5398" y="736"/>
                  </a:lnTo>
                  <a:cubicBezTo>
                    <a:pt x="5398" y="724"/>
                    <a:pt x="5398" y="712"/>
                    <a:pt x="5397" y="702"/>
                  </a:cubicBezTo>
                  <a:lnTo>
                    <a:pt x="5397" y="702"/>
                  </a:lnTo>
                  <a:cubicBezTo>
                    <a:pt x="5397" y="703"/>
                    <a:pt x="5398" y="704"/>
                    <a:pt x="5398" y="705"/>
                  </a:cubicBezTo>
                  <a:cubicBezTo>
                    <a:pt x="5460" y="581"/>
                    <a:pt x="5460" y="457"/>
                    <a:pt x="5491" y="333"/>
                  </a:cubicBezTo>
                  <a:cubicBezTo>
                    <a:pt x="5536" y="175"/>
                    <a:pt x="5384" y="1"/>
                    <a:pt x="52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2958950" y="1021650"/>
              <a:ext cx="362575" cy="94425"/>
            </a:xfrm>
            <a:custGeom>
              <a:rect b="b" l="l" r="r" t="t"/>
              <a:pathLst>
                <a:path extrusionOk="0" h="3777" w="14503">
                  <a:moveTo>
                    <a:pt x="332" y="1"/>
                  </a:moveTo>
                  <a:cubicBezTo>
                    <a:pt x="155" y="1"/>
                    <a:pt x="1" y="173"/>
                    <a:pt x="120" y="363"/>
                  </a:cubicBezTo>
                  <a:cubicBezTo>
                    <a:pt x="1329" y="2441"/>
                    <a:pt x="3470" y="3496"/>
                    <a:pt x="5828" y="3713"/>
                  </a:cubicBezTo>
                  <a:cubicBezTo>
                    <a:pt x="6241" y="3756"/>
                    <a:pt x="6661" y="3777"/>
                    <a:pt x="7084" y="3777"/>
                  </a:cubicBezTo>
                  <a:cubicBezTo>
                    <a:pt x="9424" y="3777"/>
                    <a:pt x="11865" y="3137"/>
                    <a:pt x="13862" y="2007"/>
                  </a:cubicBezTo>
                  <a:cubicBezTo>
                    <a:pt x="14502" y="1658"/>
                    <a:pt x="14105" y="817"/>
                    <a:pt x="13490" y="817"/>
                  </a:cubicBezTo>
                  <a:cubicBezTo>
                    <a:pt x="13449" y="817"/>
                    <a:pt x="13408" y="821"/>
                    <a:pt x="13366" y="828"/>
                  </a:cubicBezTo>
                  <a:cubicBezTo>
                    <a:pt x="11060" y="1242"/>
                    <a:pt x="8839" y="2107"/>
                    <a:pt x="6461" y="2107"/>
                  </a:cubicBezTo>
                  <a:cubicBezTo>
                    <a:pt x="6343" y="2107"/>
                    <a:pt x="6225" y="2105"/>
                    <a:pt x="6107" y="2100"/>
                  </a:cubicBezTo>
                  <a:cubicBezTo>
                    <a:pt x="4152" y="2007"/>
                    <a:pt x="1981" y="1387"/>
                    <a:pt x="492" y="53"/>
                  </a:cubicBezTo>
                  <a:cubicBezTo>
                    <a:pt x="441" y="17"/>
                    <a:pt x="385" y="1"/>
                    <a:pt x="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1183675" y="1432225"/>
              <a:ext cx="850725" cy="547550"/>
            </a:xfrm>
            <a:custGeom>
              <a:rect b="b" l="l" r="r" t="t"/>
              <a:pathLst>
                <a:path extrusionOk="0" h="21902" w="34029">
                  <a:moveTo>
                    <a:pt x="261" y="1"/>
                  </a:moveTo>
                  <a:cubicBezTo>
                    <a:pt x="127" y="1"/>
                    <a:pt x="0" y="160"/>
                    <a:pt x="92" y="319"/>
                  </a:cubicBezTo>
                  <a:cubicBezTo>
                    <a:pt x="2976" y="6027"/>
                    <a:pt x="10142" y="5934"/>
                    <a:pt x="15633" y="6493"/>
                  </a:cubicBezTo>
                  <a:cubicBezTo>
                    <a:pt x="21124" y="7082"/>
                    <a:pt x="26801" y="8633"/>
                    <a:pt x="29841" y="13224"/>
                  </a:cubicBezTo>
                  <a:cubicBezTo>
                    <a:pt x="30617" y="14403"/>
                    <a:pt x="31175" y="15582"/>
                    <a:pt x="31516" y="16947"/>
                  </a:cubicBezTo>
                  <a:cubicBezTo>
                    <a:pt x="31671" y="17598"/>
                    <a:pt x="31795" y="18250"/>
                    <a:pt x="31826" y="18901"/>
                  </a:cubicBezTo>
                  <a:cubicBezTo>
                    <a:pt x="31888" y="19615"/>
                    <a:pt x="31919" y="20328"/>
                    <a:pt x="31826" y="21042"/>
                  </a:cubicBezTo>
                  <a:cubicBezTo>
                    <a:pt x="31764" y="21383"/>
                    <a:pt x="31888" y="21724"/>
                    <a:pt x="32230" y="21848"/>
                  </a:cubicBezTo>
                  <a:cubicBezTo>
                    <a:pt x="32309" y="21884"/>
                    <a:pt x="32402" y="21901"/>
                    <a:pt x="32497" y="21901"/>
                  </a:cubicBezTo>
                  <a:cubicBezTo>
                    <a:pt x="32734" y="21901"/>
                    <a:pt x="32988" y="21791"/>
                    <a:pt x="33098" y="21569"/>
                  </a:cubicBezTo>
                  <a:cubicBezTo>
                    <a:pt x="33626" y="20328"/>
                    <a:pt x="34029" y="19025"/>
                    <a:pt x="33936" y="17629"/>
                  </a:cubicBezTo>
                  <a:cubicBezTo>
                    <a:pt x="33843" y="16233"/>
                    <a:pt x="33440" y="14837"/>
                    <a:pt x="32819" y="13534"/>
                  </a:cubicBezTo>
                  <a:cubicBezTo>
                    <a:pt x="31578" y="10991"/>
                    <a:pt x="29500" y="8912"/>
                    <a:pt x="27080" y="7485"/>
                  </a:cubicBezTo>
                  <a:cubicBezTo>
                    <a:pt x="24474" y="5934"/>
                    <a:pt x="21496" y="5128"/>
                    <a:pt x="18518" y="4693"/>
                  </a:cubicBezTo>
                  <a:cubicBezTo>
                    <a:pt x="15323" y="4228"/>
                    <a:pt x="12097" y="4259"/>
                    <a:pt x="8871" y="3856"/>
                  </a:cubicBezTo>
                  <a:cubicBezTo>
                    <a:pt x="5830" y="3514"/>
                    <a:pt x="2511" y="2429"/>
                    <a:pt x="402" y="71"/>
                  </a:cubicBezTo>
                  <a:cubicBezTo>
                    <a:pt x="360" y="22"/>
                    <a:pt x="310" y="1"/>
                    <a:pt x="2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1138850" y="1541025"/>
              <a:ext cx="476000" cy="92550"/>
            </a:xfrm>
            <a:custGeom>
              <a:rect b="b" l="l" r="r" t="t"/>
              <a:pathLst>
                <a:path extrusionOk="0" h="3702" w="19040">
                  <a:moveTo>
                    <a:pt x="17457" y="0"/>
                  </a:moveTo>
                  <a:cubicBezTo>
                    <a:pt x="17054" y="0"/>
                    <a:pt x="16682" y="31"/>
                    <a:pt x="16278" y="62"/>
                  </a:cubicBezTo>
                  <a:cubicBezTo>
                    <a:pt x="15472" y="155"/>
                    <a:pt x="14665" y="248"/>
                    <a:pt x="13859" y="403"/>
                  </a:cubicBezTo>
                  <a:cubicBezTo>
                    <a:pt x="12370" y="652"/>
                    <a:pt x="10881" y="1024"/>
                    <a:pt x="9392" y="1396"/>
                  </a:cubicBezTo>
                  <a:cubicBezTo>
                    <a:pt x="7014" y="1952"/>
                    <a:pt x="4554" y="2550"/>
                    <a:pt x="2079" y="2550"/>
                  </a:cubicBezTo>
                  <a:cubicBezTo>
                    <a:pt x="1518" y="2550"/>
                    <a:pt x="957" y="2520"/>
                    <a:pt x="395" y="2451"/>
                  </a:cubicBezTo>
                  <a:cubicBezTo>
                    <a:pt x="385" y="2450"/>
                    <a:pt x="376" y="2450"/>
                    <a:pt x="366" y="2450"/>
                  </a:cubicBezTo>
                  <a:cubicBezTo>
                    <a:pt x="22" y="2450"/>
                    <a:pt x="1" y="2981"/>
                    <a:pt x="302" y="3071"/>
                  </a:cubicBezTo>
                  <a:cubicBezTo>
                    <a:pt x="1597" y="3484"/>
                    <a:pt x="2966" y="3702"/>
                    <a:pt x="4321" y="3702"/>
                  </a:cubicBezTo>
                  <a:cubicBezTo>
                    <a:pt x="4491" y="3702"/>
                    <a:pt x="4662" y="3699"/>
                    <a:pt x="4832" y="3692"/>
                  </a:cubicBezTo>
                  <a:cubicBezTo>
                    <a:pt x="6352" y="3630"/>
                    <a:pt x="7872" y="3381"/>
                    <a:pt x="9361" y="3102"/>
                  </a:cubicBezTo>
                  <a:cubicBezTo>
                    <a:pt x="10819" y="2792"/>
                    <a:pt x="12339" y="2451"/>
                    <a:pt x="13859" y="2234"/>
                  </a:cubicBezTo>
                  <a:cubicBezTo>
                    <a:pt x="14603" y="2110"/>
                    <a:pt x="15348" y="2016"/>
                    <a:pt x="16123" y="1954"/>
                  </a:cubicBezTo>
                  <a:cubicBezTo>
                    <a:pt x="16205" y="1951"/>
                    <a:pt x="16288" y="1950"/>
                    <a:pt x="16373" y="1950"/>
                  </a:cubicBezTo>
                  <a:cubicBezTo>
                    <a:pt x="16563" y="1950"/>
                    <a:pt x="16761" y="1956"/>
                    <a:pt x="16961" y="1956"/>
                  </a:cubicBezTo>
                  <a:cubicBezTo>
                    <a:pt x="17493" y="1956"/>
                    <a:pt x="18039" y="1915"/>
                    <a:pt x="18481" y="1613"/>
                  </a:cubicBezTo>
                  <a:cubicBezTo>
                    <a:pt x="18822" y="1365"/>
                    <a:pt x="19039" y="776"/>
                    <a:pt x="18636" y="465"/>
                  </a:cubicBezTo>
                  <a:cubicBezTo>
                    <a:pt x="18233" y="155"/>
                    <a:pt x="17923" y="31"/>
                    <a:pt x="17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1035275" y="1809500"/>
              <a:ext cx="139075" cy="91250"/>
            </a:xfrm>
            <a:custGeom>
              <a:rect b="b" l="l" r="r" t="t"/>
              <a:pathLst>
                <a:path extrusionOk="0" h="3650" w="5563">
                  <a:moveTo>
                    <a:pt x="3839" y="1661"/>
                  </a:moveTo>
                  <a:cubicBezTo>
                    <a:pt x="3839" y="1661"/>
                    <a:pt x="3844" y="1663"/>
                    <a:pt x="3856" y="1670"/>
                  </a:cubicBezTo>
                  <a:cubicBezTo>
                    <a:pt x="3861" y="1671"/>
                    <a:pt x="3865" y="1673"/>
                    <a:pt x="3869" y="1674"/>
                  </a:cubicBezTo>
                  <a:lnTo>
                    <a:pt x="3869" y="1674"/>
                  </a:lnTo>
                  <a:cubicBezTo>
                    <a:pt x="3852" y="1667"/>
                    <a:pt x="3839" y="1661"/>
                    <a:pt x="3839" y="1661"/>
                  </a:cubicBezTo>
                  <a:close/>
                  <a:moveTo>
                    <a:pt x="3869" y="1674"/>
                  </a:moveTo>
                  <a:cubicBezTo>
                    <a:pt x="3872" y="1675"/>
                    <a:pt x="3875" y="1677"/>
                    <a:pt x="3879" y="1678"/>
                  </a:cubicBezTo>
                  <a:lnTo>
                    <a:pt x="3879" y="1678"/>
                  </a:lnTo>
                  <a:cubicBezTo>
                    <a:pt x="3880" y="1678"/>
                    <a:pt x="3877" y="1677"/>
                    <a:pt x="3869" y="1674"/>
                  </a:cubicBezTo>
                  <a:close/>
                  <a:moveTo>
                    <a:pt x="308" y="1"/>
                  </a:moveTo>
                  <a:cubicBezTo>
                    <a:pt x="149" y="1"/>
                    <a:pt x="1" y="158"/>
                    <a:pt x="102" y="336"/>
                  </a:cubicBezTo>
                  <a:lnTo>
                    <a:pt x="133" y="336"/>
                  </a:lnTo>
                  <a:cubicBezTo>
                    <a:pt x="351" y="708"/>
                    <a:pt x="599" y="1111"/>
                    <a:pt x="940" y="1453"/>
                  </a:cubicBezTo>
                  <a:cubicBezTo>
                    <a:pt x="1250" y="1763"/>
                    <a:pt x="1622" y="2073"/>
                    <a:pt x="1995" y="2383"/>
                  </a:cubicBezTo>
                  <a:cubicBezTo>
                    <a:pt x="2367" y="2693"/>
                    <a:pt x="2801" y="2942"/>
                    <a:pt x="3236" y="3190"/>
                  </a:cubicBezTo>
                  <a:cubicBezTo>
                    <a:pt x="3652" y="3410"/>
                    <a:pt x="4087" y="3649"/>
                    <a:pt x="4557" y="3649"/>
                  </a:cubicBezTo>
                  <a:cubicBezTo>
                    <a:pt x="4682" y="3649"/>
                    <a:pt x="4811" y="3632"/>
                    <a:pt x="4942" y="3593"/>
                  </a:cubicBezTo>
                  <a:cubicBezTo>
                    <a:pt x="5345" y="3469"/>
                    <a:pt x="5562" y="3004"/>
                    <a:pt x="5314" y="2600"/>
                  </a:cubicBezTo>
                  <a:cubicBezTo>
                    <a:pt x="5004" y="2073"/>
                    <a:pt x="4476" y="1918"/>
                    <a:pt x="3949" y="1701"/>
                  </a:cubicBezTo>
                  <a:cubicBezTo>
                    <a:pt x="3936" y="1701"/>
                    <a:pt x="3905" y="1689"/>
                    <a:pt x="3879" y="1678"/>
                  </a:cubicBezTo>
                  <a:lnTo>
                    <a:pt x="3879" y="1678"/>
                  </a:lnTo>
                  <a:cubicBezTo>
                    <a:pt x="3879" y="1678"/>
                    <a:pt x="3879" y="1678"/>
                    <a:pt x="3879" y="1678"/>
                  </a:cubicBezTo>
                  <a:cubicBezTo>
                    <a:pt x="3871" y="1678"/>
                    <a:pt x="3732" y="1639"/>
                    <a:pt x="3732" y="1639"/>
                  </a:cubicBezTo>
                  <a:cubicBezTo>
                    <a:pt x="3639" y="1577"/>
                    <a:pt x="3546" y="1546"/>
                    <a:pt x="3453" y="1515"/>
                  </a:cubicBezTo>
                  <a:cubicBezTo>
                    <a:pt x="3329" y="1453"/>
                    <a:pt x="3205" y="1390"/>
                    <a:pt x="3080" y="1328"/>
                  </a:cubicBezTo>
                  <a:cubicBezTo>
                    <a:pt x="3107" y="1328"/>
                    <a:pt x="2951" y="1260"/>
                    <a:pt x="2945" y="1260"/>
                  </a:cubicBezTo>
                  <a:cubicBezTo>
                    <a:pt x="2944" y="1260"/>
                    <a:pt x="2948" y="1262"/>
                    <a:pt x="2956" y="1266"/>
                  </a:cubicBezTo>
                  <a:cubicBezTo>
                    <a:pt x="2961" y="1271"/>
                    <a:pt x="2961" y="1273"/>
                    <a:pt x="2958" y="1273"/>
                  </a:cubicBezTo>
                  <a:cubicBezTo>
                    <a:pt x="2939" y="1273"/>
                    <a:pt x="2806" y="1204"/>
                    <a:pt x="2832" y="1204"/>
                  </a:cubicBezTo>
                  <a:cubicBezTo>
                    <a:pt x="2429" y="1049"/>
                    <a:pt x="2026" y="832"/>
                    <a:pt x="1653" y="615"/>
                  </a:cubicBezTo>
                  <a:cubicBezTo>
                    <a:pt x="1281" y="398"/>
                    <a:pt x="816" y="243"/>
                    <a:pt x="413" y="26"/>
                  </a:cubicBezTo>
                  <a:cubicBezTo>
                    <a:pt x="379" y="9"/>
                    <a:pt x="343" y="1"/>
                    <a:pt x="3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1047475" y="1834900"/>
              <a:ext cx="642900" cy="191800"/>
            </a:xfrm>
            <a:custGeom>
              <a:rect b="b" l="l" r="r" t="t"/>
              <a:pathLst>
                <a:path extrusionOk="0" h="7672" w="25716">
                  <a:moveTo>
                    <a:pt x="12666" y="0"/>
                  </a:moveTo>
                  <a:cubicBezTo>
                    <a:pt x="9962" y="0"/>
                    <a:pt x="7288" y="667"/>
                    <a:pt x="4857" y="1926"/>
                  </a:cubicBezTo>
                  <a:cubicBezTo>
                    <a:pt x="2934" y="2949"/>
                    <a:pt x="1383" y="4407"/>
                    <a:pt x="142" y="6175"/>
                  </a:cubicBezTo>
                  <a:cubicBezTo>
                    <a:pt x="0" y="6412"/>
                    <a:pt x="200" y="6612"/>
                    <a:pt x="413" y="6612"/>
                  </a:cubicBezTo>
                  <a:cubicBezTo>
                    <a:pt x="480" y="6612"/>
                    <a:pt x="548" y="6592"/>
                    <a:pt x="607" y="6548"/>
                  </a:cubicBezTo>
                  <a:cubicBezTo>
                    <a:pt x="1941" y="5400"/>
                    <a:pt x="3492" y="4500"/>
                    <a:pt x="5074" y="3694"/>
                  </a:cubicBezTo>
                  <a:cubicBezTo>
                    <a:pt x="6656" y="2887"/>
                    <a:pt x="8269" y="2391"/>
                    <a:pt x="9945" y="2143"/>
                  </a:cubicBezTo>
                  <a:cubicBezTo>
                    <a:pt x="10633" y="2047"/>
                    <a:pt x="11327" y="2000"/>
                    <a:pt x="12020" y="2000"/>
                  </a:cubicBezTo>
                  <a:cubicBezTo>
                    <a:pt x="14700" y="2000"/>
                    <a:pt x="17369" y="2704"/>
                    <a:pt x="19685" y="4035"/>
                  </a:cubicBezTo>
                  <a:cubicBezTo>
                    <a:pt x="20492" y="4500"/>
                    <a:pt x="21267" y="5028"/>
                    <a:pt x="21950" y="5617"/>
                  </a:cubicBezTo>
                  <a:cubicBezTo>
                    <a:pt x="22322" y="5958"/>
                    <a:pt x="22694" y="6300"/>
                    <a:pt x="23067" y="6641"/>
                  </a:cubicBezTo>
                  <a:cubicBezTo>
                    <a:pt x="23470" y="6982"/>
                    <a:pt x="23904" y="7292"/>
                    <a:pt x="24370" y="7571"/>
                  </a:cubicBezTo>
                  <a:cubicBezTo>
                    <a:pt x="24476" y="7641"/>
                    <a:pt x="24597" y="7671"/>
                    <a:pt x="24720" y="7671"/>
                  </a:cubicBezTo>
                  <a:cubicBezTo>
                    <a:pt x="25203" y="7671"/>
                    <a:pt x="25715" y="7191"/>
                    <a:pt x="25517" y="6672"/>
                  </a:cubicBezTo>
                  <a:cubicBezTo>
                    <a:pt x="25331" y="6175"/>
                    <a:pt x="25145" y="5741"/>
                    <a:pt x="24804" y="5338"/>
                  </a:cubicBezTo>
                  <a:cubicBezTo>
                    <a:pt x="24463" y="4935"/>
                    <a:pt x="24121" y="4593"/>
                    <a:pt x="23749" y="4252"/>
                  </a:cubicBezTo>
                  <a:cubicBezTo>
                    <a:pt x="23036" y="3632"/>
                    <a:pt x="22260" y="3042"/>
                    <a:pt x="21453" y="2546"/>
                  </a:cubicBezTo>
                  <a:cubicBezTo>
                    <a:pt x="19809" y="1553"/>
                    <a:pt x="18010" y="809"/>
                    <a:pt x="16149" y="374"/>
                  </a:cubicBezTo>
                  <a:cubicBezTo>
                    <a:pt x="14994" y="123"/>
                    <a:pt x="13827" y="0"/>
                    <a:pt x="126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933125" y="2152125"/>
              <a:ext cx="1079450" cy="217800"/>
            </a:xfrm>
            <a:custGeom>
              <a:rect b="b" l="l" r="r" t="t"/>
              <a:pathLst>
                <a:path extrusionOk="0" h="8712" w="43178">
                  <a:moveTo>
                    <a:pt x="42145" y="0"/>
                  </a:moveTo>
                  <a:cubicBezTo>
                    <a:pt x="41937" y="0"/>
                    <a:pt x="41729" y="67"/>
                    <a:pt x="41569" y="218"/>
                  </a:cubicBezTo>
                  <a:cubicBezTo>
                    <a:pt x="41352" y="435"/>
                    <a:pt x="41073" y="590"/>
                    <a:pt x="40856" y="808"/>
                  </a:cubicBezTo>
                  <a:cubicBezTo>
                    <a:pt x="40608" y="1056"/>
                    <a:pt x="40421" y="1304"/>
                    <a:pt x="40173" y="1552"/>
                  </a:cubicBezTo>
                  <a:cubicBezTo>
                    <a:pt x="39708" y="2017"/>
                    <a:pt x="39243" y="2452"/>
                    <a:pt x="38746" y="2886"/>
                  </a:cubicBezTo>
                  <a:cubicBezTo>
                    <a:pt x="37847" y="3630"/>
                    <a:pt x="36761" y="4344"/>
                    <a:pt x="35644" y="4871"/>
                  </a:cubicBezTo>
                  <a:cubicBezTo>
                    <a:pt x="33530" y="5898"/>
                    <a:pt x="31092" y="6455"/>
                    <a:pt x="28703" y="6455"/>
                  </a:cubicBezTo>
                  <a:cubicBezTo>
                    <a:pt x="28639" y="6455"/>
                    <a:pt x="28574" y="6454"/>
                    <a:pt x="28509" y="6453"/>
                  </a:cubicBezTo>
                  <a:cubicBezTo>
                    <a:pt x="27206" y="6453"/>
                    <a:pt x="26059" y="6298"/>
                    <a:pt x="24818" y="5926"/>
                  </a:cubicBezTo>
                  <a:cubicBezTo>
                    <a:pt x="23360" y="5523"/>
                    <a:pt x="22057" y="4809"/>
                    <a:pt x="20692" y="4158"/>
                  </a:cubicBezTo>
                  <a:cubicBezTo>
                    <a:pt x="19203" y="3413"/>
                    <a:pt x="17652" y="2700"/>
                    <a:pt x="16039" y="2266"/>
                  </a:cubicBezTo>
                  <a:cubicBezTo>
                    <a:pt x="14394" y="1862"/>
                    <a:pt x="12719" y="1676"/>
                    <a:pt x="11044" y="1645"/>
                  </a:cubicBezTo>
                  <a:cubicBezTo>
                    <a:pt x="10907" y="1643"/>
                    <a:pt x="10770" y="1642"/>
                    <a:pt x="10633" y="1642"/>
                  </a:cubicBezTo>
                  <a:cubicBezTo>
                    <a:pt x="8882" y="1642"/>
                    <a:pt x="7158" y="1823"/>
                    <a:pt x="5460" y="2110"/>
                  </a:cubicBezTo>
                  <a:cubicBezTo>
                    <a:pt x="4530" y="2235"/>
                    <a:pt x="3599" y="2452"/>
                    <a:pt x="2699" y="2669"/>
                  </a:cubicBezTo>
                  <a:cubicBezTo>
                    <a:pt x="1769" y="2886"/>
                    <a:pt x="838" y="3041"/>
                    <a:pt x="63" y="3506"/>
                  </a:cubicBezTo>
                  <a:cubicBezTo>
                    <a:pt x="1" y="3568"/>
                    <a:pt x="1" y="3724"/>
                    <a:pt x="94" y="3724"/>
                  </a:cubicBezTo>
                  <a:lnTo>
                    <a:pt x="94" y="3755"/>
                  </a:lnTo>
                  <a:cubicBezTo>
                    <a:pt x="341" y="3802"/>
                    <a:pt x="591" y="3820"/>
                    <a:pt x="842" y="3820"/>
                  </a:cubicBezTo>
                  <a:cubicBezTo>
                    <a:pt x="1410" y="3820"/>
                    <a:pt x="1985" y="3726"/>
                    <a:pt x="2544" y="3662"/>
                  </a:cubicBezTo>
                  <a:cubicBezTo>
                    <a:pt x="3351" y="3568"/>
                    <a:pt x="4219" y="3475"/>
                    <a:pt x="5088" y="3413"/>
                  </a:cubicBezTo>
                  <a:cubicBezTo>
                    <a:pt x="6644" y="3300"/>
                    <a:pt x="8201" y="3161"/>
                    <a:pt x="9781" y="3161"/>
                  </a:cubicBezTo>
                  <a:cubicBezTo>
                    <a:pt x="9933" y="3161"/>
                    <a:pt x="10085" y="3162"/>
                    <a:pt x="10238" y="3165"/>
                  </a:cubicBezTo>
                  <a:cubicBezTo>
                    <a:pt x="11975" y="3227"/>
                    <a:pt x="13526" y="3444"/>
                    <a:pt x="15139" y="3879"/>
                  </a:cubicBezTo>
                  <a:cubicBezTo>
                    <a:pt x="16721" y="4344"/>
                    <a:pt x="18241" y="5120"/>
                    <a:pt x="19730" y="5957"/>
                  </a:cubicBezTo>
                  <a:cubicBezTo>
                    <a:pt x="21219" y="6795"/>
                    <a:pt x="22615" y="7508"/>
                    <a:pt x="24166" y="8005"/>
                  </a:cubicBezTo>
                  <a:cubicBezTo>
                    <a:pt x="25469" y="8408"/>
                    <a:pt x="26834" y="8625"/>
                    <a:pt x="28168" y="8687"/>
                  </a:cubicBezTo>
                  <a:cubicBezTo>
                    <a:pt x="28463" y="8703"/>
                    <a:pt x="28757" y="8711"/>
                    <a:pt x="29051" y="8711"/>
                  </a:cubicBezTo>
                  <a:cubicBezTo>
                    <a:pt x="31540" y="8711"/>
                    <a:pt x="33989" y="8132"/>
                    <a:pt x="36265" y="7105"/>
                  </a:cubicBezTo>
                  <a:cubicBezTo>
                    <a:pt x="37630" y="6484"/>
                    <a:pt x="38901" y="5678"/>
                    <a:pt x="40080" y="4716"/>
                  </a:cubicBezTo>
                  <a:cubicBezTo>
                    <a:pt x="40670" y="4220"/>
                    <a:pt x="41197" y="3724"/>
                    <a:pt x="41662" y="3165"/>
                  </a:cubicBezTo>
                  <a:cubicBezTo>
                    <a:pt x="41941" y="2824"/>
                    <a:pt x="42190" y="2514"/>
                    <a:pt x="42407" y="2172"/>
                  </a:cubicBezTo>
                  <a:cubicBezTo>
                    <a:pt x="42655" y="1862"/>
                    <a:pt x="42779" y="1397"/>
                    <a:pt x="42934" y="994"/>
                  </a:cubicBezTo>
                  <a:cubicBezTo>
                    <a:pt x="43178" y="418"/>
                    <a:pt x="42663" y="0"/>
                    <a:pt x="42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1601625" y="2356600"/>
              <a:ext cx="345925" cy="450250"/>
            </a:xfrm>
            <a:custGeom>
              <a:rect b="b" l="l" r="r" t="t"/>
              <a:pathLst>
                <a:path extrusionOk="0" h="18010" w="13837">
                  <a:moveTo>
                    <a:pt x="3709" y="1"/>
                  </a:moveTo>
                  <a:cubicBezTo>
                    <a:pt x="3645" y="1"/>
                    <a:pt x="3577" y="14"/>
                    <a:pt x="3506" y="43"/>
                  </a:cubicBezTo>
                  <a:cubicBezTo>
                    <a:pt x="466" y="1470"/>
                    <a:pt x="1" y="5596"/>
                    <a:pt x="280" y="8543"/>
                  </a:cubicBezTo>
                  <a:cubicBezTo>
                    <a:pt x="435" y="10404"/>
                    <a:pt x="1118" y="12048"/>
                    <a:pt x="2359" y="13475"/>
                  </a:cubicBezTo>
                  <a:cubicBezTo>
                    <a:pt x="3506" y="14809"/>
                    <a:pt x="5026" y="15833"/>
                    <a:pt x="6640" y="16515"/>
                  </a:cubicBezTo>
                  <a:cubicBezTo>
                    <a:pt x="7663" y="16949"/>
                    <a:pt x="8749" y="17322"/>
                    <a:pt x="9835" y="17601"/>
                  </a:cubicBezTo>
                  <a:cubicBezTo>
                    <a:pt x="10599" y="17797"/>
                    <a:pt x="11440" y="18009"/>
                    <a:pt x="12261" y="18009"/>
                  </a:cubicBezTo>
                  <a:cubicBezTo>
                    <a:pt x="12606" y="18009"/>
                    <a:pt x="12948" y="17972"/>
                    <a:pt x="13278" y="17880"/>
                  </a:cubicBezTo>
                  <a:cubicBezTo>
                    <a:pt x="13650" y="17787"/>
                    <a:pt x="13837" y="17229"/>
                    <a:pt x="13526" y="16949"/>
                  </a:cubicBezTo>
                  <a:cubicBezTo>
                    <a:pt x="13154" y="16670"/>
                    <a:pt x="12813" y="16484"/>
                    <a:pt x="12379" y="16329"/>
                  </a:cubicBezTo>
                  <a:cubicBezTo>
                    <a:pt x="11944" y="16174"/>
                    <a:pt x="11541" y="16081"/>
                    <a:pt x="11107" y="15957"/>
                  </a:cubicBezTo>
                  <a:cubicBezTo>
                    <a:pt x="10238" y="15740"/>
                    <a:pt x="9369" y="15522"/>
                    <a:pt x="8532" y="15243"/>
                  </a:cubicBezTo>
                  <a:cubicBezTo>
                    <a:pt x="7043" y="14747"/>
                    <a:pt x="5616" y="14033"/>
                    <a:pt x="4437" y="12979"/>
                  </a:cubicBezTo>
                  <a:cubicBezTo>
                    <a:pt x="3351" y="11986"/>
                    <a:pt x="2514" y="10776"/>
                    <a:pt x="2172" y="9318"/>
                  </a:cubicBezTo>
                  <a:cubicBezTo>
                    <a:pt x="1800" y="7891"/>
                    <a:pt x="1800" y="6154"/>
                    <a:pt x="2048" y="4665"/>
                  </a:cubicBezTo>
                  <a:cubicBezTo>
                    <a:pt x="2297" y="3145"/>
                    <a:pt x="2669" y="1687"/>
                    <a:pt x="3972" y="818"/>
                  </a:cubicBezTo>
                  <a:cubicBezTo>
                    <a:pt x="4375" y="549"/>
                    <a:pt x="4126" y="1"/>
                    <a:pt x="37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1053625" y="2314950"/>
              <a:ext cx="588375" cy="442800"/>
            </a:xfrm>
            <a:custGeom>
              <a:rect b="b" l="l" r="r" t="t"/>
              <a:pathLst>
                <a:path extrusionOk="0" h="17712" w="23535">
                  <a:moveTo>
                    <a:pt x="18148" y="1"/>
                  </a:moveTo>
                  <a:cubicBezTo>
                    <a:pt x="17932" y="1"/>
                    <a:pt x="17752" y="218"/>
                    <a:pt x="17888" y="468"/>
                  </a:cubicBezTo>
                  <a:cubicBezTo>
                    <a:pt x="19687" y="4345"/>
                    <a:pt x="23224" y="9929"/>
                    <a:pt x="19315" y="13590"/>
                  </a:cubicBezTo>
                  <a:cubicBezTo>
                    <a:pt x="17955" y="14865"/>
                    <a:pt x="16129" y="15467"/>
                    <a:pt x="14286" y="15467"/>
                  </a:cubicBezTo>
                  <a:cubicBezTo>
                    <a:pt x="14111" y="15467"/>
                    <a:pt x="13937" y="15462"/>
                    <a:pt x="13762" y="15451"/>
                  </a:cubicBezTo>
                  <a:cubicBezTo>
                    <a:pt x="11374" y="15296"/>
                    <a:pt x="9047" y="14179"/>
                    <a:pt x="7186" y="12721"/>
                  </a:cubicBezTo>
                  <a:cubicBezTo>
                    <a:pt x="6069" y="11853"/>
                    <a:pt x="5107" y="10860"/>
                    <a:pt x="4146" y="9867"/>
                  </a:cubicBezTo>
                  <a:cubicBezTo>
                    <a:pt x="3122" y="8782"/>
                    <a:pt x="2129" y="7696"/>
                    <a:pt x="951" y="6796"/>
                  </a:cubicBezTo>
                  <a:cubicBezTo>
                    <a:pt x="847" y="6723"/>
                    <a:pt x="747" y="6692"/>
                    <a:pt x="653" y="6692"/>
                  </a:cubicBezTo>
                  <a:cubicBezTo>
                    <a:pt x="267" y="6692"/>
                    <a:pt x="0" y="7222"/>
                    <a:pt x="175" y="7572"/>
                  </a:cubicBezTo>
                  <a:cubicBezTo>
                    <a:pt x="764" y="8906"/>
                    <a:pt x="1664" y="10053"/>
                    <a:pt x="2595" y="11170"/>
                  </a:cubicBezTo>
                  <a:cubicBezTo>
                    <a:pt x="3494" y="12287"/>
                    <a:pt x="4549" y="13280"/>
                    <a:pt x="5635" y="14179"/>
                  </a:cubicBezTo>
                  <a:cubicBezTo>
                    <a:pt x="7899" y="16010"/>
                    <a:pt x="10505" y="17343"/>
                    <a:pt x="13421" y="17654"/>
                  </a:cubicBezTo>
                  <a:cubicBezTo>
                    <a:pt x="13775" y="17692"/>
                    <a:pt x="14128" y="17711"/>
                    <a:pt x="14479" y="17711"/>
                  </a:cubicBezTo>
                  <a:cubicBezTo>
                    <a:pt x="16677" y="17711"/>
                    <a:pt x="18782" y="16962"/>
                    <a:pt x="20494" y="15544"/>
                  </a:cubicBezTo>
                  <a:cubicBezTo>
                    <a:pt x="22572" y="13776"/>
                    <a:pt x="23534" y="11170"/>
                    <a:pt x="23131" y="8471"/>
                  </a:cubicBezTo>
                  <a:cubicBezTo>
                    <a:pt x="22883" y="6858"/>
                    <a:pt x="22262" y="5245"/>
                    <a:pt x="21425" y="3849"/>
                  </a:cubicBezTo>
                  <a:cubicBezTo>
                    <a:pt x="20618" y="2453"/>
                    <a:pt x="19656" y="1119"/>
                    <a:pt x="18385" y="96"/>
                  </a:cubicBezTo>
                  <a:cubicBezTo>
                    <a:pt x="18310" y="29"/>
                    <a:pt x="18227" y="1"/>
                    <a:pt x="181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963375" y="2576325"/>
              <a:ext cx="201450" cy="45750"/>
            </a:xfrm>
            <a:custGeom>
              <a:rect b="b" l="l" r="r" t="t"/>
              <a:pathLst>
                <a:path extrusionOk="0" h="1830" w="8058">
                  <a:moveTo>
                    <a:pt x="2979" y="0"/>
                  </a:moveTo>
                  <a:cubicBezTo>
                    <a:pt x="2754" y="0"/>
                    <a:pt x="2527" y="11"/>
                    <a:pt x="2296" y="33"/>
                  </a:cubicBezTo>
                  <a:cubicBezTo>
                    <a:pt x="1551" y="64"/>
                    <a:pt x="776" y="126"/>
                    <a:pt x="249" y="684"/>
                  </a:cubicBezTo>
                  <a:cubicBezTo>
                    <a:pt x="0" y="963"/>
                    <a:pt x="62" y="1553"/>
                    <a:pt x="497" y="1615"/>
                  </a:cubicBezTo>
                  <a:cubicBezTo>
                    <a:pt x="629" y="1637"/>
                    <a:pt x="753" y="1647"/>
                    <a:pt x="873" y="1647"/>
                  </a:cubicBezTo>
                  <a:cubicBezTo>
                    <a:pt x="1093" y="1647"/>
                    <a:pt x="1300" y="1613"/>
                    <a:pt x="1520" y="1553"/>
                  </a:cubicBezTo>
                  <a:cubicBezTo>
                    <a:pt x="1800" y="1491"/>
                    <a:pt x="2079" y="1398"/>
                    <a:pt x="2358" y="1336"/>
                  </a:cubicBezTo>
                  <a:cubicBezTo>
                    <a:pt x="2916" y="1212"/>
                    <a:pt x="3506" y="1150"/>
                    <a:pt x="4095" y="1150"/>
                  </a:cubicBezTo>
                  <a:cubicBezTo>
                    <a:pt x="4171" y="1148"/>
                    <a:pt x="4246" y="1147"/>
                    <a:pt x="4322" y="1147"/>
                  </a:cubicBezTo>
                  <a:cubicBezTo>
                    <a:pt x="5456" y="1147"/>
                    <a:pt x="6585" y="1365"/>
                    <a:pt x="7632" y="1801"/>
                  </a:cubicBezTo>
                  <a:cubicBezTo>
                    <a:pt x="7671" y="1821"/>
                    <a:pt x="7710" y="1830"/>
                    <a:pt x="7747" y="1830"/>
                  </a:cubicBezTo>
                  <a:cubicBezTo>
                    <a:pt x="7937" y="1830"/>
                    <a:pt x="8057" y="1590"/>
                    <a:pt x="7849" y="1460"/>
                  </a:cubicBezTo>
                  <a:cubicBezTo>
                    <a:pt x="6763" y="746"/>
                    <a:pt x="5522" y="281"/>
                    <a:pt x="4219" y="95"/>
                  </a:cubicBezTo>
                  <a:cubicBezTo>
                    <a:pt x="3799" y="35"/>
                    <a:pt x="3391" y="0"/>
                    <a:pt x="29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929500" y="2818750"/>
              <a:ext cx="1194550" cy="474325"/>
            </a:xfrm>
            <a:custGeom>
              <a:rect b="b" l="l" r="r" t="t"/>
              <a:pathLst>
                <a:path extrusionOk="0" h="18973" w="47782">
                  <a:moveTo>
                    <a:pt x="148" y="1"/>
                  </a:moveTo>
                  <a:cubicBezTo>
                    <a:pt x="77" y="1"/>
                    <a:pt x="1" y="56"/>
                    <a:pt x="21" y="139"/>
                  </a:cubicBezTo>
                  <a:lnTo>
                    <a:pt x="21" y="108"/>
                  </a:lnTo>
                  <a:cubicBezTo>
                    <a:pt x="921" y="3117"/>
                    <a:pt x="3062" y="5784"/>
                    <a:pt x="5357" y="7832"/>
                  </a:cubicBezTo>
                  <a:cubicBezTo>
                    <a:pt x="7901" y="10096"/>
                    <a:pt x="10879" y="11741"/>
                    <a:pt x="14105" y="12764"/>
                  </a:cubicBezTo>
                  <a:cubicBezTo>
                    <a:pt x="16847" y="13631"/>
                    <a:pt x="19695" y="14038"/>
                    <a:pt x="22556" y="14038"/>
                  </a:cubicBezTo>
                  <a:cubicBezTo>
                    <a:pt x="23482" y="14038"/>
                    <a:pt x="24409" y="13996"/>
                    <a:pt x="25335" y="13912"/>
                  </a:cubicBezTo>
                  <a:cubicBezTo>
                    <a:pt x="27289" y="13757"/>
                    <a:pt x="29213" y="13323"/>
                    <a:pt x="31167" y="12981"/>
                  </a:cubicBezTo>
                  <a:cubicBezTo>
                    <a:pt x="32033" y="12829"/>
                    <a:pt x="32900" y="12737"/>
                    <a:pt x="33762" y="12737"/>
                  </a:cubicBezTo>
                  <a:cubicBezTo>
                    <a:pt x="34660" y="12737"/>
                    <a:pt x="35555" y="12837"/>
                    <a:pt x="36441" y="13074"/>
                  </a:cubicBezTo>
                  <a:cubicBezTo>
                    <a:pt x="38178" y="13540"/>
                    <a:pt x="39884" y="14439"/>
                    <a:pt x="41404" y="15463"/>
                  </a:cubicBezTo>
                  <a:cubicBezTo>
                    <a:pt x="42211" y="16022"/>
                    <a:pt x="42986" y="16580"/>
                    <a:pt x="43731" y="17169"/>
                  </a:cubicBezTo>
                  <a:cubicBezTo>
                    <a:pt x="44103" y="17480"/>
                    <a:pt x="44475" y="17759"/>
                    <a:pt x="44878" y="18069"/>
                  </a:cubicBezTo>
                  <a:cubicBezTo>
                    <a:pt x="45313" y="18441"/>
                    <a:pt x="45747" y="18658"/>
                    <a:pt x="46274" y="18907"/>
                  </a:cubicBezTo>
                  <a:cubicBezTo>
                    <a:pt x="46385" y="18952"/>
                    <a:pt x="46501" y="18972"/>
                    <a:pt x="46616" y="18972"/>
                  </a:cubicBezTo>
                  <a:cubicBezTo>
                    <a:pt x="47212" y="18972"/>
                    <a:pt x="47781" y="18414"/>
                    <a:pt x="47391" y="17790"/>
                  </a:cubicBezTo>
                  <a:cubicBezTo>
                    <a:pt x="47143" y="17417"/>
                    <a:pt x="46895" y="17014"/>
                    <a:pt x="46585" y="16704"/>
                  </a:cubicBezTo>
                  <a:cubicBezTo>
                    <a:pt x="46274" y="16394"/>
                    <a:pt x="45933" y="16146"/>
                    <a:pt x="45592" y="15866"/>
                  </a:cubicBezTo>
                  <a:cubicBezTo>
                    <a:pt x="44909" y="15308"/>
                    <a:pt x="44196" y="14719"/>
                    <a:pt x="43451" y="14191"/>
                  </a:cubicBezTo>
                  <a:cubicBezTo>
                    <a:pt x="42024" y="13168"/>
                    <a:pt x="40473" y="12299"/>
                    <a:pt x="38829" y="11647"/>
                  </a:cubicBezTo>
                  <a:cubicBezTo>
                    <a:pt x="37283" y="10994"/>
                    <a:pt x="35681" y="10653"/>
                    <a:pt x="34021" y="10653"/>
                  </a:cubicBezTo>
                  <a:cubicBezTo>
                    <a:pt x="33949" y="10653"/>
                    <a:pt x="33876" y="10654"/>
                    <a:pt x="33804" y="10655"/>
                  </a:cubicBezTo>
                  <a:cubicBezTo>
                    <a:pt x="31787" y="10686"/>
                    <a:pt x="29802" y="11213"/>
                    <a:pt x="27817" y="11616"/>
                  </a:cubicBezTo>
                  <a:cubicBezTo>
                    <a:pt x="25939" y="11969"/>
                    <a:pt x="24022" y="12151"/>
                    <a:pt x="22108" y="12151"/>
                  </a:cubicBezTo>
                  <a:cubicBezTo>
                    <a:pt x="16940" y="12151"/>
                    <a:pt x="11790" y="10823"/>
                    <a:pt x="7467" y="7925"/>
                  </a:cubicBezTo>
                  <a:cubicBezTo>
                    <a:pt x="6009" y="6901"/>
                    <a:pt x="4675" y="5722"/>
                    <a:pt x="3465" y="4419"/>
                  </a:cubicBezTo>
                  <a:cubicBezTo>
                    <a:pt x="2224" y="3117"/>
                    <a:pt x="1231" y="1566"/>
                    <a:pt x="239" y="45"/>
                  </a:cubicBezTo>
                  <a:cubicBezTo>
                    <a:pt x="218" y="14"/>
                    <a:pt x="183" y="1"/>
                    <a:pt x="1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3023200" y="1277525"/>
              <a:ext cx="121200" cy="573725"/>
            </a:xfrm>
            <a:custGeom>
              <a:rect b="b" l="l" r="r" t="t"/>
              <a:pathLst>
                <a:path extrusionOk="0" h="22949" w="4848">
                  <a:moveTo>
                    <a:pt x="3328" y="0"/>
                  </a:moveTo>
                  <a:cubicBezTo>
                    <a:pt x="2855" y="0"/>
                    <a:pt x="2439" y="278"/>
                    <a:pt x="2141" y="675"/>
                  </a:cubicBezTo>
                  <a:cubicBezTo>
                    <a:pt x="1272" y="1854"/>
                    <a:pt x="931" y="3436"/>
                    <a:pt x="652" y="4863"/>
                  </a:cubicBezTo>
                  <a:cubicBezTo>
                    <a:pt x="404" y="6259"/>
                    <a:pt x="186" y="7810"/>
                    <a:pt x="124" y="9330"/>
                  </a:cubicBezTo>
                  <a:cubicBezTo>
                    <a:pt x="0" y="12215"/>
                    <a:pt x="373" y="15224"/>
                    <a:pt x="1148" y="18016"/>
                  </a:cubicBezTo>
                  <a:cubicBezTo>
                    <a:pt x="1613" y="19598"/>
                    <a:pt x="2172" y="21180"/>
                    <a:pt x="3133" y="22545"/>
                  </a:cubicBezTo>
                  <a:cubicBezTo>
                    <a:pt x="3338" y="22825"/>
                    <a:pt x="3613" y="22948"/>
                    <a:pt x="3879" y="22948"/>
                  </a:cubicBezTo>
                  <a:cubicBezTo>
                    <a:pt x="4380" y="22948"/>
                    <a:pt x="4848" y="22511"/>
                    <a:pt x="4747" y="21863"/>
                  </a:cubicBezTo>
                  <a:lnTo>
                    <a:pt x="4716" y="21863"/>
                  </a:lnTo>
                  <a:cubicBezTo>
                    <a:pt x="4405" y="20126"/>
                    <a:pt x="3909" y="18451"/>
                    <a:pt x="3599" y="16713"/>
                  </a:cubicBezTo>
                  <a:cubicBezTo>
                    <a:pt x="3351" y="15162"/>
                    <a:pt x="3164" y="13456"/>
                    <a:pt x="3195" y="11688"/>
                  </a:cubicBezTo>
                  <a:cubicBezTo>
                    <a:pt x="3195" y="10850"/>
                    <a:pt x="3226" y="10013"/>
                    <a:pt x="3289" y="9144"/>
                  </a:cubicBezTo>
                  <a:cubicBezTo>
                    <a:pt x="3320" y="8710"/>
                    <a:pt x="3382" y="8244"/>
                    <a:pt x="3413" y="7810"/>
                  </a:cubicBezTo>
                  <a:cubicBezTo>
                    <a:pt x="3430" y="7687"/>
                    <a:pt x="3438" y="7633"/>
                    <a:pt x="3435" y="7633"/>
                  </a:cubicBezTo>
                  <a:lnTo>
                    <a:pt x="3435" y="7633"/>
                  </a:lnTo>
                  <a:cubicBezTo>
                    <a:pt x="3434" y="7633"/>
                    <a:pt x="3426" y="7664"/>
                    <a:pt x="3413" y="7717"/>
                  </a:cubicBezTo>
                  <a:cubicBezTo>
                    <a:pt x="3444" y="7593"/>
                    <a:pt x="3444" y="7500"/>
                    <a:pt x="3475" y="7376"/>
                  </a:cubicBezTo>
                  <a:cubicBezTo>
                    <a:pt x="3506" y="7159"/>
                    <a:pt x="3537" y="6942"/>
                    <a:pt x="3599" y="6724"/>
                  </a:cubicBezTo>
                  <a:cubicBezTo>
                    <a:pt x="3909" y="4925"/>
                    <a:pt x="4591" y="3188"/>
                    <a:pt x="4685" y="1358"/>
                  </a:cubicBezTo>
                  <a:cubicBezTo>
                    <a:pt x="4716" y="768"/>
                    <a:pt x="4250" y="210"/>
                    <a:pt x="3692" y="55"/>
                  </a:cubicBezTo>
                  <a:cubicBezTo>
                    <a:pt x="3568" y="18"/>
                    <a:pt x="3446" y="0"/>
                    <a:pt x="33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2671875" y="1191300"/>
              <a:ext cx="138850" cy="628175"/>
            </a:xfrm>
            <a:custGeom>
              <a:rect b="b" l="l" r="r" t="t"/>
              <a:pathLst>
                <a:path extrusionOk="0" h="25127" w="5554">
                  <a:moveTo>
                    <a:pt x="4047" y="1"/>
                  </a:moveTo>
                  <a:cubicBezTo>
                    <a:pt x="3953" y="1"/>
                    <a:pt x="3855" y="11"/>
                    <a:pt x="3754" y="29"/>
                  </a:cubicBezTo>
                  <a:cubicBezTo>
                    <a:pt x="2699" y="185"/>
                    <a:pt x="2327" y="1456"/>
                    <a:pt x="2017" y="2232"/>
                  </a:cubicBezTo>
                  <a:cubicBezTo>
                    <a:pt x="1676" y="3038"/>
                    <a:pt x="1459" y="3783"/>
                    <a:pt x="1241" y="4559"/>
                  </a:cubicBezTo>
                  <a:cubicBezTo>
                    <a:pt x="807" y="6172"/>
                    <a:pt x="528" y="7816"/>
                    <a:pt x="342" y="9460"/>
                  </a:cubicBezTo>
                  <a:cubicBezTo>
                    <a:pt x="1" y="12655"/>
                    <a:pt x="125" y="15943"/>
                    <a:pt x="497" y="19108"/>
                  </a:cubicBezTo>
                  <a:cubicBezTo>
                    <a:pt x="745" y="20969"/>
                    <a:pt x="1055" y="22830"/>
                    <a:pt x="1397" y="24660"/>
                  </a:cubicBezTo>
                  <a:cubicBezTo>
                    <a:pt x="1451" y="24985"/>
                    <a:pt x="1694" y="25127"/>
                    <a:pt x="1950" y="25127"/>
                  </a:cubicBezTo>
                  <a:cubicBezTo>
                    <a:pt x="2282" y="25127"/>
                    <a:pt x="2637" y="24890"/>
                    <a:pt x="2637" y="24505"/>
                  </a:cubicBezTo>
                  <a:cubicBezTo>
                    <a:pt x="2699" y="21341"/>
                    <a:pt x="2637" y="18146"/>
                    <a:pt x="2730" y="14982"/>
                  </a:cubicBezTo>
                  <a:cubicBezTo>
                    <a:pt x="2792" y="11818"/>
                    <a:pt x="3072" y="8933"/>
                    <a:pt x="3816" y="5955"/>
                  </a:cubicBezTo>
                  <a:cubicBezTo>
                    <a:pt x="4033" y="5117"/>
                    <a:pt x="4313" y="4310"/>
                    <a:pt x="4592" y="3473"/>
                  </a:cubicBezTo>
                  <a:cubicBezTo>
                    <a:pt x="4902" y="2511"/>
                    <a:pt x="5553" y="1456"/>
                    <a:pt x="4964" y="526"/>
                  </a:cubicBezTo>
                  <a:cubicBezTo>
                    <a:pt x="4741" y="155"/>
                    <a:pt x="4420" y="1"/>
                    <a:pt x="40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2744475" y="2058475"/>
              <a:ext cx="239650" cy="369875"/>
            </a:xfrm>
            <a:custGeom>
              <a:rect b="b" l="l" r="r" t="t"/>
              <a:pathLst>
                <a:path extrusionOk="0" h="14795" w="9586">
                  <a:moveTo>
                    <a:pt x="675" y="1"/>
                  </a:moveTo>
                  <a:cubicBezTo>
                    <a:pt x="339" y="1"/>
                    <a:pt x="0" y="291"/>
                    <a:pt x="75" y="738"/>
                  </a:cubicBezTo>
                  <a:cubicBezTo>
                    <a:pt x="447" y="3437"/>
                    <a:pt x="1315" y="5981"/>
                    <a:pt x="2618" y="8369"/>
                  </a:cubicBezTo>
                  <a:cubicBezTo>
                    <a:pt x="3921" y="10758"/>
                    <a:pt x="5534" y="13178"/>
                    <a:pt x="7799" y="14667"/>
                  </a:cubicBezTo>
                  <a:cubicBezTo>
                    <a:pt x="7932" y="14756"/>
                    <a:pt x="8079" y="14795"/>
                    <a:pt x="8226" y="14795"/>
                  </a:cubicBezTo>
                  <a:cubicBezTo>
                    <a:pt x="8899" y="14795"/>
                    <a:pt x="9586" y="13975"/>
                    <a:pt x="9102" y="13364"/>
                  </a:cubicBezTo>
                  <a:cubicBezTo>
                    <a:pt x="8295" y="12309"/>
                    <a:pt x="7427" y="11378"/>
                    <a:pt x="6589" y="10386"/>
                  </a:cubicBezTo>
                  <a:cubicBezTo>
                    <a:pt x="5752" y="9393"/>
                    <a:pt x="5038" y="8400"/>
                    <a:pt x="4387" y="7345"/>
                  </a:cubicBezTo>
                  <a:cubicBezTo>
                    <a:pt x="3053" y="5174"/>
                    <a:pt x="1998" y="2847"/>
                    <a:pt x="1222" y="428"/>
                  </a:cubicBezTo>
                  <a:cubicBezTo>
                    <a:pt x="1123" y="130"/>
                    <a:pt x="900" y="1"/>
                    <a:pt x="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2047575" y="1822125"/>
              <a:ext cx="151250" cy="568875"/>
            </a:xfrm>
            <a:custGeom>
              <a:rect b="b" l="l" r="r" t="t"/>
              <a:pathLst>
                <a:path extrusionOk="0" h="22755" w="6050">
                  <a:moveTo>
                    <a:pt x="4231" y="0"/>
                  </a:moveTo>
                  <a:cubicBezTo>
                    <a:pt x="4118" y="0"/>
                    <a:pt x="3998" y="34"/>
                    <a:pt x="3878" y="110"/>
                  </a:cubicBezTo>
                  <a:lnTo>
                    <a:pt x="3909" y="110"/>
                  </a:lnTo>
                  <a:cubicBezTo>
                    <a:pt x="1272" y="1816"/>
                    <a:pt x="186" y="4763"/>
                    <a:pt x="62" y="7803"/>
                  </a:cubicBezTo>
                  <a:cubicBezTo>
                    <a:pt x="0" y="9571"/>
                    <a:pt x="311" y="11371"/>
                    <a:pt x="652" y="13108"/>
                  </a:cubicBezTo>
                  <a:cubicBezTo>
                    <a:pt x="962" y="14721"/>
                    <a:pt x="1334" y="16303"/>
                    <a:pt x="1800" y="17854"/>
                  </a:cubicBezTo>
                  <a:cubicBezTo>
                    <a:pt x="2079" y="18754"/>
                    <a:pt x="2420" y="19622"/>
                    <a:pt x="2792" y="20491"/>
                  </a:cubicBezTo>
                  <a:cubicBezTo>
                    <a:pt x="3164" y="21360"/>
                    <a:pt x="3754" y="22476"/>
                    <a:pt x="4747" y="22725"/>
                  </a:cubicBezTo>
                  <a:cubicBezTo>
                    <a:pt x="4821" y="22745"/>
                    <a:pt x="4895" y="22754"/>
                    <a:pt x="4968" y="22754"/>
                  </a:cubicBezTo>
                  <a:cubicBezTo>
                    <a:pt x="5344" y="22754"/>
                    <a:pt x="5671" y="22495"/>
                    <a:pt x="5801" y="22104"/>
                  </a:cubicBezTo>
                  <a:cubicBezTo>
                    <a:pt x="6049" y="21360"/>
                    <a:pt x="5708" y="20553"/>
                    <a:pt x="5429" y="19871"/>
                  </a:cubicBezTo>
                  <a:cubicBezTo>
                    <a:pt x="5181" y="19157"/>
                    <a:pt x="4871" y="18444"/>
                    <a:pt x="4654" y="17730"/>
                  </a:cubicBezTo>
                  <a:cubicBezTo>
                    <a:pt x="4188" y="16303"/>
                    <a:pt x="3785" y="14907"/>
                    <a:pt x="3444" y="13449"/>
                  </a:cubicBezTo>
                  <a:cubicBezTo>
                    <a:pt x="2792" y="10626"/>
                    <a:pt x="2234" y="7679"/>
                    <a:pt x="2885" y="4856"/>
                  </a:cubicBezTo>
                  <a:cubicBezTo>
                    <a:pt x="3164" y="3522"/>
                    <a:pt x="3785" y="2188"/>
                    <a:pt x="4716" y="1165"/>
                  </a:cubicBezTo>
                  <a:cubicBezTo>
                    <a:pt x="5150" y="730"/>
                    <a:pt x="4763" y="0"/>
                    <a:pt x="42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1723400" y="2414050"/>
              <a:ext cx="148600" cy="284575"/>
            </a:xfrm>
            <a:custGeom>
              <a:rect b="b" l="l" r="r" t="t"/>
              <a:pathLst>
                <a:path extrusionOk="0" h="11383" w="5944">
                  <a:moveTo>
                    <a:pt x="3959" y="8032"/>
                  </a:moveTo>
                  <a:lnTo>
                    <a:pt x="3959" y="8032"/>
                  </a:lnTo>
                  <a:cubicBezTo>
                    <a:pt x="3979" y="8057"/>
                    <a:pt x="3994" y="8076"/>
                    <a:pt x="3994" y="8076"/>
                  </a:cubicBezTo>
                  <a:cubicBezTo>
                    <a:pt x="3995" y="8076"/>
                    <a:pt x="3988" y="8066"/>
                    <a:pt x="3971" y="8044"/>
                  </a:cubicBezTo>
                  <a:cubicBezTo>
                    <a:pt x="3966" y="8039"/>
                    <a:pt x="3962" y="8035"/>
                    <a:pt x="3959" y="8032"/>
                  </a:cubicBezTo>
                  <a:close/>
                  <a:moveTo>
                    <a:pt x="2145" y="0"/>
                  </a:moveTo>
                  <a:cubicBezTo>
                    <a:pt x="2034" y="0"/>
                    <a:pt x="1924" y="25"/>
                    <a:pt x="1831" y="71"/>
                  </a:cubicBezTo>
                  <a:cubicBezTo>
                    <a:pt x="1272" y="350"/>
                    <a:pt x="962" y="661"/>
                    <a:pt x="683" y="1219"/>
                  </a:cubicBezTo>
                  <a:cubicBezTo>
                    <a:pt x="435" y="1746"/>
                    <a:pt x="280" y="2274"/>
                    <a:pt x="186" y="2832"/>
                  </a:cubicBezTo>
                  <a:cubicBezTo>
                    <a:pt x="0" y="3980"/>
                    <a:pt x="0" y="5128"/>
                    <a:pt x="249" y="6276"/>
                  </a:cubicBezTo>
                  <a:cubicBezTo>
                    <a:pt x="466" y="7299"/>
                    <a:pt x="931" y="8354"/>
                    <a:pt x="1551" y="9223"/>
                  </a:cubicBezTo>
                  <a:cubicBezTo>
                    <a:pt x="2234" y="10246"/>
                    <a:pt x="3102" y="11146"/>
                    <a:pt x="4374" y="11363"/>
                  </a:cubicBezTo>
                  <a:cubicBezTo>
                    <a:pt x="4440" y="11376"/>
                    <a:pt x="4506" y="11382"/>
                    <a:pt x="4571" y="11382"/>
                  </a:cubicBezTo>
                  <a:cubicBezTo>
                    <a:pt x="5281" y="11382"/>
                    <a:pt x="5943" y="10646"/>
                    <a:pt x="5460" y="9936"/>
                  </a:cubicBezTo>
                  <a:cubicBezTo>
                    <a:pt x="5181" y="9502"/>
                    <a:pt x="4902" y="9099"/>
                    <a:pt x="4529" y="8695"/>
                  </a:cubicBezTo>
                  <a:cubicBezTo>
                    <a:pt x="4405" y="8540"/>
                    <a:pt x="4250" y="8385"/>
                    <a:pt x="4126" y="8230"/>
                  </a:cubicBezTo>
                  <a:cubicBezTo>
                    <a:pt x="4100" y="8204"/>
                    <a:pt x="3941" y="8023"/>
                    <a:pt x="3948" y="8023"/>
                  </a:cubicBezTo>
                  <a:lnTo>
                    <a:pt x="3948" y="8023"/>
                  </a:lnTo>
                  <a:cubicBezTo>
                    <a:pt x="3949" y="8023"/>
                    <a:pt x="3953" y="8026"/>
                    <a:pt x="3959" y="8032"/>
                  </a:cubicBezTo>
                  <a:lnTo>
                    <a:pt x="3959" y="8032"/>
                  </a:lnTo>
                  <a:cubicBezTo>
                    <a:pt x="3916" y="7977"/>
                    <a:pt x="3847" y="7889"/>
                    <a:pt x="3847" y="7889"/>
                  </a:cubicBezTo>
                  <a:cubicBezTo>
                    <a:pt x="3568" y="7485"/>
                    <a:pt x="3351" y="7082"/>
                    <a:pt x="3134" y="6648"/>
                  </a:cubicBezTo>
                  <a:cubicBezTo>
                    <a:pt x="3123" y="6623"/>
                    <a:pt x="3115" y="6605"/>
                    <a:pt x="3109" y="6591"/>
                  </a:cubicBezTo>
                  <a:lnTo>
                    <a:pt x="3109" y="6591"/>
                  </a:lnTo>
                  <a:cubicBezTo>
                    <a:pt x="3110" y="6589"/>
                    <a:pt x="3109" y="6579"/>
                    <a:pt x="3102" y="6555"/>
                  </a:cubicBezTo>
                  <a:cubicBezTo>
                    <a:pt x="3071" y="6462"/>
                    <a:pt x="3009" y="6338"/>
                    <a:pt x="2978" y="6245"/>
                  </a:cubicBezTo>
                  <a:cubicBezTo>
                    <a:pt x="2916" y="6027"/>
                    <a:pt x="2854" y="5779"/>
                    <a:pt x="2792" y="5562"/>
                  </a:cubicBezTo>
                  <a:cubicBezTo>
                    <a:pt x="2730" y="5345"/>
                    <a:pt x="2668" y="5159"/>
                    <a:pt x="2637" y="4942"/>
                  </a:cubicBezTo>
                  <a:cubicBezTo>
                    <a:pt x="2606" y="4818"/>
                    <a:pt x="2575" y="4724"/>
                    <a:pt x="2575" y="4631"/>
                  </a:cubicBezTo>
                  <a:cubicBezTo>
                    <a:pt x="2564" y="4584"/>
                    <a:pt x="2556" y="4551"/>
                    <a:pt x="2550" y="4529"/>
                  </a:cubicBezTo>
                  <a:lnTo>
                    <a:pt x="2550" y="4529"/>
                  </a:lnTo>
                  <a:cubicBezTo>
                    <a:pt x="2549" y="4508"/>
                    <a:pt x="2547" y="4480"/>
                    <a:pt x="2544" y="4445"/>
                  </a:cubicBezTo>
                  <a:cubicBezTo>
                    <a:pt x="2513" y="3980"/>
                    <a:pt x="2482" y="3546"/>
                    <a:pt x="2513" y="3080"/>
                  </a:cubicBezTo>
                  <a:cubicBezTo>
                    <a:pt x="2544" y="2677"/>
                    <a:pt x="2606" y="2367"/>
                    <a:pt x="2699" y="1933"/>
                  </a:cubicBezTo>
                  <a:cubicBezTo>
                    <a:pt x="2761" y="1684"/>
                    <a:pt x="2823" y="1436"/>
                    <a:pt x="2823" y="1157"/>
                  </a:cubicBezTo>
                  <a:cubicBezTo>
                    <a:pt x="2823" y="878"/>
                    <a:pt x="2730" y="661"/>
                    <a:pt x="2699" y="413"/>
                  </a:cubicBezTo>
                  <a:cubicBezTo>
                    <a:pt x="2656" y="131"/>
                    <a:pt x="2400" y="0"/>
                    <a:pt x="21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2160800" y="2942775"/>
              <a:ext cx="231900" cy="172050"/>
            </a:xfrm>
            <a:custGeom>
              <a:rect b="b" l="l" r="r" t="t"/>
              <a:pathLst>
                <a:path extrusionOk="0" h="6882" w="9276">
                  <a:moveTo>
                    <a:pt x="7299" y="0"/>
                  </a:moveTo>
                  <a:cubicBezTo>
                    <a:pt x="7062" y="0"/>
                    <a:pt x="6832" y="40"/>
                    <a:pt x="6577" y="79"/>
                  </a:cubicBezTo>
                  <a:cubicBezTo>
                    <a:pt x="6143" y="141"/>
                    <a:pt x="5739" y="296"/>
                    <a:pt x="5336" y="451"/>
                  </a:cubicBezTo>
                  <a:cubicBezTo>
                    <a:pt x="4499" y="792"/>
                    <a:pt x="3692" y="1196"/>
                    <a:pt x="2947" y="1754"/>
                  </a:cubicBezTo>
                  <a:cubicBezTo>
                    <a:pt x="1552" y="2840"/>
                    <a:pt x="94" y="4453"/>
                    <a:pt x="0" y="6314"/>
                  </a:cubicBezTo>
                  <a:cubicBezTo>
                    <a:pt x="0" y="6668"/>
                    <a:pt x="293" y="6882"/>
                    <a:pt x="598" y="6882"/>
                  </a:cubicBezTo>
                  <a:cubicBezTo>
                    <a:pt x="748" y="6882"/>
                    <a:pt x="901" y="6830"/>
                    <a:pt x="1024" y="6718"/>
                  </a:cubicBezTo>
                  <a:cubicBezTo>
                    <a:pt x="1552" y="6221"/>
                    <a:pt x="1986" y="5632"/>
                    <a:pt x="2544" y="5104"/>
                  </a:cubicBezTo>
                  <a:cubicBezTo>
                    <a:pt x="2668" y="4949"/>
                    <a:pt x="2823" y="4825"/>
                    <a:pt x="2947" y="4701"/>
                  </a:cubicBezTo>
                  <a:cubicBezTo>
                    <a:pt x="3041" y="4639"/>
                    <a:pt x="3103" y="4577"/>
                    <a:pt x="3165" y="4515"/>
                  </a:cubicBezTo>
                  <a:cubicBezTo>
                    <a:pt x="3210" y="4492"/>
                    <a:pt x="3290" y="4419"/>
                    <a:pt x="3279" y="4419"/>
                  </a:cubicBezTo>
                  <a:cubicBezTo>
                    <a:pt x="3277" y="4419"/>
                    <a:pt x="3275" y="4420"/>
                    <a:pt x="3270" y="4423"/>
                  </a:cubicBezTo>
                  <a:lnTo>
                    <a:pt x="3270" y="4423"/>
                  </a:lnTo>
                  <a:cubicBezTo>
                    <a:pt x="3568" y="4216"/>
                    <a:pt x="3892" y="4009"/>
                    <a:pt x="4188" y="3801"/>
                  </a:cubicBezTo>
                  <a:cubicBezTo>
                    <a:pt x="4530" y="3615"/>
                    <a:pt x="4871" y="3460"/>
                    <a:pt x="5212" y="3305"/>
                  </a:cubicBezTo>
                  <a:cubicBezTo>
                    <a:pt x="5239" y="3292"/>
                    <a:pt x="5246" y="3287"/>
                    <a:pt x="5241" y="3287"/>
                  </a:cubicBezTo>
                  <a:cubicBezTo>
                    <a:pt x="5232" y="3287"/>
                    <a:pt x="5169" y="3310"/>
                    <a:pt x="5164" y="3310"/>
                  </a:cubicBezTo>
                  <a:cubicBezTo>
                    <a:pt x="5161" y="3310"/>
                    <a:pt x="5179" y="3302"/>
                    <a:pt x="5243" y="3274"/>
                  </a:cubicBezTo>
                  <a:cubicBezTo>
                    <a:pt x="5336" y="3243"/>
                    <a:pt x="5429" y="3212"/>
                    <a:pt x="5553" y="3181"/>
                  </a:cubicBezTo>
                  <a:cubicBezTo>
                    <a:pt x="5708" y="3119"/>
                    <a:pt x="5895" y="3057"/>
                    <a:pt x="6050" y="2995"/>
                  </a:cubicBezTo>
                  <a:cubicBezTo>
                    <a:pt x="6422" y="2902"/>
                    <a:pt x="6825" y="2840"/>
                    <a:pt x="7197" y="2747"/>
                  </a:cubicBezTo>
                  <a:cubicBezTo>
                    <a:pt x="7663" y="2685"/>
                    <a:pt x="8066" y="2530"/>
                    <a:pt x="8469" y="2281"/>
                  </a:cubicBezTo>
                  <a:cubicBezTo>
                    <a:pt x="9152" y="1878"/>
                    <a:pt x="9276" y="699"/>
                    <a:pt x="8469" y="327"/>
                  </a:cubicBezTo>
                  <a:cubicBezTo>
                    <a:pt x="8221" y="203"/>
                    <a:pt x="7973" y="110"/>
                    <a:pt x="7725" y="48"/>
                  </a:cubicBezTo>
                  <a:cubicBezTo>
                    <a:pt x="7577" y="14"/>
                    <a:pt x="7437" y="0"/>
                    <a:pt x="72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1036625" y="2699775"/>
              <a:ext cx="530925" cy="392875"/>
            </a:xfrm>
            <a:custGeom>
              <a:rect b="b" l="l" r="r" t="t"/>
              <a:pathLst>
                <a:path extrusionOk="0" h="15715" w="21237">
                  <a:moveTo>
                    <a:pt x="483" y="1"/>
                  </a:moveTo>
                  <a:cubicBezTo>
                    <a:pt x="241" y="1"/>
                    <a:pt x="1" y="158"/>
                    <a:pt x="17" y="461"/>
                  </a:cubicBezTo>
                  <a:cubicBezTo>
                    <a:pt x="328" y="4494"/>
                    <a:pt x="3213" y="7814"/>
                    <a:pt x="6191" y="10264"/>
                  </a:cubicBezTo>
                  <a:cubicBezTo>
                    <a:pt x="7711" y="11536"/>
                    <a:pt x="9386" y="12684"/>
                    <a:pt x="11154" y="13584"/>
                  </a:cubicBezTo>
                  <a:cubicBezTo>
                    <a:pt x="12054" y="14049"/>
                    <a:pt x="13015" y="14452"/>
                    <a:pt x="13977" y="14824"/>
                  </a:cubicBezTo>
                  <a:cubicBezTo>
                    <a:pt x="14784" y="15135"/>
                    <a:pt x="15621" y="15476"/>
                    <a:pt x="16490" y="15600"/>
                  </a:cubicBezTo>
                  <a:cubicBezTo>
                    <a:pt x="16890" y="15671"/>
                    <a:pt x="17291" y="15714"/>
                    <a:pt x="17688" y="15714"/>
                  </a:cubicBezTo>
                  <a:cubicBezTo>
                    <a:pt x="18337" y="15714"/>
                    <a:pt x="18976" y="15598"/>
                    <a:pt x="19592" y="15290"/>
                  </a:cubicBezTo>
                  <a:cubicBezTo>
                    <a:pt x="20585" y="14824"/>
                    <a:pt x="21236" y="13615"/>
                    <a:pt x="20709" y="12560"/>
                  </a:cubicBezTo>
                  <a:cubicBezTo>
                    <a:pt x="20565" y="12252"/>
                    <a:pt x="20231" y="12093"/>
                    <a:pt x="19905" y="12093"/>
                  </a:cubicBezTo>
                  <a:cubicBezTo>
                    <a:pt x="19738" y="12093"/>
                    <a:pt x="19573" y="12135"/>
                    <a:pt x="19437" y="12219"/>
                  </a:cubicBezTo>
                  <a:cubicBezTo>
                    <a:pt x="19305" y="12297"/>
                    <a:pt x="19196" y="12376"/>
                    <a:pt x="19072" y="12474"/>
                  </a:cubicBezTo>
                  <a:lnTo>
                    <a:pt x="19072" y="12474"/>
                  </a:lnTo>
                  <a:cubicBezTo>
                    <a:pt x="19075" y="12470"/>
                    <a:pt x="19075" y="12468"/>
                    <a:pt x="19072" y="12468"/>
                  </a:cubicBezTo>
                  <a:cubicBezTo>
                    <a:pt x="19049" y="12468"/>
                    <a:pt x="18870" y="12569"/>
                    <a:pt x="18847" y="12591"/>
                  </a:cubicBezTo>
                  <a:cubicBezTo>
                    <a:pt x="18780" y="12636"/>
                    <a:pt x="18580" y="12731"/>
                    <a:pt x="18597" y="12731"/>
                  </a:cubicBezTo>
                  <a:cubicBezTo>
                    <a:pt x="18603" y="12731"/>
                    <a:pt x="18639" y="12718"/>
                    <a:pt x="18723" y="12684"/>
                  </a:cubicBezTo>
                  <a:lnTo>
                    <a:pt x="18723" y="12684"/>
                  </a:lnTo>
                  <a:cubicBezTo>
                    <a:pt x="18568" y="12746"/>
                    <a:pt x="18413" y="12808"/>
                    <a:pt x="18258" y="12839"/>
                  </a:cubicBezTo>
                  <a:cubicBezTo>
                    <a:pt x="18134" y="12870"/>
                    <a:pt x="18010" y="12901"/>
                    <a:pt x="17855" y="12901"/>
                  </a:cubicBezTo>
                  <a:cubicBezTo>
                    <a:pt x="17968" y="12891"/>
                    <a:pt x="17993" y="12887"/>
                    <a:pt x="17971" y="12887"/>
                  </a:cubicBezTo>
                  <a:cubicBezTo>
                    <a:pt x="17927" y="12887"/>
                    <a:pt x="17700" y="12901"/>
                    <a:pt x="17638" y="12901"/>
                  </a:cubicBezTo>
                  <a:lnTo>
                    <a:pt x="17172" y="12901"/>
                  </a:lnTo>
                  <a:lnTo>
                    <a:pt x="16924" y="12870"/>
                  </a:lnTo>
                  <a:lnTo>
                    <a:pt x="16924" y="12870"/>
                  </a:lnTo>
                  <a:cubicBezTo>
                    <a:pt x="17015" y="12879"/>
                    <a:pt x="17053" y="12883"/>
                    <a:pt x="17059" y="12883"/>
                  </a:cubicBezTo>
                  <a:cubicBezTo>
                    <a:pt x="17074" y="12883"/>
                    <a:pt x="16906" y="12861"/>
                    <a:pt x="16862" y="12839"/>
                  </a:cubicBezTo>
                  <a:cubicBezTo>
                    <a:pt x="15280" y="12498"/>
                    <a:pt x="13791" y="11877"/>
                    <a:pt x="12364" y="11195"/>
                  </a:cubicBezTo>
                  <a:cubicBezTo>
                    <a:pt x="9262" y="9706"/>
                    <a:pt x="6501" y="7720"/>
                    <a:pt x="4112" y="5239"/>
                  </a:cubicBezTo>
                  <a:cubicBezTo>
                    <a:pt x="2747" y="3843"/>
                    <a:pt x="1506" y="2230"/>
                    <a:pt x="948" y="337"/>
                  </a:cubicBezTo>
                  <a:cubicBezTo>
                    <a:pt x="891" y="111"/>
                    <a:pt x="687" y="1"/>
                    <a:pt x="4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952475" y="2300450"/>
              <a:ext cx="468475" cy="161275"/>
            </a:xfrm>
            <a:custGeom>
              <a:rect b="b" l="l" r="r" t="t"/>
              <a:pathLst>
                <a:path extrusionOk="0" h="6451" w="18739">
                  <a:moveTo>
                    <a:pt x="7207" y="1"/>
                  </a:moveTo>
                  <a:cubicBezTo>
                    <a:pt x="5927" y="1"/>
                    <a:pt x="4655" y="210"/>
                    <a:pt x="3476" y="707"/>
                  </a:cubicBezTo>
                  <a:cubicBezTo>
                    <a:pt x="2205" y="1265"/>
                    <a:pt x="1119" y="2103"/>
                    <a:pt x="281" y="3250"/>
                  </a:cubicBezTo>
                  <a:cubicBezTo>
                    <a:pt x="1" y="3671"/>
                    <a:pt x="408" y="4075"/>
                    <a:pt x="825" y="4075"/>
                  </a:cubicBezTo>
                  <a:cubicBezTo>
                    <a:pt x="961" y="4075"/>
                    <a:pt x="1097" y="4032"/>
                    <a:pt x="1212" y="3933"/>
                  </a:cubicBezTo>
                  <a:lnTo>
                    <a:pt x="1181" y="3933"/>
                  </a:lnTo>
                  <a:cubicBezTo>
                    <a:pt x="2174" y="3095"/>
                    <a:pt x="3445" y="2630"/>
                    <a:pt x="4655" y="2537"/>
                  </a:cubicBezTo>
                  <a:cubicBezTo>
                    <a:pt x="5126" y="2507"/>
                    <a:pt x="5574" y="2490"/>
                    <a:pt x="6010" y="2490"/>
                  </a:cubicBezTo>
                  <a:cubicBezTo>
                    <a:pt x="6924" y="2490"/>
                    <a:pt x="7785" y="2565"/>
                    <a:pt x="8688" y="2754"/>
                  </a:cubicBezTo>
                  <a:cubicBezTo>
                    <a:pt x="10177" y="3064"/>
                    <a:pt x="11666" y="3561"/>
                    <a:pt x="13000" y="4212"/>
                  </a:cubicBezTo>
                  <a:cubicBezTo>
                    <a:pt x="13776" y="4584"/>
                    <a:pt x="14520" y="5019"/>
                    <a:pt x="15234" y="5453"/>
                  </a:cubicBezTo>
                  <a:cubicBezTo>
                    <a:pt x="15893" y="5858"/>
                    <a:pt x="16593" y="6450"/>
                    <a:pt x="17369" y="6450"/>
                  </a:cubicBezTo>
                  <a:cubicBezTo>
                    <a:pt x="17542" y="6450"/>
                    <a:pt x="17720" y="6421"/>
                    <a:pt x="17901" y="6352"/>
                  </a:cubicBezTo>
                  <a:cubicBezTo>
                    <a:pt x="18367" y="6197"/>
                    <a:pt x="18615" y="5856"/>
                    <a:pt x="18646" y="5360"/>
                  </a:cubicBezTo>
                  <a:cubicBezTo>
                    <a:pt x="18739" y="4367"/>
                    <a:pt x="17839" y="3778"/>
                    <a:pt x="17095" y="3281"/>
                  </a:cubicBezTo>
                  <a:cubicBezTo>
                    <a:pt x="16505" y="2878"/>
                    <a:pt x="15885" y="2506"/>
                    <a:pt x="15265" y="2196"/>
                  </a:cubicBezTo>
                  <a:cubicBezTo>
                    <a:pt x="13900" y="1513"/>
                    <a:pt x="12473" y="955"/>
                    <a:pt x="10984" y="551"/>
                  </a:cubicBezTo>
                  <a:cubicBezTo>
                    <a:pt x="9774" y="210"/>
                    <a:pt x="8486" y="1"/>
                    <a:pt x="7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964150" y="1979275"/>
              <a:ext cx="621575" cy="166575"/>
            </a:xfrm>
            <a:custGeom>
              <a:rect b="b" l="l" r="r" t="t"/>
              <a:pathLst>
                <a:path extrusionOk="0" h="6663" w="24863">
                  <a:moveTo>
                    <a:pt x="13322" y="1"/>
                  </a:moveTo>
                  <a:cubicBezTo>
                    <a:pt x="11810" y="1"/>
                    <a:pt x="10331" y="386"/>
                    <a:pt x="8935" y="1021"/>
                  </a:cubicBezTo>
                  <a:cubicBezTo>
                    <a:pt x="7477" y="1703"/>
                    <a:pt x="6050" y="2727"/>
                    <a:pt x="4436" y="2944"/>
                  </a:cubicBezTo>
                  <a:cubicBezTo>
                    <a:pt x="4217" y="2978"/>
                    <a:pt x="3996" y="2998"/>
                    <a:pt x="3777" y="2998"/>
                  </a:cubicBezTo>
                  <a:cubicBezTo>
                    <a:pt x="3191" y="2998"/>
                    <a:pt x="2624" y="2855"/>
                    <a:pt x="2172" y="2448"/>
                  </a:cubicBezTo>
                  <a:cubicBezTo>
                    <a:pt x="1613" y="1952"/>
                    <a:pt x="1210" y="1269"/>
                    <a:pt x="1365" y="494"/>
                  </a:cubicBezTo>
                  <a:cubicBezTo>
                    <a:pt x="1406" y="268"/>
                    <a:pt x="1230" y="96"/>
                    <a:pt x="1052" y="96"/>
                  </a:cubicBezTo>
                  <a:cubicBezTo>
                    <a:pt x="961" y="96"/>
                    <a:pt x="870" y="141"/>
                    <a:pt x="807" y="245"/>
                  </a:cubicBezTo>
                  <a:cubicBezTo>
                    <a:pt x="0" y="1579"/>
                    <a:pt x="590" y="3223"/>
                    <a:pt x="1707" y="4123"/>
                  </a:cubicBezTo>
                  <a:cubicBezTo>
                    <a:pt x="2556" y="4803"/>
                    <a:pt x="3574" y="5064"/>
                    <a:pt x="4610" y="5064"/>
                  </a:cubicBezTo>
                  <a:cubicBezTo>
                    <a:pt x="5466" y="5064"/>
                    <a:pt x="6336" y="4886"/>
                    <a:pt x="7135" y="4619"/>
                  </a:cubicBezTo>
                  <a:cubicBezTo>
                    <a:pt x="8810" y="4061"/>
                    <a:pt x="10548" y="2913"/>
                    <a:pt x="12223" y="2820"/>
                  </a:cubicBezTo>
                  <a:cubicBezTo>
                    <a:pt x="12440" y="2805"/>
                    <a:pt x="12654" y="2798"/>
                    <a:pt x="12865" y="2798"/>
                  </a:cubicBezTo>
                  <a:cubicBezTo>
                    <a:pt x="14406" y="2798"/>
                    <a:pt x="15814" y="3185"/>
                    <a:pt x="17341" y="3813"/>
                  </a:cubicBezTo>
                  <a:cubicBezTo>
                    <a:pt x="19079" y="4526"/>
                    <a:pt x="21033" y="6015"/>
                    <a:pt x="23018" y="6605"/>
                  </a:cubicBezTo>
                  <a:cubicBezTo>
                    <a:pt x="23150" y="6644"/>
                    <a:pt x="23275" y="6662"/>
                    <a:pt x="23393" y="6662"/>
                  </a:cubicBezTo>
                  <a:cubicBezTo>
                    <a:pt x="24388" y="6662"/>
                    <a:pt x="24863" y="5368"/>
                    <a:pt x="24197" y="4619"/>
                  </a:cubicBezTo>
                  <a:cubicBezTo>
                    <a:pt x="23018" y="3254"/>
                    <a:pt x="21281" y="2386"/>
                    <a:pt x="19668" y="1610"/>
                  </a:cubicBezTo>
                  <a:cubicBezTo>
                    <a:pt x="17962" y="804"/>
                    <a:pt x="16225" y="245"/>
                    <a:pt x="14332" y="59"/>
                  </a:cubicBezTo>
                  <a:cubicBezTo>
                    <a:pt x="13994" y="20"/>
                    <a:pt x="13657" y="1"/>
                    <a:pt x="133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1343375" y="1629375"/>
              <a:ext cx="522750" cy="391300"/>
            </a:xfrm>
            <a:custGeom>
              <a:rect b="b" l="l" r="r" t="t"/>
              <a:pathLst>
                <a:path extrusionOk="0" h="15652" w="20910">
                  <a:moveTo>
                    <a:pt x="12937" y="4035"/>
                  </a:moveTo>
                  <a:lnTo>
                    <a:pt x="12937" y="4035"/>
                  </a:lnTo>
                  <a:cubicBezTo>
                    <a:pt x="13004" y="4061"/>
                    <a:pt x="13035" y="4070"/>
                    <a:pt x="13044" y="4070"/>
                  </a:cubicBezTo>
                  <a:cubicBezTo>
                    <a:pt x="13048" y="4070"/>
                    <a:pt x="13046" y="4068"/>
                    <a:pt x="13042" y="4064"/>
                  </a:cubicBezTo>
                  <a:lnTo>
                    <a:pt x="13042" y="4064"/>
                  </a:lnTo>
                  <a:cubicBezTo>
                    <a:pt x="13009" y="4054"/>
                    <a:pt x="12974" y="4045"/>
                    <a:pt x="12937" y="4035"/>
                  </a:cubicBezTo>
                  <a:close/>
                  <a:moveTo>
                    <a:pt x="14793" y="5061"/>
                  </a:moveTo>
                  <a:cubicBezTo>
                    <a:pt x="14802" y="5068"/>
                    <a:pt x="14814" y="5078"/>
                    <a:pt x="14829" y="5090"/>
                  </a:cubicBezTo>
                  <a:cubicBezTo>
                    <a:pt x="14864" y="5111"/>
                    <a:pt x="14879" y="5119"/>
                    <a:pt x="14880" y="5119"/>
                  </a:cubicBezTo>
                  <a:cubicBezTo>
                    <a:pt x="14882" y="5119"/>
                    <a:pt x="14838" y="5091"/>
                    <a:pt x="14793" y="5061"/>
                  </a:cubicBezTo>
                  <a:close/>
                  <a:moveTo>
                    <a:pt x="7890" y="1"/>
                  </a:moveTo>
                  <a:cubicBezTo>
                    <a:pt x="5566" y="1"/>
                    <a:pt x="3197" y="347"/>
                    <a:pt x="1056" y="1150"/>
                  </a:cubicBezTo>
                  <a:cubicBezTo>
                    <a:pt x="435" y="1367"/>
                    <a:pt x="1" y="1895"/>
                    <a:pt x="125" y="2577"/>
                  </a:cubicBezTo>
                  <a:cubicBezTo>
                    <a:pt x="216" y="3151"/>
                    <a:pt x="718" y="3695"/>
                    <a:pt x="1345" y="3695"/>
                  </a:cubicBezTo>
                  <a:cubicBezTo>
                    <a:pt x="1362" y="3695"/>
                    <a:pt x="1379" y="3695"/>
                    <a:pt x="1397" y="3694"/>
                  </a:cubicBezTo>
                  <a:cubicBezTo>
                    <a:pt x="3227" y="3601"/>
                    <a:pt x="5057" y="3291"/>
                    <a:pt x="7043" y="3198"/>
                  </a:cubicBezTo>
                  <a:cubicBezTo>
                    <a:pt x="7383" y="3186"/>
                    <a:pt x="7724" y="3179"/>
                    <a:pt x="8065" y="3179"/>
                  </a:cubicBezTo>
                  <a:cubicBezTo>
                    <a:pt x="8655" y="3179"/>
                    <a:pt x="9245" y="3201"/>
                    <a:pt x="9835" y="3260"/>
                  </a:cubicBezTo>
                  <a:lnTo>
                    <a:pt x="10145" y="3291"/>
                  </a:lnTo>
                  <a:cubicBezTo>
                    <a:pt x="10062" y="3280"/>
                    <a:pt x="10035" y="3277"/>
                    <a:pt x="10037" y="3277"/>
                  </a:cubicBezTo>
                  <a:cubicBezTo>
                    <a:pt x="10041" y="3277"/>
                    <a:pt x="10166" y="3291"/>
                    <a:pt x="10207" y="3291"/>
                  </a:cubicBezTo>
                  <a:cubicBezTo>
                    <a:pt x="10424" y="3322"/>
                    <a:pt x="10672" y="3384"/>
                    <a:pt x="10889" y="3415"/>
                  </a:cubicBezTo>
                  <a:cubicBezTo>
                    <a:pt x="11355" y="3508"/>
                    <a:pt x="11789" y="3632"/>
                    <a:pt x="12223" y="3787"/>
                  </a:cubicBezTo>
                  <a:cubicBezTo>
                    <a:pt x="12471" y="3849"/>
                    <a:pt x="12689" y="3942"/>
                    <a:pt x="12906" y="4004"/>
                  </a:cubicBezTo>
                  <a:cubicBezTo>
                    <a:pt x="12924" y="4004"/>
                    <a:pt x="13020" y="4048"/>
                    <a:pt x="13042" y="4064"/>
                  </a:cubicBezTo>
                  <a:lnTo>
                    <a:pt x="13042" y="4064"/>
                  </a:lnTo>
                  <a:cubicBezTo>
                    <a:pt x="13117" y="4088"/>
                    <a:pt x="13182" y="4116"/>
                    <a:pt x="13247" y="4159"/>
                  </a:cubicBezTo>
                  <a:cubicBezTo>
                    <a:pt x="13650" y="4346"/>
                    <a:pt x="14054" y="4563"/>
                    <a:pt x="14426" y="4811"/>
                  </a:cubicBezTo>
                  <a:cubicBezTo>
                    <a:pt x="14519" y="4873"/>
                    <a:pt x="14612" y="4935"/>
                    <a:pt x="14705" y="4997"/>
                  </a:cubicBezTo>
                  <a:cubicBezTo>
                    <a:pt x="14716" y="5008"/>
                    <a:pt x="14755" y="5035"/>
                    <a:pt x="14793" y="5061"/>
                  </a:cubicBezTo>
                  <a:lnTo>
                    <a:pt x="14793" y="5061"/>
                  </a:lnTo>
                  <a:cubicBezTo>
                    <a:pt x="14778" y="5048"/>
                    <a:pt x="14772" y="5043"/>
                    <a:pt x="14774" y="5043"/>
                  </a:cubicBezTo>
                  <a:cubicBezTo>
                    <a:pt x="14780" y="5043"/>
                    <a:pt x="14900" y="5130"/>
                    <a:pt x="14922" y="5152"/>
                  </a:cubicBezTo>
                  <a:cubicBezTo>
                    <a:pt x="15015" y="5245"/>
                    <a:pt x="15108" y="5307"/>
                    <a:pt x="15170" y="5369"/>
                  </a:cubicBezTo>
                  <a:cubicBezTo>
                    <a:pt x="15481" y="5648"/>
                    <a:pt x="15760" y="5928"/>
                    <a:pt x="16008" y="6238"/>
                  </a:cubicBezTo>
                  <a:cubicBezTo>
                    <a:pt x="16055" y="6285"/>
                    <a:pt x="16243" y="6508"/>
                    <a:pt x="16252" y="6508"/>
                  </a:cubicBezTo>
                  <a:cubicBezTo>
                    <a:pt x="16255" y="6508"/>
                    <a:pt x="16240" y="6485"/>
                    <a:pt x="16194" y="6424"/>
                  </a:cubicBezTo>
                  <a:lnTo>
                    <a:pt x="16194" y="6424"/>
                  </a:lnTo>
                  <a:cubicBezTo>
                    <a:pt x="16318" y="6579"/>
                    <a:pt x="16411" y="6734"/>
                    <a:pt x="16504" y="6858"/>
                  </a:cubicBezTo>
                  <a:cubicBezTo>
                    <a:pt x="16752" y="7231"/>
                    <a:pt x="16970" y="7572"/>
                    <a:pt x="17156" y="7975"/>
                  </a:cubicBezTo>
                  <a:cubicBezTo>
                    <a:pt x="17249" y="8130"/>
                    <a:pt x="17342" y="8316"/>
                    <a:pt x="17435" y="8502"/>
                  </a:cubicBezTo>
                  <a:cubicBezTo>
                    <a:pt x="17459" y="8574"/>
                    <a:pt x="17575" y="8830"/>
                    <a:pt x="17570" y="8830"/>
                  </a:cubicBezTo>
                  <a:cubicBezTo>
                    <a:pt x="17569" y="8830"/>
                    <a:pt x="17556" y="8807"/>
                    <a:pt x="17528" y="8751"/>
                  </a:cubicBezTo>
                  <a:lnTo>
                    <a:pt x="17528" y="8751"/>
                  </a:lnTo>
                  <a:cubicBezTo>
                    <a:pt x="17683" y="9123"/>
                    <a:pt x="17807" y="9526"/>
                    <a:pt x="17931" y="9898"/>
                  </a:cubicBezTo>
                  <a:cubicBezTo>
                    <a:pt x="18055" y="10333"/>
                    <a:pt x="18148" y="10767"/>
                    <a:pt x="18241" y="11201"/>
                  </a:cubicBezTo>
                  <a:cubicBezTo>
                    <a:pt x="18366" y="11729"/>
                    <a:pt x="18366" y="11946"/>
                    <a:pt x="18459" y="12473"/>
                  </a:cubicBezTo>
                  <a:cubicBezTo>
                    <a:pt x="18583" y="13249"/>
                    <a:pt x="18614" y="14086"/>
                    <a:pt x="18397" y="14893"/>
                  </a:cubicBezTo>
                  <a:cubicBezTo>
                    <a:pt x="18293" y="15306"/>
                    <a:pt x="18672" y="15651"/>
                    <a:pt x="19028" y="15651"/>
                  </a:cubicBezTo>
                  <a:cubicBezTo>
                    <a:pt x="19207" y="15651"/>
                    <a:pt x="19379" y="15565"/>
                    <a:pt x="19482" y="15358"/>
                  </a:cubicBezTo>
                  <a:cubicBezTo>
                    <a:pt x="20289" y="13745"/>
                    <a:pt x="20909" y="12070"/>
                    <a:pt x="20785" y="10240"/>
                  </a:cubicBezTo>
                  <a:cubicBezTo>
                    <a:pt x="20661" y="8440"/>
                    <a:pt x="19948" y="6517"/>
                    <a:pt x="18893" y="5028"/>
                  </a:cubicBezTo>
                  <a:cubicBezTo>
                    <a:pt x="17838" y="3508"/>
                    <a:pt x="16318" y="2112"/>
                    <a:pt x="14550" y="1305"/>
                  </a:cubicBezTo>
                  <a:cubicBezTo>
                    <a:pt x="12534" y="375"/>
                    <a:pt x="10362" y="3"/>
                    <a:pt x="8191" y="3"/>
                  </a:cubicBezTo>
                  <a:cubicBezTo>
                    <a:pt x="8090" y="1"/>
                    <a:pt x="7990" y="1"/>
                    <a:pt x="78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1706075" y="1252525"/>
              <a:ext cx="270175" cy="145750"/>
            </a:xfrm>
            <a:custGeom>
              <a:rect b="b" l="l" r="r" t="t"/>
              <a:pathLst>
                <a:path extrusionOk="0" h="5830" w="10807">
                  <a:moveTo>
                    <a:pt x="4458" y="0"/>
                  </a:moveTo>
                  <a:cubicBezTo>
                    <a:pt x="2978" y="0"/>
                    <a:pt x="1509" y="507"/>
                    <a:pt x="383" y="1520"/>
                  </a:cubicBezTo>
                  <a:cubicBezTo>
                    <a:pt x="0" y="1848"/>
                    <a:pt x="317" y="2586"/>
                    <a:pt x="801" y="2586"/>
                  </a:cubicBezTo>
                  <a:cubicBezTo>
                    <a:pt x="866" y="2586"/>
                    <a:pt x="934" y="2573"/>
                    <a:pt x="1004" y="2544"/>
                  </a:cubicBezTo>
                  <a:lnTo>
                    <a:pt x="1035" y="2575"/>
                  </a:lnTo>
                  <a:cubicBezTo>
                    <a:pt x="1779" y="2265"/>
                    <a:pt x="2493" y="2141"/>
                    <a:pt x="3299" y="2141"/>
                  </a:cubicBezTo>
                  <a:cubicBezTo>
                    <a:pt x="3485" y="2141"/>
                    <a:pt x="3671" y="2172"/>
                    <a:pt x="3889" y="2203"/>
                  </a:cubicBezTo>
                  <a:cubicBezTo>
                    <a:pt x="3920" y="2203"/>
                    <a:pt x="3928" y="2201"/>
                    <a:pt x="3924" y="2198"/>
                  </a:cubicBezTo>
                  <a:lnTo>
                    <a:pt x="3924" y="2198"/>
                  </a:lnTo>
                  <a:cubicBezTo>
                    <a:pt x="3932" y="2199"/>
                    <a:pt x="3941" y="2201"/>
                    <a:pt x="3951" y="2203"/>
                  </a:cubicBezTo>
                  <a:cubicBezTo>
                    <a:pt x="4075" y="2234"/>
                    <a:pt x="4168" y="2234"/>
                    <a:pt x="4292" y="2265"/>
                  </a:cubicBezTo>
                  <a:cubicBezTo>
                    <a:pt x="4695" y="2358"/>
                    <a:pt x="5098" y="2482"/>
                    <a:pt x="5471" y="2637"/>
                  </a:cubicBezTo>
                  <a:cubicBezTo>
                    <a:pt x="5564" y="2668"/>
                    <a:pt x="5657" y="2699"/>
                    <a:pt x="5719" y="2730"/>
                  </a:cubicBezTo>
                  <a:cubicBezTo>
                    <a:pt x="5648" y="2695"/>
                    <a:pt x="5623" y="2682"/>
                    <a:pt x="5623" y="2682"/>
                  </a:cubicBezTo>
                  <a:lnTo>
                    <a:pt x="5623" y="2682"/>
                  </a:lnTo>
                  <a:cubicBezTo>
                    <a:pt x="5625" y="2682"/>
                    <a:pt x="5790" y="2761"/>
                    <a:pt x="5812" y="2761"/>
                  </a:cubicBezTo>
                  <a:cubicBezTo>
                    <a:pt x="5998" y="2854"/>
                    <a:pt x="6184" y="2947"/>
                    <a:pt x="6339" y="3040"/>
                  </a:cubicBezTo>
                  <a:cubicBezTo>
                    <a:pt x="6525" y="3164"/>
                    <a:pt x="6680" y="3257"/>
                    <a:pt x="6836" y="3381"/>
                  </a:cubicBezTo>
                  <a:cubicBezTo>
                    <a:pt x="6757" y="3322"/>
                    <a:pt x="6728" y="3301"/>
                    <a:pt x="6727" y="3301"/>
                  </a:cubicBezTo>
                  <a:lnTo>
                    <a:pt x="6727" y="3301"/>
                  </a:lnTo>
                  <a:cubicBezTo>
                    <a:pt x="6726" y="3301"/>
                    <a:pt x="6855" y="3401"/>
                    <a:pt x="6898" y="3443"/>
                  </a:cubicBezTo>
                  <a:cubicBezTo>
                    <a:pt x="6991" y="3506"/>
                    <a:pt x="7053" y="3568"/>
                    <a:pt x="7146" y="3661"/>
                  </a:cubicBezTo>
                  <a:cubicBezTo>
                    <a:pt x="7301" y="3785"/>
                    <a:pt x="7425" y="3940"/>
                    <a:pt x="7549" y="4064"/>
                  </a:cubicBezTo>
                  <a:cubicBezTo>
                    <a:pt x="7642" y="4157"/>
                    <a:pt x="7704" y="4250"/>
                    <a:pt x="7766" y="4312"/>
                  </a:cubicBezTo>
                  <a:cubicBezTo>
                    <a:pt x="7773" y="4317"/>
                    <a:pt x="7779" y="4322"/>
                    <a:pt x="7784" y="4325"/>
                  </a:cubicBezTo>
                  <a:lnTo>
                    <a:pt x="7784" y="4325"/>
                  </a:lnTo>
                  <a:cubicBezTo>
                    <a:pt x="7788" y="4330"/>
                    <a:pt x="7793" y="4337"/>
                    <a:pt x="7797" y="4343"/>
                  </a:cubicBezTo>
                  <a:cubicBezTo>
                    <a:pt x="7921" y="4529"/>
                    <a:pt x="8014" y="4715"/>
                    <a:pt x="8138" y="4870"/>
                  </a:cubicBezTo>
                  <a:cubicBezTo>
                    <a:pt x="8356" y="5212"/>
                    <a:pt x="8604" y="5398"/>
                    <a:pt x="8914" y="5615"/>
                  </a:cubicBezTo>
                  <a:cubicBezTo>
                    <a:pt x="9109" y="5765"/>
                    <a:pt x="9314" y="5830"/>
                    <a:pt x="9512" y="5830"/>
                  </a:cubicBezTo>
                  <a:cubicBezTo>
                    <a:pt x="10133" y="5830"/>
                    <a:pt x="10697" y="5195"/>
                    <a:pt x="10744" y="4560"/>
                  </a:cubicBezTo>
                  <a:cubicBezTo>
                    <a:pt x="10806" y="3443"/>
                    <a:pt x="9845" y="2327"/>
                    <a:pt x="9007" y="1644"/>
                  </a:cubicBezTo>
                  <a:cubicBezTo>
                    <a:pt x="8138" y="993"/>
                    <a:pt x="7177" y="496"/>
                    <a:pt x="6122" y="217"/>
                  </a:cubicBezTo>
                  <a:cubicBezTo>
                    <a:pt x="5578" y="73"/>
                    <a:pt x="5017" y="0"/>
                    <a:pt x="4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1402625" y="1180400"/>
              <a:ext cx="185850" cy="60200"/>
            </a:xfrm>
            <a:custGeom>
              <a:rect b="b" l="l" r="r" t="t"/>
              <a:pathLst>
                <a:path extrusionOk="0" h="2408" w="7434">
                  <a:moveTo>
                    <a:pt x="5076" y="0"/>
                  </a:moveTo>
                  <a:cubicBezTo>
                    <a:pt x="4518" y="0"/>
                    <a:pt x="3959" y="62"/>
                    <a:pt x="3401" y="155"/>
                  </a:cubicBezTo>
                  <a:cubicBezTo>
                    <a:pt x="2873" y="248"/>
                    <a:pt x="2377" y="465"/>
                    <a:pt x="1912" y="683"/>
                  </a:cubicBezTo>
                  <a:cubicBezTo>
                    <a:pt x="1415" y="869"/>
                    <a:pt x="950" y="1117"/>
                    <a:pt x="485" y="1365"/>
                  </a:cubicBezTo>
                  <a:cubicBezTo>
                    <a:pt x="0" y="1650"/>
                    <a:pt x="275" y="2407"/>
                    <a:pt x="781" y="2407"/>
                  </a:cubicBezTo>
                  <a:cubicBezTo>
                    <a:pt x="825" y="2407"/>
                    <a:pt x="871" y="2401"/>
                    <a:pt x="919" y="2389"/>
                  </a:cubicBezTo>
                  <a:cubicBezTo>
                    <a:pt x="1353" y="2265"/>
                    <a:pt x="1757" y="2172"/>
                    <a:pt x="2191" y="2141"/>
                  </a:cubicBezTo>
                  <a:cubicBezTo>
                    <a:pt x="2401" y="2114"/>
                    <a:pt x="2605" y="2105"/>
                    <a:pt x="2806" y="2105"/>
                  </a:cubicBezTo>
                  <a:cubicBezTo>
                    <a:pt x="3081" y="2105"/>
                    <a:pt x="3349" y="2123"/>
                    <a:pt x="3618" y="2141"/>
                  </a:cubicBezTo>
                  <a:lnTo>
                    <a:pt x="4331" y="2141"/>
                  </a:lnTo>
                  <a:cubicBezTo>
                    <a:pt x="4456" y="2141"/>
                    <a:pt x="4549" y="2141"/>
                    <a:pt x="4673" y="2172"/>
                  </a:cubicBezTo>
                  <a:lnTo>
                    <a:pt x="4890" y="2172"/>
                  </a:lnTo>
                  <a:cubicBezTo>
                    <a:pt x="4890" y="2172"/>
                    <a:pt x="4890" y="2172"/>
                    <a:pt x="4891" y="2172"/>
                  </a:cubicBezTo>
                  <a:lnTo>
                    <a:pt x="4891" y="2172"/>
                  </a:lnTo>
                  <a:cubicBezTo>
                    <a:pt x="4864" y="2173"/>
                    <a:pt x="4885" y="2178"/>
                    <a:pt x="4983" y="2203"/>
                  </a:cubicBezTo>
                  <a:cubicBezTo>
                    <a:pt x="5107" y="2234"/>
                    <a:pt x="5231" y="2234"/>
                    <a:pt x="5386" y="2234"/>
                  </a:cubicBezTo>
                  <a:lnTo>
                    <a:pt x="5727" y="2234"/>
                  </a:lnTo>
                  <a:cubicBezTo>
                    <a:pt x="5761" y="2237"/>
                    <a:pt x="5794" y="2239"/>
                    <a:pt x="5826" y="2239"/>
                  </a:cubicBezTo>
                  <a:cubicBezTo>
                    <a:pt x="6092" y="2239"/>
                    <a:pt x="6319" y="2134"/>
                    <a:pt x="6596" y="2079"/>
                  </a:cubicBezTo>
                  <a:cubicBezTo>
                    <a:pt x="7123" y="1892"/>
                    <a:pt x="7434" y="1117"/>
                    <a:pt x="6937" y="714"/>
                  </a:cubicBezTo>
                  <a:cubicBezTo>
                    <a:pt x="6658" y="465"/>
                    <a:pt x="6410" y="248"/>
                    <a:pt x="6069" y="155"/>
                  </a:cubicBezTo>
                  <a:cubicBezTo>
                    <a:pt x="5758" y="62"/>
                    <a:pt x="5417" y="0"/>
                    <a:pt x="5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2201125" y="1155600"/>
              <a:ext cx="131875" cy="282900"/>
            </a:xfrm>
            <a:custGeom>
              <a:rect b="b" l="l" r="r" t="t"/>
              <a:pathLst>
                <a:path extrusionOk="0" h="11316" w="5275">
                  <a:moveTo>
                    <a:pt x="4022" y="1"/>
                  </a:moveTo>
                  <a:cubicBezTo>
                    <a:pt x="3713" y="1"/>
                    <a:pt x="3415" y="129"/>
                    <a:pt x="3165" y="341"/>
                  </a:cubicBezTo>
                  <a:cubicBezTo>
                    <a:pt x="1490" y="1737"/>
                    <a:pt x="466" y="4156"/>
                    <a:pt x="218" y="6297"/>
                  </a:cubicBezTo>
                  <a:cubicBezTo>
                    <a:pt x="1" y="8127"/>
                    <a:pt x="652" y="10299"/>
                    <a:pt x="2327" y="11229"/>
                  </a:cubicBezTo>
                  <a:cubicBezTo>
                    <a:pt x="2434" y="11289"/>
                    <a:pt x="2541" y="11315"/>
                    <a:pt x="2640" y="11315"/>
                  </a:cubicBezTo>
                  <a:cubicBezTo>
                    <a:pt x="3060" y="11315"/>
                    <a:pt x="3365" y="10849"/>
                    <a:pt x="3165" y="10423"/>
                  </a:cubicBezTo>
                  <a:cubicBezTo>
                    <a:pt x="2513" y="9089"/>
                    <a:pt x="2482" y="7693"/>
                    <a:pt x="2824" y="6359"/>
                  </a:cubicBezTo>
                  <a:cubicBezTo>
                    <a:pt x="3289" y="4622"/>
                    <a:pt x="4592" y="3226"/>
                    <a:pt x="5119" y="1457"/>
                  </a:cubicBezTo>
                  <a:cubicBezTo>
                    <a:pt x="5274" y="961"/>
                    <a:pt x="5026" y="403"/>
                    <a:pt x="4592" y="155"/>
                  </a:cubicBezTo>
                  <a:cubicBezTo>
                    <a:pt x="4403" y="49"/>
                    <a:pt x="4211" y="1"/>
                    <a:pt x="4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1711775" y="928800"/>
              <a:ext cx="253150" cy="84500"/>
            </a:xfrm>
            <a:custGeom>
              <a:rect b="b" l="l" r="r" t="t"/>
              <a:pathLst>
                <a:path extrusionOk="0" h="3380" w="10126">
                  <a:moveTo>
                    <a:pt x="3644" y="1"/>
                  </a:moveTo>
                  <a:cubicBezTo>
                    <a:pt x="3306" y="1"/>
                    <a:pt x="2972" y="16"/>
                    <a:pt x="2637" y="44"/>
                  </a:cubicBezTo>
                  <a:cubicBezTo>
                    <a:pt x="1830" y="106"/>
                    <a:pt x="1086" y="230"/>
                    <a:pt x="372" y="665"/>
                  </a:cubicBezTo>
                  <a:cubicBezTo>
                    <a:pt x="0" y="882"/>
                    <a:pt x="62" y="1502"/>
                    <a:pt x="527" y="1626"/>
                  </a:cubicBezTo>
                  <a:lnTo>
                    <a:pt x="496" y="1626"/>
                  </a:lnTo>
                  <a:cubicBezTo>
                    <a:pt x="1210" y="1781"/>
                    <a:pt x="1923" y="1812"/>
                    <a:pt x="2637" y="1874"/>
                  </a:cubicBezTo>
                  <a:cubicBezTo>
                    <a:pt x="3288" y="1936"/>
                    <a:pt x="3909" y="2030"/>
                    <a:pt x="4529" y="2185"/>
                  </a:cubicBezTo>
                  <a:cubicBezTo>
                    <a:pt x="5212" y="2309"/>
                    <a:pt x="5863" y="2495"/>
                    <a:pt x="6515" y="2743"/>
                  </a:cubicBezTo>
                  <a:cubicBezTo>
                    <a:pt x="6825" y="2867"/>
                    <a:pt x="7104" y="2991"/>
                    <a:pt x="7445" y="3115"/>
                  </a:cubicBezTo>
                  <a:cubicBezTo>
                    <a:pt x="7786" y="3239"/>
                    <a:pt x="8159" y="3270"/>
                    <a:pt x="8562" y="3363"/>
                  </a:cubicBezTo>
                  <a:cubicBezTo>
                    <a:pt x="8622" y="3374"/>
                    <a:pt x="8681" y="3379"/>
                    <a:pt x="8739" y="3379"/>
                  </a:cubicBezTo>
                  <a:cubicBezTo>
                    <a:pt x="9526" y="3379"/>
                    <a:pt x="10126" y="2446"/>
                    <a:pt x="9462" y="1781"/>
                  </a:cubicBezTo>
                  <a:cubicBezTo>
                    <a:pt x="9151" y="1502"/>
                    <a:pt x="8872" y="1192"/>
                    <a:pt x="8500" y="1006"/>
                  </a:cubicBezTo>
                  <a:cubicBezTo>
                    <a:pt x="8128" y="820"/>
                    <a:pt x="7693" y="634"/>
                    <a:pt x="7290" y="509"/>
                  </a:cubicBezTo>
                  <a:cubicBezTo>
                    <a:pt x="6484" y="292"/>
                    <a:pt x="5708" y="168"/>
                    <a:pt x="4901" y="75"/>
                  </a:cubicBezTo>
                  <a:cubicBezTo>
                    <a:pt x="4474" y="24"/>
                    <a:pt x="4057" y="1"/>
                    <a:pt x="36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1932950" y="675700"/>
              <a:ext cx="252700" cy="93850"/>
            </a:xfrm>
            <a:custGeom>
              <a:rect b="b" l="l" r="r" t="t"/>
              <a:pathLst>
                <a:path extrusionOk="0" h="3754" w="10108">
                  <a:moveTo>
                    <a:pt x="6698" y="1"/>
                  </a:moveTo>
                  <a:cubicBezTo>
                    <a:pt x="6016" y="1"/>
                    <a:pt x="5330" y="71"/>
                    <a:pt x="4678" y="210"/>
                  </a:cubicBezTo>
                  <a:cubicBezTo>
                    <a:pt x="3003" y="520"/>
                    <a:pt x="1328" y="1451"/>
                    <a:pt x="273" y="2785"/>
                  </a:cubicBezTo>
                  <a:cubicBezTo>
                    <a:pt x="0" y="3113"/>
                    <a:pt x="184" y="3753"/>
                    <a:pt x="613" y="3753"/>
                  </a:cubicBezTo>
                  <a:cubicBezTo>
                    <a:pt x="671" y="3753"/>
                    <a:pt x="734" y="3742"/>
                    <a:pt x="801" y="3716"/>
                  </a:cubicBezTo>
                  <a:cubicBezTo>
                    <a:pt x="1483" y="3468"/>
                    <a:pt x="2166" y="3188"/>
                    <a:pt x="2848" y="3033"/>
                  </a:cubicBezTo>
                  <a:cubicBezTo>
                    <a:pt x="3593" y="2847"/>
                    <a:pt x="4306" y="2692"/>
                    <a:pt x="4927" y="2630"/>
                  </a:cubicBezTo>
                  <a:cubicBezTo>
                    <a:pt x="5407" y="2570"/>
                    <a:pt x="5888" y="2536"/>
                    <a:pt x="6369" y="2536"/>
                  </a:cubicBezTo>
                  <a:cubicBezTo>
                    <a:pt x="6633" y="2536"/>
                    <a:pt x="6896" y="2546"/>
                    <a:pt x="7160" y="2568"/>
                  </a:cubicBezTo>
                  <a:cubicBezTo>
                    <a:pt x="7532" y="2599"/>
                    <a:pt x="7982" y="2669"/>
                    <a:pt x="8416" y="2669"/>
                  </a:cubicBezTo>
                  <a:cubicBezTo>
                    <a:pt x="8851" y="2669"/>
                    <a:pt x="9270" y="2599"/>
                    <a:pt x="9580" y="2351"/>
                  </a:cubicBezTo>
                  <a:cubicBezTo>
                    <a:pt x="9859" y="2134"/>
                    <a:pt x="10107" y="1761"/>
                    <a:pt x="9983" y="1420"/>
                  </a:cubicBezTo>
                  <a:cubicBezTo>
                    <a:pt x="9580" y="396"/>
                    <a:pt x="8370" y="117"/>
                    <a:pt x="7377" y="24"/>
                  </a:cubicBezTo>
                  <a:cubicBezTo>
                    <a:pt x="7152" y="9"/>
                    <a:pt x="6925" y="1"/>
                    <a:pt x="66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2504700" y="989550"/>
              <a:ext cx="254050" cy="89275"/>
            </a:xfrm>
            <a:custGeom>
              <a:rect b="b" l="l" r="r" t="t"/>
              <a:pathLst>
                <a:path extrusionOk="0" h="3571" w="10162">
                  <a:moveTo>
                    <a:pt x="4576" y="0"/>
                  </a:moveTo>
                  <a:cubicBezTo>
                    <a:pt x="4505" y="0"/>
                    <a:pt x="4433" y="1"/>
                    <a:pt x="4361" y="3"/>
                  </a:cubicBezTo>
                  <a:cubicBezTo>
                    <a:pt x="2965" y="65"/>
                    <a:pt x="1569" y="592"/>
                    <a:pt x="514" y="1554"/>
                  </a:cubicBezTo>
                  <a:cubicBezTo>
                    <a:pt x="0" y="2017"/>
                    <a:pt x="466" y="2778"/>
                    <a:pt x="1047" y="2778"/>
                  </a:cubicBezTo>
                  <a:cubicBezTo>
                    <a:pt x="1167" y="2778"/>
                    <a:pt x="1292" y="2745"/>
                    <a:pt x="1414" y="2671"/>
                  </a:cubicBezTo>
                  <a:lnTo>
                    <a:pt x="1414" y="2702"/>
                  </a:lnTo>
                  <a:cubicBezTo>
                    <a:pt x="1848" y="2422"/>
                    <a:pt x="2376" y="2236"/>
                    <a:pt x="2841" y="2174"/>
                  </a:cubicBezTo>
                  <a:cubicBezTo>
                    <a:pt x="3058" y="2174"/>
                    <a:pt x="3337" y="2174"/>
                    <a:pt x="3585" y="2205"/>
                  </a:cubicBezTo>
                  <a:cubicBezTo>
                    <a:pt x="3741" y="2205"/>
                    <a:pt x="3865" y="2236"/>
                    <a:pt x="3989" y="2236"/>
                  </a:cubicBezTo>
                  <a:cubicBezTo>
                    <a:pt x="4082" y="2236"/>
                    <a:pt x="4175" y="2267"/>
                    <a:pt x="4237" y="2267"/>
                  </a:cubicBezTo>
                  <a:cubicBezTo>
                    <a:pt x="4196" y="2257"/>
                    <a:pt x="4182" y="2254"/>
                    <a:pt x="4184" y="2254"/>
                  </a:cubicBezTo>
                  <a:cubicBezTo>
                    <a:pt x="4189" y="2254"/>
                    <a:pt x="4258" y="2267"/>
                    <a:pt x="4299" y="2267"/>
                  </a:cubicBezTo>
                  <a:cubicBezTo>
                    <a:pt x="5509" y="2485"/>
                    <a:pt x="6626" y="2888"/>
                    <a:pt x="7773" y="3322"/>
                  </a:cubicBezTo>
                  <a:cubicBezTo>
                    <a:pt x="8115" y="3415"/>
                    <a:pt x="8456" y="3570"/>
                    <a:pt x="8828" y="3570"/>
                  </a:cubicBezTo>
                  <a:cubicBezTo>
                    <a:pt x="9542" y="3508"/>
                    <a:pt x="10100" y="3012"/>
                    <a:pt x="10131" y="2267"/>
                  </a:cubicBezTo>
                  <a:cubicBezTo>
                    <a:pt x="10162" y="1182"/>
                    <a:pt x="8983" y="840"/>
                    <a:pt x="8115" y="592"/>
                  </a:cubicBezTo>
                  <a:cubicBezTo>
                    <a:pt x="6973" y="241"/>
                    <a:pt x="5776" y="0"/>
                    <a:pt x="45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2483050" y="492350"/>
              <a:ext cx="290450" cy="102775"/>
            </a:xfrm>
            <a:custGeom>
              <a:rect b="b" l="l" r="r" t="t"/>
              <a:pathLst>
                <a:path extrusionOk="0" h="4111" w="11618">
                  <a:moveTo>
                    <a:pt x="5435" y="0"/>
                  </a:moveTo>
                  <a:cubicBezTo>
                    <a:pt x="3727" y="0"/>
                    <a:pt x="1999" y="515"/>
                    <a:pt x="574" y="1402"/>
                  </a:cubicBezTo>
                  <a:cubicBezTo>
                    <a:pt x="0" y="1775"/>
                    <a:pt x="301" y="2598"/>
                    <a:pt x="914" y="2598"/>
                  </a:cubicBezTo>
                  <a:cubicBezTo>
                    <a:pt x="964" y="2598"/>
                    <a:pt x="1016" y="2593"/>
                    <a:pt x="1070" y="2581"/>
                  </a:cubicBezTo>
                  <a:cubicBezTo>
                    <a:pt x="1842" y="2414"/>
                    <a:pt x="2629" y="2336"/>
                    <a:pt x="3413" y="2336"/>
                  </a:cubicBezTo>
                  <a:cubicBezTo>
                    <a:pt x="4235" y="2336"/>
                    <a:pt x="5053" y="2422"/>
                    <a:pt x="5847" y="2581"/>
                  </a:cubicBezTo>
                  <a:cubicBezTo>
                    <a:pt x="6251" y="2643"/>
                    <a:pt x="6654" y="2736"/>
                    <a:pt x="7057" y="2860"/>
                  </a:cubicBezTo>
                  <a:cubicBezTo>
                    <a:pt x="7460" y="3015"/>
                    <a:pt x="7740" y="3108"/>
                    <a:pt x="8050" y="3263"/>
                  </a:cubicBezTo>
                  <a:cubicBezTo>
                    <a:pt x="8839" y="3645"/>
                    <a:pt x="9503" y="4111"/>
                    <a:pt x="10317" y="4111"/>
                  </a:cubicBezTo>
                  <a:cubicBezTo>
                    <a:pt x="10494" y="4111"/>
                    <a:pt x="10678" y="4089"/>
                    <a:pt x="10873" y="4039"/>
                  </a:cubicBezTo>
                  <a:cubicBezTo>
                    <a:pt x="11245" y="3946"/>
                    <a:pt x="11617" y="3511"/>
                    <a:pt x="11586" y="3108"/>
                  </a:cubicBezTo>
                  <a:cubicBezTo>
                    <a:pt x="11524" y="2457"/>
                    <a:pt x="11276" y="1991"/>
                    <a:pt x="10780" y="1588"/>
                  </a:cubicBezTo>
                  <a:cubicBezTo>
                    <a:pt x="10252" y="1185"/>
                    <a:pt x="9787" y="968"/>
                    <a:pt x="9198" y="720"/>
                  </a:cubicBezTo>
                  <a:cubicBezTo>
                    <a:pt x="8236" y="347"/>
                    <a:pt x="7243" y="130"/>
                    <a:pt x="6220" y="37"/>
                  </a:cubicBezTo>
                  <a:cubicBezTo>
                    <a:pt x="5959" y="12"/>
                    <a:pt x="5698" y="0"/>
                    <a:pt x="54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2950225" y="692200"/>
              <a:ext cx="263000" cy="158625"/>
            </a:xfrm>
            <a:custGeom>
              <a:rect b="b" l="l" r="r" t="t"/>
              <a:pathLst>
                <a:path extrusionOk="0" h="6345" w="10520">
                  <a:moveTo>
                    <a:pt x="9275" y="0"/>
                  </a:moveTo>
                  <a:cubicBezTo>
                    <a:pt x="8776" y="0"/>
                    <a:pt x="8390" y="325"/>
                    <a:pt x="8224" y="822"/>
                  </a:cubicBezTo>
                  <a:cubicBezTo>
                    <a:pt x="8131" y="1039"/>
                    <a:pt x="7883" y="1474"/>
                    <a:pt x="7697" y="1784"/>
                  </a:cubicBezTo>
                  <a:cubicBezTo>
                    <a:pt x="7572" y="1970"/>
                    <a:pt x="7479" y="2156"/>
                    <a:pt x="7355" y="2311"/>
                  </a:cubicBezTo>
                  <a:cubicBezTo>
                    <a:pt x="7375" y="2282"/>
                    <a:pt x="7382" y="2271"/>
                    <a:pt x="7382" y="2271"/>
                  </a:cubicBezTo>
                  <a:lnTo>
                    <a:pt x="7382" y="2271"/>
                  </a:lnTo>
                  <a:cubicBezTo>
                    <a:pt x="7381" y="2271"/>
                    <a:pt x="7345" y="2321"/>
                    <a:pt x="7324" y="2342"/>
                  </a:cubicBezTo>
                  <a:cubicBezTo>
                    <a:pt x="7231" y="2466"/>
                    <a:pt x="7169" y="2559"/>
                    <a:pt x="7076" y="2652"/>
                  </a:cubicBezTo>
                  <a:cubicBezTo>
                    <a:pt x="6952" y="2808"/>
                    <a:pt x="6797" y="2932"/>
                    <a:pt x="6673" y="3056"/>
                  </a:cubicBezTo>
                  <a:cubicBezTo>
                    <a:pt x="6580" y="3149"/>
                    <a:pt x="6518" y="3211"/>
                    <a:pt x="6425" y="3273"/>
                  </a:cubicBezTo>
                  <a:cubicBezTo>
                    <a:pt x="6371" y="3326"/>
                    <a:pt x="6355" y="3347"/>
                    <a:pt x="6352" y="3353"/>
                  </a:cubicBezTo>
                  <a:lnTo>
                    <a:pt x="6352" y="3353"/>
                  </a:lnTo>
                  <a:cubicBezTo>
                    <a:pt x="6347" y="3356"/>
                    <a:pt x="6341" y="3360"/>
                    <a:pt x="6332" y="3366"/>
                  </a:cubicBezTo>
                  <a:cubicBezTo>
                    <a:pt x="6145" y="3490"/>
                    <a:pt x="5990" y="3583"/>
                    <a:pt x="5804" y="3707"/>
                  </a:cubicBezTo>
                  <a:cubicBezTo>
                    <a:pt x="5727" y="3733"/>
                    <a:pt x="5630" y="3779"/>
                    <a:pt x="5545" y="3812"/>
                  </a:cubicBezTo>
                  <a:lnTo>
                    <a:pt x="5545" y="3812"/>
                  </a:lnTo>
                  <a:cubicBezTo>
                    <a:pt x="5548" y="3811"/>
                    <a:pt x="5549" y="3810"/>
                    <a:pt x="5549" y="3810"/>
                  </a:cubicBezTo>
                  <a:lnTo>
                    <a:pt x="5549" y="3810"/>
                  </a:lnTo>
                  <a:cubicBezTo>
                    <a:pt x="5547" y="3810"/>
                    <a:pt x="5531" y="3816"/>
                    <a:pt x="5494" y="3831"/>
                  </a:cubicBezTo>
                  <a:cubicBezTo>
                    <a:pt x="5510" y="3826"/>
                    <a:pt x="5528" y="3819"/>
                    <a:pt x="5545" y="3812"/>
                  </a:cubicBezTo>
                  <a:lnTo>
                    <a:pt x="5545" y="3812"/>
                  </a:lnTo>
                  <a:cubicBezTo>
                    <a:pt x="5525" y="3823"/>
                    <a:pt x="5412" y="3872"/>
                    <a:pt x="5370" y="3893"/>
                  </a:cubicBezTo>
                  <a:cubicBezTo>
                    <a:pt x="4802" y="4075"/>
                    <a:pt x="4284" y="4190"/>
                    <a:pt x="3731" y="4190"/>
                  </a:cubicBezTo>
                  <a:cubicBezTo>
                    <a:pt x="3529" y="4190"/>
                    <a:pt x="3322" y="4175"/>
                    <a:pt x="3105" y="4141"/>
                  </a:cubicBezTo>
                  <a:cubicBezTo>
                    <a:pt x="2268" y="4017"/>
                    <a:pt x="1337" y="3769"/>
                    <a:pt x="593" y="3397"/>
                  </a:cubicBezTo>
                  <a:cubicBezTo>
                    <a:pt x="536" y="3368"/>
                    <a:pt x="479" y="3356"/>
                    <a:pt x="425" y="3356"/>
                  </a:cubicBezTo>
                  <a:cubicBezTo>
                    <a:pt x="184" y="3356"/>
                    <a:pt x="1" y="3609"/>
                    <a:pt x="127" y="3862"/>
                  </a:cubicBezTo>
                  <a:cubicBezTo>
                    <a:pt x="655" y="4886"/>
                    <a:pt x="1492" y="5599"/>
                    <a:pt x="2578" y="6003"/>
                  </a:cubicBezTo>
                  <a:cubicBezTo>
                    <a:pt x="3236" y="6222"/>
                    <a:pt x="3938" y="6345"/>
                    <a:pt x="4638" y="6345"/>
                  </a:cubicBezTo>
                  <a:cubicBezTo>
                    <a:pt x="5125" y="6345"/>
                    <a:pt x="5612" y="6285"/>
                    <a:pt x="6083" y="6158"/>
                  </a:cubicBezTo>
                  <a:cubicBezTo>
                    <a:pt x="7200" y="5848"/>
                    <a:pt x="8255" y="5258"/>
                    <a:pt x="9030" y="4421"/>
                  </a:cubicBezTo>
                  <a:cubicBezTo>
                    <a:pt x="9899" y="3490"/>
                    <a:pt x="10302" y="2373"/>
                    <a:pt x="10457" y="1132"/>
                  </a:cubicBezTo>
                  <a:cubicBezTo>
                    <a:pt x="10520" y="574"/>
                    <a:pt x="9961" y="78"/>
                    <a:pt x="9465" y="16"/>
                  </a:cubicBezTo>
                  <a:cubicBezTo>
                    <a:pt x="9400" y="5"/>
                    <a:pt x="9336" y="0"/>
                    <a:pt x="92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3055000" y="423375"/>
              <a:ext cx="222600" cy="80125"/>
            </a:xfrm>
            <a:custGeom>
              <a:rect b="b" l="l" r="r" t="t"/>
              <a:pathLst>
                <a:path extrusionOk="0" h="3205" w="8904">
                  <a:moveTo>
                    <a:pt x="6678" y="0"/>
                  </a:moveTo>
                  <a:cubicBezTo>
                    <a:pt x="6493" y="0"/>
                    <a:pt x="6305" y="12"/>
                    <a:pt x="6111" y="35"/>
                  </a:cubicBezTo>
                  <a:cubicBezTo>
                    <a:pt x="5429" y="97"/>
                    <a:pt x="4715" y="190"/>
                    <a:pt x="4064" y="376"/>
                  </a:cubicBezTo>
                  <a:cubicBezTo>
                    <a:pt x="2761" y="749"/>
                    <a:pt x="1489" y="1369"/>
                    <a:pt x="372" y="2114"/>
                  </a:cubicBezTo>
                  <a:cubicBezTo>
                    <a:pt x="124" y="2269"/>
                    <a:pt x="0" y="2579"/>
                    <a:pt x="124" y="2858"/>
                  </a:cubicBezTo>
                  <a:cubicBezTo>
                    <a:pt x="198" y="3031"/>
                    <a:pt x="411" y="3205"/>
                    <a:pt x="636" y="3205"/>
                  </a:cubicBezTo>
                  <a:cubicBezTo>
                    <a:pt x="692" y="3205"/>
                    <a:pt x="750" y="3193"/>
                    <a:pt x="807" y="3168"/>
                  </a:cubicBezTo>
                  <a:lnTo>
                    <a:pt x="807" y="3199"/>
                  </a:lnTo>
                  <a:cubicBezTo>
                    <a:pt x="1954" y="2703"/>
                    <a:pt x="3133" y="2424"/>
                    <a:pt x="4374" y="2269"/>
                  </a:cubicBezTo>
                  <a:cubicBezTo>
                    <a:pt x="4995" y="2207"/>
                    <a:pt x="5615" y="2145"/>
                    <a:pt x="6235" y="2145"/>
                  </a:cubicBezTo>
                  <a:lnTo>
                    <a:pt x="7166" y="2145"/>
                  </a:lnTo>
                  <a:cubicBezTo>
                    <a:pt x="7538" y="2114"/>
                    <a:pt x="7911" y="2021"/>
                    <a:pt x="8283" y="1958"/>
                  </a:cubicBezTo>
                  <a:cubicBezTo>
                    <a:pt x="8655" y="1896"/>
                    <a:pt x="8903" y="1462"/>
                    <a:pt x="8903" y="1121"/>
                  </a:cubicBezTo>
                  <a:cubicBezTo>
                    <a:pt x="8903" y="749"/>
                    <a:pt x="8655" y="438"/>
                    <a:pt x="8283" y="314"/>
                  </a:cubicBezTo>
                  <a:cubicBezTo>
                    <a:pt x="7748" y="105"/>
                    <a:pt x="7230" y="0"/>
                    <a:pt x="66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3500925" y="363350"/>
              <a:ext cx="193125" cy="382150"/>
            </a:xfrm>
            <a:custGeom>
              <a:rect b="b" l="l" r="r" t="t"/>
              <a:pathLst>
                <a:path extrusionOk="0" h="15286" w="7725">
                  <a:moveTo>
                    <a:pt x="6279" y="0"/>
                  </a:moveTo>
                  <a:cubicBezTo>
                    <a:pt x="5963" y="0"/>
                    <a:pt x="5655" y="41"/>
                    <a:pt x="5398" y="141"/>
                  </a:cubicBezTo>
                  <a:cubicBezTo>
                    <a:pt x="4685" y="420"/>
                    <a:pt x="4033" y="823"/>
                    <a:pt x="3506" y="1381"/>
                  </a:cubicBezTo>
                  <a:cubicBezTo>
                    <a:pt x="2389" y="2529"/>
                    <a:pt x="1769" y="4018"/>
                    <a:pt x="1179" y="5476"/>
                  </a:cubicBezTo>
                  <a:cubicBezTo>
                    <a:pt x="559" y="7027"/>
                    <a:pt x="94" y="8671"/>
                    <a:pt x="31" y="10347"/>
                  </a:cubicBezTo>
                  <a:cubicBezTo>
                    <a:pt x="0" y="11184"/>
                    <a:pt x="63" y="12084"/>
                    <a:pt x="280" y="12921"/>
                  </a:cubicBezTo>
                  <a:cubicBezTo>
                    <a:pt x="590" y="13852"/>
                    <a:pt x="1148" y="14566"/>
                    <a:pt x="1955" y="15124"/>
                  </a:cubicBezTo>
                  <a:cubicBezTo>
                    <a:pt x="2120" y="15236"/>
                    <a:pt x="2289" y="15285"/>
                    <a:pt x="2451" y="15285"/>
                  </a:cubicBezTo>
                  <a:cubicBezTo>
                    <a:pt x="3052" y="15285"/>
                    <a:pt x="3559" y="14611"/>
                    <a:pt x="3413" y="13976"/>
                  </a:cubicBezTo>
                  <a:cubicBezTo>
                    <a:pt x="3289" y="13418"/>
                    <a:pt x="3165" y="12735"/>
                    <a:pt x="2979" y="12022"/>
                  </a:cubicBezTo>
                  <a:cubicBezTo>
                    <a:pt x="2854" y="11432"/>
                    <a:pt x="2823" y="11091"/>
                    <a:pt x="2854" y="10347"/>
                  </a:cubicBezTo>
                  <a:cubicBezTo>
                    <a:pt x="2854" y="10160"/>
                    <a:pt x="2885" y="9943"/>
                    <a:pt x="2885" y="9757"/>
                  </a:cubicBezTo>
                  <a:cubicBezTo>
                    <a:pt x="2890" y="9693"/>
                    <a:pt x="2892" y="9651"/>
                    <a:pt x="2892" y="9624"/>
                  </a:cubicBezTo>
                  <a:lnTo>
                    <a:pt x="2892" y="9624"/>
                  </a:lnTo>
                  <a:cubicBezTo>
                    <a:pt x="2898" y="9598"/>
                    <a:pt x="2906" y="9560"/>
                    <a:pt x="2916" y="9509"/>
                  </a:cubicBezTo>
                  <a:cubicBezTo>
                    <a:pt x="2979" y="9168"/>
                    <a:pt x="3041" y="8796"/>
                    <a:pt x="3134" y="8454"/>
                  </a:cubicBezTo>
                  <a:cubicBezTo>
                    <a:pt x="3289" y="7772"/>
                    <a:pt x="3475" y="7089"/>
                    <a:pt x="3692" y="6407"/>
                  </a:cubicBezTo>
                  <a:cubicBezTo>
                    <a:pt x="3816" y="6097"/>
                    <a:pt x="3909" y="5786"/>
                    <a:pt x="4033" y="5476"/>
                  </a:cubicBezTo>
                  <a:lnTo>
                    <a:pt x="4219" y="4980"/>
                  </a:lnTo>
                  <a:cubicBezTo>
                    <a:pt x="4244" y="4930"/>
                    <a:pt x="4349" y="4680"/>
                    <a:pt x="4341" y="4680"/>
                  </a:cubicBezTo>
                  <a:lnTo>
                    <a:pt x="4341" y="4680"/>
                  </a:lnTo>
                  <a:cubicBezTo>
                    <a:pt x="4339" y="4680"/>
                    <a:pt x="4331" y="4695"/>
                    <a:pt x="4312" y="4732"/>
                  </a:cubicBezTo>
                  <a:cubicBezTo>
                    <a:pt x="4561" y="4173"/>
                    <a:pt x="4809" y="3584"/>
                    <a:pt x="5119" y="3057"/>
                  </a:cubicBezTo>
                  <a:cubicBezTo>
                    <a:pt x="5646" y="2157"/>
                    <a:pt x="6298" y="1102"/>
                    <a:pt x="7353" y="885"/>
                  </a:cubicBezTo>
                  <a:cubicBezTo>
                    <a:pt x="7725" y="792"/>
                    <a:pt x="7725" y="203"/>
                    <a:pt x="7353" y="141"/>
                  </a:cubicBezTo>
                  <a:cubicBezTo>
                    <a:pt x="7034" y="57"/>
                    <a:pt x="6651" y="0"/>
                    <a:pt x="6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3148050" y="2090300"/>
              <a:ext cx="244325" cy="607850"/>
            </a:xfrm>
            <a:custGeom>
              <a:rect b="b" l="l" r="r" t="t"/>
              <a:pathLst>
                <a:path extrusionOk="0" h="24314" w="9773">
                  <a:moveTo>
                    <a:pt x="6023" y="0"/>
                  </a:moveTo>
                  <a:cubicBezTo>
                    <a:pt x="5334" y="0"/>
                    <a:pt x="4604" y="651"/>
                    <a:pt x="4809" y="1450"/>
                  </a:cubicBezTo>
                  <a:cubicBezTo>
                    <a:pt x="5740" y="5080"/>
                    <a:pt x="6794" y="8616"/>
                    <a:pt x="6608" y="12370"/>
                  </a:cubicBezTo>
                  <a:cubicBezTo>
                    <a:pt x="6546" y="13828"/>
                    <a:pt x="6267" y="15255"/>
                    <a:pt x="5709" y="16744"/>
                  </a:cubicBezTo>
                  <a:cubicBezTo>
                    <a:pt x="5554" y="17085"/>
                    <a:pt x="5554" y="17116"/>
                    <a:pt x="5336" y="17519"/>
                  </a:cubicBezTo>
                  <a:cubicBezTo>
                    <a:pt x="5181" y="17861"/>
                    <a:pt x="5026" y="18202"/>
                    <a:pt x="4840" y="18543"/>
                  </a:cubicBezTo>
                  <a:cubicBezTo>
                    <a:pt x="4530" y="19133"/>
                    <a:pt x="4065" y="19784"/>
                    <a:pt x="3723" y="20218"/>
                  </a:cubicBezTo>
                  <a:cubicBezTo>
                    <a:pt x="2793" y="21397"/>
                    <a:pt x="1490" y="22514"/>
                    <a:pt x="280" y="23569"/>
                  </a:cubicBezTo>
                  <a:cubicBezTo>
                    <a:pt x="1" y="23817"/>
                    <a:pt x="218" y="24282"/>
                    <a:pt x="590" y="24313"/>
                  </a:cubicBezTo>
                  <a:lnTo>
                    <a:pt x="590" y="24282"/>
                  </a:lnTo>
                  <a:cubicBezTo>
                    <a:pt x="620" y="24283"/>
                    <a:pt x="650" y="24283"/>
                    <a:pt x="680" y="24283"/>
                  </a:cubicBezTo>
                  <a:cubicBezTo>
                    <a:pt x="2317" y="24283"/>
                    <a:pt x="3715" y="23457"/>
                    <a:pt x="4964" y="22421"/>
                  </a:cubicBezTo>
                  <a:cubicBezTo>
                    <a:pt x="6236" y="21397"/>
                    <a:pt x="7260" y="19970"/>
                    <a:pt x="7911" y="18543"/>
                  </a:cubicBezTo>
                  <a:cubicBezTo>
                    <a:pt x="9586" y="14976"/>
                    <a:pt x="9772" y="11067"/>
                    <a:pt x="9121" y="7220"/>
                  </a:cubicBezTo>
                  <a:cubicBezTo>
                    <a:pt x="8687" y="4894"/>
                    <a:pt x="7942" y="2722"/>
                    <a:pt x="6918" y="582"/>
                  </a:cubicBezTo>
                  <a:cubicBezTo>
                    <a:pt x="6719" y="171"/>
                    <a:pt x="6376" y="0"/>
                    <a:pt x="60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7" name="Google Shape;61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Table of contents</a:t>
            </a:r>
            <a:endParaRPr>
              <a:solidFill>
                <a:schemeClr val="lt1"/>
              </a:solidFill>
              <a:highlight>
                <a:schemeClr val="dk2"/>
              </a:highlight>
            </a:endParaRPr>
          </a:p>
        </p:txBody>
      </p:sp>
      <p:sp>
        <p:nvSpPr>
          <p:cNvPr id="623" name="Google Shape;623;p30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24" name="Google Shape;624;p30"/>
          <p:cNvSpPr txBox="1"/>
          <p:nvPr>
            <p:ph idx="3" type="title"/>
          </p:nvPr>
        </p:nvSpPr>
        <p:spPr>
          <a:xfrm>
            <a:off x="720000" y="2914291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25" name="Google Shape;625;p30"/>
          <p:cNvSpPr txBox="1"/>
          <p:nvPr>
            <p:ph idx="4" type="title"/>
          </p:nvPr>
        </p:nvSpPr>
        <p:spPr>
          <a:xfrm>
            <a:off x="3419275" y="14808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26" name="Google Shape;626;p30"/>
          <p:cNvSpPr txBox="1"/>
          <p:nvPr>
            <p:ph idx="5" type="title"/>
          </p:nvPr>
        </p:nvSpPr>
        <p:spPr>
          <a:xfrm>
            <a:off x="3419275" y="2914291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27" name="Google Shape;627;p30"/>
          <p:cNvSpPr txBox="1"/>
          <p:nvPr>
            <p:ph idx="6" type="title"/>
          </p:nvPr>
        </p:nvSpPr>
        <p:spPr>
          <a:xfrm>
            <a:off x="6118550" y="14808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28" name="Google Shape;628;p30"/>
          <p:cNvSpPr txBox="1"/>
          <p:nvPr>
            <p:ph idx="7" type="title"/>
          </p:nvPr>
        </p:nvSpPr>
        <p:spPr>
          <a:xfrm>
            <a:off x="6118550" y="2914291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29" name="Google Shape;629;p30"/>
          <p:cNvSpPr txBox="1"/>
          <p:nvPr>
            <p:ph idx="1" type="subTitle"/>
          </p:nvPr>
        </p:nvSpPr>
        <p:spPr>
          <a:xfrm>
            <a:off x="720000" y="2056575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630" name="Google Shape;630;p30"/>
          <p:cNvSpPr txBox="1"/>
          <p:nvPr>
            <p:ph idx="8" type="subTitle"/>
          </p:nvPr>
        </p:nvSpPr>
        <p:spPr>
          <a:xfrm>
            <a:off x="3419275" y="2056575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Flow</a:t>
            </a:r>
            <a:endParaRPr/>
          </a:p>
        </p:txBody>
      </p:sp>
      <p:sp>
        <p:nvSpPr>
          <p:cNvPr id="631" name="Google Shape;631;p30"/>
          <p:cNvSpPr txBox="1"/>
          <p:nvPr>
            <p:ph idx="9" type="subTitle"/>
          </p:nvPr>
        </p:nvSpPr>
        <p:spPr>
          <a:xfrm>
            <a:off x="6118550" y="2056575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Setup</a:t>
            </a:r>
            <a:endParaRPr/>
          </a:p>
        </p:txBody>
      </p:sp>
      <p:sp>
        <p:nvSpPr>
          <p:cNvPr id="632" name="Google Shape;632;p30"/>
          <p:cNvSpPr txBox="1"/>
          <p:nvPr>
            <p:ph idx="13" type="subTitle"/>
          </p:nvPr>
        </p:nvSpPr>
        <p:spPr>
          <a:xfrm>
            <a:off x="720000" y="3490050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Literature </a:t>
            </a:r>
            <a:endParaRPr/>
          </a:p>
        </p:txBody>
      </p:sp>
      <p:sp>
        <p:nvSpPr>
          <p:cNvPr id="633" name="Google Shape;633;p30"/>
          <p:cNvSpPr txBox="1"/>
          <p:nvPr>
            <p:ph idx="14" type="subTitle"/>
          </p:nvPr>
        </p:nvSpPr>
        <p:spPr>
          <a:xfrm>
            <a:off x="3419275" y="3490050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Reimplementation</a:t>
            </a:r>
            <a:endParaRPr/>
          </a:p>
        </p:txBody>
      </p:sp>
      <p:sp>
        <p:nvSpPr>
          <p:cNvPr id="634" name="Google Shape;634;p30"/>
          <p:cNvSpPr txBox="1"/>
          <p:nvPr>
            <p:ph idx="15" type="subTitle"/>
          </p:nvPr>
        </p:nvSpPr>
        <p:spPr>
          <a:xfrm>
            <a:off x="6118550" y="3490050"/>
            <a:ext cx="23055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Steps </a:t>
            </a:r>
            <a:endParaRPr/>
          </a:p>
        </p:txBody>
      </p:sp>
      <p:sp>
        <p:nvSpPr>
          <p:cNvPr id="635" name="Google Shape;63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1"/>
          <p:cNvSpPr txBox="1"/>
          <p:nvPr>
            <p:ph idx="4" type="subTitle"/>
          </p:nvPr>
        </p:nvSpPr>
        <p:spPr>
          <a:xfrm>
            <a:off x="720087" y="2111475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41" name="Google Shape;641;p31"/>
          <p:cNvSpPr txBox="1"/>
          <p:nvPr>
            <p:ph idx="5" type="subTitle"/>
          </p:nvPr>
        </p:nvSpPr>
        <p:spPr>
          <a:xfrm>
            <a:off x="4316979" y="2111475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</a:t>
            </a:r>
            <a:endParaRPr/>
          </a:p>
        </p:txBody>
      </p:sp>
      <p:sp>
        <p:nvSpPr>
          <p:cNvPr id="642" name="Google Shape;642;p31"/>
          <p:cNvSpPr txBox="1"/>
          <p:nvPr>
            <p:ph idx="1" type="subTitle"/>
          </p:nvPr>
        </p:nvSpPr>
        <p:spPr>
          <a:xfrm>
            <a:off x="720075" y="2656025"/>
            <a:ext cx="3348300" cy="19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Early Detection of Alzheimer and Parkinson is critical given late stage not curable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Handwritings can provide the patient’s current </a:t>
            </a:r>
            <a:r>
              <a:rPr lang="en"/>
              <a:t>neurologic</a:t>
            </a:r>
            <a:r>
              <a:rPr lang="en"/>
              <a:t> states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Pick Alzheimer and Parkinson due to sharing characteristics such as tremor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Can be further extended to combination of other diseases</a:t>
            </a:r>
            <a:endParaRPr/>
          </a:p>
        </p:txBody>
      </p:sp>
      <p:sp>
        <p:nvSpPr>
          <p:cNvPr id="643" name="Google Shape;643;p31"/>
          <p:cNvSpPr txBox="1"/>
          <p:nvPr>
            <p:ph idx="2" type="subTitle"/>
          </p:nvPr>
        </p:nvSpPr>
        <p:spPr>
          <a:xfrm>
            <a:off x="4316975" y="2656025"/>
            <a:ext cx="3814200" cy="19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Analyze different deep learning models on its capability to detect Alzheimer or Parkinson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Explore the potential for the </a:t>
            </a:r>
            <a:r>
              <a:rPr lang="en"/>
              <a:t>interchangeability of these models on detection of existence on both diseases. (i.e. given a handwriting image, can the model correctly predict whether the sample is healthy, Alzheimer patient or Parkinson patient)</a:t>
            </a:r>
            <a:r>
              <a:rPr lang="en"/>
              <a:t>   </a:t>
            </a:r>
            <a:endParaRPr/>
          </a:p>
        </p:txBody>
      </p:sp>
      <p:sp>
        <p:nvSpPr>
          <p:cNvPr id="644" name="Google Shape;644;p31"/>
          <p:cNvSpPr/>
          <p:nvPr/>
        </p:nvSpPr>
        <p:spPr>
          <a:xfrm>
            <a:off x="872473" y="1512375"/>
            <a:ext cx="644400" cy="63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1"/>
          <p:cNvSpPr/>
          <p:nvPr/>
        </p:nvSpPr>
        <p:spPr>
          <a:xfrm>
            <a:off x="4469325" y="1512375"/>
            <a:ext cx="548700" cy="54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6" name="Google Shape;646;p31"/>
          <p:cNvGrpSpPr/>
          <p:nvPr/>
        </p:nvGrpSpPr>
        <p:grpSpPr>
          <a:xfrm>
            <a:off x="4573214" y="1614485"/>
            <a:ext cx="341049" cy="344471"/>
            <a:chOff x="6257376" y="2568841"/>
            <a:chExt cx="341049" cy="344471"/>
          </a:xfrm>
        </p:grpSpPr>
        <p:sp>
          <p:nvSpPr>
            <p:cNvPr id="647" name="Google Shape;647;p31"/>
            <p:cNvSpPr/>
            <p:nvPr/>
          </p:nvSpPr>
          <p:spPr>
            <a:xfrm>
              <a:off x="6280884" y="2811980"/>
              <a:ext cx="70279" cy="101332"/>
            </a:xfrm>
            <a:custGeom>
              <a:rect b="b" l="l" r="r" t="t"/>
              <a:pathLst>
                <a:path extrusionOk="0" h="2901" w="2012">
                  <a:moveTo>
                    <a:pt x="1990" y="1746"/>
                  </a:moveTo>
                  <a:cubicBezTo>
                    <a:pt x="1997" y="1748"/>
                    <a:pt x="2004" y="1750"/>
                    <a:pt x="2011" y="1753"/>
                  </a:cubicBezTo>
                  <a:cubicBezTo>
                    <a:pt x="2007" y="1751"/>
                    <a:pt x="2002" y="1749"/>
                    <a:pt x="1998" y="1748"/>
                  </a:cubicBezTo>
                  <a:cubicBezTo>
                    <a:pt x="1995" y="1747"/>
                    <a:pt x="1993" y="1746"/>
                    <a:pt x="1990" y="1746"/>
                  </a:cubicBezTo>
                  <a:close/>
                  <a:moveTo>
                    <a:pt x="1954" y="1"/>
                  </a:moveTo>
                  <a:cubicBezTo>
                    <a:pt x="1939" y="1"/>
                    <a:pt x="1926" y="2"/>
                    <a:pt x="1911" y="2"/>
                  </a:cubicBezTo>
                  <a:cubicBezTo>
                    <a:pt x="1400" y="2"/>
                    <a:pt x="921" y="200"/>
                    <a:pt x="560" y="561"/>
                  </a:cubicBezTo>
                  <a:cubicBezTo>
                    <a:pt x="199" y="922"/>
                    <a:pt x="0" y="1402"/>
                    <a:pt x="0" y="1912"/>
                  </a:cubicBezTo>
                  <a:lnTo>
                    <a:pt x="0" y="2611"/>
                  </a:lnTo>
                  <a:cubicBezTo>
                    <a:pt x="0" y="2771"/>
                    <a:pt x="129" y="2900"/>
                    <a:pt x="289" y="2900"/>
                  </a:cubicBezTo>
                  <a:lnTo>
                    <a:pt x="1450" y="2900"/>
                  </a:lnTo>
                  <a:cubicBezTo>
                    <a:pt x="1609" y="2900"/>
                    <a:pt x="1739" y="2771"/>
                    <a:pt x="1739" y="2611"/>
                  </a:cubicBezTo>
                  <a:lnTo>
                    <a:pt x="1739" y="1942"/>
                  </a:lnTo>
                  <a:cubicBezTo>
                    <a:pt x="1739" y="1831"/>
                    <a:pt x="1829" y="1740"/>
                    <a:pt x="1940" y="1740"/>
                  </a:cubicBezTo>
                  <a:cubicBezTo>
                    <a:pt x="1957" y="1740"/>
                    <a:pt x="1974" y="1742"/>
                    <a:pt x="1990" y="1746"/>
                  </a:cubicBezTo>
                  <a:lnTo>
                    <a:pt x="1990" y="1746"/>
                  </a:lnTo>
                  <a:cubicBezTo>
                    <a:pt x="1497" y="1569"/>
                    <a:pt x="1296" y="1120"/>
                    <a:pt x="1318" y="747"/>
                  </a:cubicBezTo>
                  <a:cubicBezTo>
                    <a:pt x="1339" y="368"/>
                    <a:pt x="1572" y="77"/>
                    <a:pt x="1912" y="7"/>
                  </a:cubicBezTo>
                  <a:cubicBezTo>
                    <a:pt x="1926" y="3"/>
                    <a:pt x="1940" y="1"/>
                    <a:pt x="1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1"/>
            <p:cNvSpPr/>
            <p:nvPr/>
          </p:nvSpPr>
          <p:spPr>
            <a:xfrm>
              <a:off x="6321401" y="2568841"/>
              <a:ext cx="65633" cy="113942"/>
            </a:xfrm>
            <a:custGeom>
              <a:rect b="b" l="l" r="r" t="t"/>
              <a:pathLst>
                <a:path extrusionOk="0" h="3262" w="1879">
                  <a:moveTo>
                    <a:pt x="290" y="1"/>
                  </a:moveTo>
                  <a:cubicBezTo>
                    <a:pt x="130" y="1"/>
                    <a:pt x="1" y="131"/>
                    <a:pt x="1" y="290"/>
                  </a:cubicBezTo>
                  <a:cubicBezTo>
                    <a:pt x="1" y="1427"/>
                    <a:pt x="245" y="2369"/>
                    <a:pt x="726" y="3092"/>
                  </a:cubicBezTo>
                  <a:cubicBezTo>
                    <a:pt x="766" y="3152"/>
                    <a:pt x="807" y="3208"/>
                    <a:pt x="848" y="3261"/>
                  </a:cubicBezTo>
                  <a:cubicBezTo>
                    <a:pt x="812" y="2805"/>
                    <a:pt x="938" y="2371"/>
                    <a:pt x="1213" y="2014"/>
                  </a:cubicBezTo>
                  <a:cubicBezTo>
                    <a:pt x="1388" y="1787"/>
                    <a:pt x="1619" y="1602"/>
                    <a:pt x="1879" y="1470"/>
                  </a:cubicBezTo>
                  <a:cubicBezTo>
                    <a:pt x="1795" y="1172"/>
                    <a:pt x="1734" y="785"/>
                    <a:pt x="1734" y="290"/>
                  </a:cubicBezTo>
                  <a:cubicBezTo>
                    <a:pt x="1734" y="131"/>
                    <a:pt x="1605" y="1"/>
                    <a:pt x="14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1"/>
            <p:cNvSpPr/>
            <p:nvPr/>
          </p:nvSpPr>
          <p:spPr>
            <a:xfrm>
              <a:off x="6346760" y="2745231"/>
              <a:ext cx="133887" cy="116177"/>
            </a:xfrm>
            <a:custGeom>
              <a:rect b="b" l="l" r="r" t="t"/>
              <a:pathLst>
                <a:path extrusionOk="0" h="3326" w="3833">
                  <a:moveTo>
                    <a:pt x="2470" y="857"/>
                  </a:moveTo>
                  <a:cubicBezTo>
                    <a:pt x="2633" y="857"/>
                    <a:pt x="2752" y="989"/>
                    <a:pt x="2759" y="1146"/>
                  </a:cubicBezTo>
                  <a:cubicBezTo>
                    <a:pt x="2766" y="1302"/>
                    <a:pt x="2621" y="1435"/>
                    <a:pt x="2470" y="1435"/>
                  </a:cubicBezTo>
                  <a:cubicBezTo>
                    <a:pt x="2309" y="1435"/>
                    <a:pt x="2188" y="1302"/>
                    <a:pt x="2181" y="1146"/>
                  </a:cubicBezTo>
                  <a:cubicBezTo>
                    <a:pt x="2174" y="989"/>
                    <a:pt x="2319" y="857"/>
                    <a:pt x="2470" y="857"/>
                  </a:cubicBezTo>
                  <a:close/>
                  <a:moveTo>
                    <a:pt x="1765" y="2153"/>
                  </a:moveTo>
                  <a:cubicBezTo>
                    <a:pt x="1926" y="2153"/>
                    <a:pt x="2046" y="2286"/>
                    <a:pt x="2053" y="2442"/>
                  </a:cubicBezTo>
                  <a:cubicBezTo>
                    <a:pt x="2060" y="2599"/>
                    <a:pt x="1916" y="2731"/>
                    <a:pt x="1765" y="2731"/>
                  </a:cubicBezTo>
                  <a:cubicBezTo>
                    <a:pt x="1602" y="2731"/>
                    <a:pt x="1483" y="2599"/>
                    <a:pt x="1476" y="2442"/>
                  </a:cubicBezTo>
                  <a:cubicBezTo>
                    <a:pt x="1469" y="2286"/>
                    <a:pt x="1613" y="2153"/>
                    <a:pt x="1765" y="2153"/>
                  </a:cubicBezTo>
                  <a:close/>
                  <a:moveTo>
                    <a:pt x="3445" y="0"/>
                  </a:moveTo>
                  <a:cubicBezTo>
                    <a:pt x="3145" y="0"/>
                    <a:pt x="2887" y="124"/>
                    <a:pt x="2604" y="260"/>
                  </a:cubicBezTo>
                  <a:cubicBezTo>
                    <a:pt x="2329" y="391"/>
                    <a:pt x="2019" y="540"/>
                    <a:pt x="1664" y="540"/>
                  </a:cubicBezTo>
                  <a:cubicBezTo>
                    <a:pt x="1543" y="540"/>
                    <a:pt x="1417" y="522"/>
                    <a:pt x="1286" y="481"/>
                  </a:cubicBezTo>
                  <a:lnTo>
                    <a:pt x="1286" y="481"/>
                  </a:lnTo>
                  <a:lnTo>
                    <a:pt x="1359" y="756"/>
                  </a:lnTo>
                  <a:cubicBezTo>
                    <a:pt x="1459" y="1134"/>
                    <a:pt x="1394" y="1540"/>
                    <a:pt x="1179" y="1867"/>
                  </a:cubicBezTo>
                  <a:cubicBezTo>
                    <a:pt x="963" y="2195"/>
                    <a:pt x="618" y="2417"/>
                    <a:pt x="233" y="2475"/>
                  </a:cubicBezTo>
                  <a:cubicBezTo>
                    <a:pt x="198" y="2480"/>
                    <a:pt x="163" y="2484"/>
                    <a:pt x="129" y="2487"/>
                  </a:cubicBezTo>
                  <a:cubicBezTo>
                    <a:pt x="26" y="2519"/>
                    <a:pt x="11" y="2649"/>
                    <a:pt x="8" y="2689"/>
                  </a:cubicBezTo>
                  <a:cubicBezTo>
                    <a:pt x="0" y="2838"/>
                    <a:pt x="74" y="3039"/>
                    <a:pt x="313" y="3117"/>
                  </a:cubicBezTo>
                  <a:cubicBezTo>
                    <a:pt x="316" y="3118"/>
                    <a:pt x="319" y="3119"/>
                    <a:pt x="322" y="3121"/>
                  </a:cubicBezTo>
                  <a:cubicBezTo>
                    <a:pt x="694" y="3257"/>
                    <a:pt x="1041" y="3325"/>
                    <a:pt x="1362" y="3325"/>
                  </a:cubicBezTo>
                  <a:cubicBezTo>
                    <a:pt x="1663" y="3325"/>
                    <a:pt x="1940" y="3265"/>
                    <a:pt x="2191" y="3145"/>
                  </a:cubicBezTo>
                  <a:cubicBezTo>
                    <a:pt x="2937" y="2789"/>
                    <a:pt x="3350" y="1959"/>
                    <a:pt x="3566" y="1326"/>
                  </a:cubicBezTo>
                  <a:cubicBezTo>
                    <a:pt x="3704" y="919"/>
                    <a:pt x="3793" y="497"/>
                    <a:pt x="3832" y="68"/>
                  </a:cubicBezTo>
                  <a:cubicBezTo>
                    <a:pt x="3693" y="21"/>
                    <a:pt x="3566" y="0"/>
                    <a:pt x="34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1"/>
            <p:cNvSpPr/>
            <p:nvPr/>
          </p:nvSpPr>
          <p:spPr>
            <a:xfrm>
              <a:off x="6367822" y="2632621"/>
              <a:ext cx="113627" cy="111392"/>
            </a:xfrm>
            <a:custGeom>
              <a:rect b="b" l="l" r="r" t="t"/>
              <a:pathLst>
                <a:path extrusionOk="0" h="3189" w="3253">
                  <a:moveTo>
                    <a:pt x="1136" y="524"/>
                  </a:moveTo>
                  <a:cubicBezTo>
                    <a:pt x="1298" y="524"/>
                    <a:pt x="1418" y="657"/>
                    <a:pt x="1425" y="813"/>
                  </a:cubicBezTo>
                  <a:cubicBezTo>
                    <a:pt x="1432" y="970"/>
                    <a:pt x="1287" y="1103"/>
                    <a:pt x="1136" y="1103"/>
                  </a:cubicBezTo>
                  <a:cubicBezTo>
                    <a:pt x="974" y="1103"/>
                    <a:pt x="854" y="970"/>
                    <a:pt x="847" y="813"/>
                  </a:cubicBezTo>
                  <a:cubicBezTo>
                    <a:pt x="840" y="657"/>
                    <a:pt x="985" y="524"/>
                    <a:pt x="1136" y="524"/>
                  </a:cubicBezTo>
                  <a:close/>
                  <a:moveTo>
                    <a:pt x="2445" y="1385"/>
                  </a:moveTo>
                  <a:cubicBezTo>
                    <a:pt x="2607" y="1385"/>
                    <a:pt x="2727" y="1517"/>
                    <a:pt x="2734" y="1674"/>
                  </a:cubicBezTo>
                  <a:cubicBezTo>
                    <a:pt x="2741" y="1830"/>
                    <a:pt x="2596" y="1963"/>
                    <a:pt x="2445" y="1963"/>
                  </a:cubicBezTo>
                  <a:cubicBezTo>
                    <a:pt x="2283" y="1963"/>
                    <a:pt x="2163" y="1830"/>
                    <a:pt x="2156" y="1674"/>
                  </a:cubicBezTo>
                  <a:cubicBezTo>
                    <a:pt x="2149" y="1518"/>
                    <a:pt x="2294" y="1385"/>
                    <a:pt x="2445" y="1385"/>
                  </a:cubicBezTo>
                  <a:close/>
                  <a:moveTo>
                    <a:pt x="1251" y="1860"/>
                  </a:moveTo>
                  <a:cubicBezTo>
                    <a:pt x="1413" y="1860"/>
                    <a:pt x="1533" y="1992"/>
                    <a:pt x="1540" y="2149"/>
                  </a:cubicBezTo>
                  <a:cubicBezTo>
                    <a:pt x="1547" y="2305"/>
                    <a:pt x="1402" y="2438"/>
                    <a:pt x="1251" y="2438"/>
                  </a:cubicBezTo>
                  <a:cubicBezTo>
                    <a:pt x="1089" y="2438"/>
                    <a:pt x="970" y="2305"/>
                    <a:pt x="963" y="2149"/>
                  </a:cubicBezTo>
                  <a:cubicBezTo>
                    <a:pt x="956" y="1993"/>
                    <a:pt x="1100" y="1860"/>
                    <a:pt x="1251" y="1860"/>
                  </a:cubicBezTo>
                  <a:close/>
                  <a:moveTo>
                    <a:pt x="1465" y="1"/>
                  </a:moveTo>
                  <a:cubicBezTo>
                    <a:pt x="1029" y="1"/>
                    <a:pt x="600" y="208"/>
                    <a:pt x="341" y="542"/>
                  </a:cubicBezTo>
                  <a:cubicBezTo>
                    <a:pt x="172" y="760"/>
                    <a:pt x="1" y="1133"/>
                    <a:pt x="142" y="1667"/>
                  </a:cubicBezTo>
                  <a:lnTo>
                    <a:pt x="481" y="2942"/>
                  </a:lnTo>
                  <a:cubicBezTo>
                    <a:pt x="702" y="3120"/>
                    <a:pt x="885" y="3189"/>
                    <a:pt x="1063" y="3189"/>
                  </a:cubicBezTo>
                  <a:cubicBezTo>
                    <a:pt x="1278" y="3189"/>
                    <a:pt x="1487" y="3089"/>
                    <a:pt x="1751" y="2962"/>
                  </a:cubicBezTo>
                  <a:cubicBezTo>
                    <a:pt x="2058" y="2816"/>
                    <a:pt x="2412" y="2646"/>
                    <a:pt x="2844" y="2646"/>
                  </a:cubicBezTo>
                  <a:cubicBezTo>
                    <a:pt x="2973" y="2646"/>
                    <a:pt x="3108" y="2662"/>
                    <a:pt x="3252" y="2697"/>
                  </a:cubicBezTo>
                  <a:cubicBezTo>
                    <a:pt x="3246" y="2327"/>
                    <a:pt x="3204" y="1954"/>
                    <a:pt x="3125" y="1584"/>
                  </a:cubicBezTo>
                  <a:lnTo>
                    <a:pt x="3063" y="1289"/>
                  </a:lnTo>
                  <a:cubicBezTo>
                    <a:pt x="2904" y="543"/>
                    <a:pt x="2233" y="1"/>
                    <a:pt x="14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1"/>
            <p:cNvSpPr/>
            <p:nvPr/>
          </p:nvSpPr>
          <p:spPr>
            <a:xfrm>
              <a:off x="6514035" y="2812015"/>
              <a:ext cx="65144" cy="91866"/>
            </a:xfrm>
            <a:custGeom>
              <a:rect b="b" l="l" r="r" t="t"/>
              <a:pathLst>
                <a:path extrusionOk="0" h="2630" w="1865">
                  <a:moveTo>
                    <a:pt x="317" y="1"/>
                  </a:moveTo>
                  <a:cubicBezTo>
                    <a:pt x="243" y="1"/>
                    <a:pt x="169" y="29"/>
                    <a:pt x="113" y="85"/>
                  </a:cubicBezTo>
                  <a:cubicBezTo>
                    <a:pt x="0" y="199"/>
                    <a:pt x="0" y="381"/>
                    <a:pt x="113" y="494"/>
                  </a:cubicBezTo>
                  <a:lnTo>
                    <a:pt x="688" y="1070"/>
                  </a:lnTo>
                  <a:lnTo>
                    <a:pt x="534" y="1101"/>
                  </a:lnTo>
                  <a:cubicBezTo>
                    <a:pt x="430" y="1122"/>
                    <a:pt x="345" y="1199"/>
                    <a:pt x="315" y="1300"/>
                  </a:cubicBezTo>
                  <a:cubicBezTo>
                    <a:pt x="284" y="1403"/>
                    <a:pt x="311" y="1514"/>
                    <a:pt x="387" y="1589"/>
                  </a:cubicBezTo>
                  <a:lnTo>
                    <a:pt x="1343" y="2545"/>
                  </a:lnTo>
                  <a:cubicBezTo>
                    <a:pt x="1400" y="2601"/>
                    <a:pt x="1474" y="2629"/>
                    <a:pt x="1548" y="2629"/>
                  </a:cubicBezTo>
                  <a:cubicBezTo>
                    <a:pt x="1622" y="2629"/>
                    <a:pt x="1696" y="2601"/>
                    <a:pt x="1752" y="2545"/>
                  </a:cubicBezTo>
                  <a:cubicBezTo>
                    <a:pt x="1864" y="2432"/>
                    <a:pt x="1864" y="2250"/>
                    <a:pt x="1752" y="2136"/>
                  </a:cubicBezTo>
                  <a:lnTo>
                    <a:pt x="1176" y="1561"/>
                  </a:lnTo>
                  <a:lnTo>
                    <a:pt x="1331" y="1529"/>
                  </a:lnTo>
                  <a:cubicBezTo>
                    <a:pt x="1435" y="1508"/>
                    <a:pt x="1520" y="1431"/>
                    <a:pt x="1550" y="1329"/>
                  </a:cubicBezTo>
                  <a:cubicBezTo>
                    <a:pt x="1581" y="1228"/>
                    <a:pt x="1553" y="1117"/>
                    <a:pt x="1478" y="1042"/>
                  </a:cubicBezTo>
                  <a:lnTo>
                    <a:pt x="522" y="85"/>
                  </a:lnTo>
                  <a:cubicBezTo>
                    <a:pt x="465" y="29"/>
                    <a:pt x="391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1"/>
            <p:cNvSpPr/>
            <p:nvPr/>
          </p:nvSpPr>
          <p:spPr>
            <a:xfrm>
              <a:off x="6504604" y="2578796"/>
              <a:ext cx="93822" cy="63188"/>
            </a:xfrm>
            <a:custGeom>
              <a:rect b="b" l="l" r="r" t="t"/>
              <a:pathLst>
                <a:path extrusionOk="0" h="1809" w="2686">
                  <a:moveTo>
                    <a:pt x="2368" y="0"/>
                  </a:moveTo>
                  <a:cubicBezTo>
                    <a:pt x="2294" y="0"/>
                    <a:pt x="2220" y="28"/>
                    <a:pt x="2164" y="85"/>
                  </a:cubicBezTo>
                  <a:lnTo>
                    <a:pt x="1589" y="661"/>
                  </a:lnTo>
                  <a:lnTo>
                    <a:pt x="1557" y="506"/>
                  </a:lnTo>
                  <a:cubicBezTo>
                    <a:pt x="1536" y="401"/>
                    <a:pt x="1460" y="317"/>
                    <a:pt x="1357" y="287"/>
                  </a:cubicBezTo>
                  <a:cubicBezTo>
                    <a:pt x="1330" y="278"/>
                    <a:pt x="1302" y="274"/>
                    <a:pt x="1273" y="274"/>
                  </a:cubicBezTo>
                  <a:cubicBezTo>
                    <a:pt x="1198" y="274"/>
                    <a:pt x="1125" y="304"/>
                    <a:pt x="1070" y="359"/>
                  </a:cubicBezTo>
                  <a:lnTo>
                    <a:pt x="113" y="1315"/>
                  </a:lnTo>
                  <a:cubicBezTo>
                    <a:pt x="1" y="1428"/>
                    <a:pt x="1" y="1611"/>
                    <a:pt x="113" y="1724"/>
                  </a:cubicBezTo>
                  <a:cubicBezTo>
                    <a:pt x="170" y="1780"/>
                    <a:pt x="244" y="1809"/>
                    <a:pt x="317" y="1809"/>
                  </a:cubicBezTo>
                  <a:cubicBezTo>
                    <a:pt x="392" y="1809"/>
                    <a:pt x="466" y="1780"/>
                    <a:pt x="522" y="1724"/>
                  </a:cubicBezTo>
                  <a:lnTo>
                    <a:pt x="1098" y="1148"/>
                  </a:lnTo>
                  <a:lnTo>
                    <a:pt x="1129" y="1303"/>
                  </a:lnTo>
                  <a:cubicBezTo>
                    <a:pt x="1150" y="1407"/>
                    <a:pt x="1226" y="1492"/>
                    <a:pt x="1329" y="1522"/>
                  </a:cubicBezTo>
                  <a:cubicBezTo>
                    <a:pt x="1356" y="1531"/>
                    <a:pt x="1384" y="1535"/>
                    <a:pt x="1412" y="1535"/>
                  </a:cubicBezTo>
                  <a:cubicBezTo>
                    <a:pt x="1487" y="1535"/>
                    <a:pt x="1561" y="1505"/>
                    <a:pt x="1617" y="1450"/>
                  </a:cubicBezTo>
                  <a:lnTo>
                    <a:pt x="2573" y="493"/>
                  </a:lnTo>
                  <a:cubicBezTo>
                    <a:pt x="2685" y="380"/>
                    <a:pt x="2685" y="198"/>
                    <a:pt x="2573" y="85"/>
                  </a:cubicBezTo>
                  <a:cubicBezTo>
                    <a:pt x="2516" y="28"/>
                    <a:pt x="2442" y="0"/>
                    <a:pt x="2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6257376" y="2649911"/>
              <a:ext cx="65179" cy="91866"/>
            </a:xfrm>
            <a:custGeom>
              <a:rect b="b" l="l" r="r" t="t"/>
              <a:pathLst>
                <a:path extrusionOk="0" h="2630" w="1866">
                  <a:moveTo>
                    <a:pt x="317" y="1"/>
                  </a:moveTo>
                  <a:cubicBezTo>
                    <a:pt x="243" y="1"/>
                    <a:pt x="169" y="29"/>
                    <a:pt x="113" y="85"/>
                  </a:cubicBezTo>
                  <a:cubicBezTo>
                    <a:pt x="0" y="198"/>
                    <a:pt x="0" y="381"/>
                    <a:pt x="113" y="494"/>
                  </a:cubicBezTo>
                  <a:lnTo>
                    <a:pt x="689" y="1069"/>
                  </a:lnTo>
                  <a:lnTo>
                    <a:pt x="534" y="1101"/>
                  </a:lnTo>
                  <a:cubicBezTo>
                    <a:pt x="430" y="1122"/>
                    <a:pt x="345" y="1199"/>
                    <a:pt x="314" y="1301"/>
                  </a:cubicBezTo>
                  <a:cubicBezTo>
                    <a:pt x="284" y="1403"/>
                    <a:pt x="312" y="1513"/>
                    <a:pt x="387" y="1588"/>
                  </a:cubicBezTo>
                  <a:lnTo>
                    <a:pt x="1343" y="2545"/>
                  </a:lnTo>
                  <a:cubicBezTo>
                    <a:pt x="1400" y="2602"/>
                    <a:pt x="1474" y="2630"/>
                    <a:pt x="1547" y="2630"/>
                  </a:cubicBezTo>
                  <a:cubicBezTo>
                    <a:pt x="1621" y="2630"/>
                    <a:pt x="1696" y="2602"/>
                    <a:pt x="1752" y="2545"/>
                  </a:cubicBezTo>
                  <a:cubicBezTo>
                    <a:pt x="1865" y="2432"/>
                    <a:pt x="1865" y="2249"/>
                    <a:pt x="1752" y="2136"/>
                  </a:cubicBezTo>
                  <a:lnTo>
                    <a:pt x="1176" y="1561"/>
                  </a:lnTo>
                  <a:lnTo>
                    <a:pt x="1331" y="1530"/>
                  </a:lnTo>
                  <a:cubicBezTo>
                    <a:pt x="1435" y="1509"/>
                    <a:pt x="1519" y="1432"/>
                    <a:pt x="1550" y="1330"/>
                  </a:cubicBezTo>
                  <a:cubicBezTo>
                    <a:pt x="1581" y="1227"/>
                    <a:pt x="1553" y="1117"/>
                    <a:pt x="1478" y="1042"/>
                  </a:cubicBezTo>
                  <a:lnTo>
                    <a:pt x="521" y="85"/>
                  </a:lnTo>
                  <a:cubicBezTo>
                    <a:pt x="465" y="29"/>
                    <a:pt x="391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31"/>
          <p:cNvGrpSpPr/>
          <p:nvPr/>
        </p:nvGrpSpPr>
        <p:grpSpPr>
          <a:xfrm>
            <a:off x="1018008" y="1614482"/>
            <a:ext cx="341053" cy="455767"/>
            <a:chOff x="5562220" y="2568876"/>
            <a:chExt cx="257748" cy="344443"/>
          </a:xfrm>
        </p:grpSpPr>
        <p:sp>
          <p:nvSpPr>
            <p:cNvPr id="655" name="Google Shape;655;p31"/>
            <p:cNvSpPr/>
            <p:nvPr/>
          </p:nvSpPr>
          <p:spPr>
            <a:xfrm>
              <a:off x="5736201" y="2606110"/>
              <a:ext cx="70349" cy="36222"/>
            </a:xfrm>
            <a:custGeom>
              <a:rect b="b" l="l" r="r" t="t"/>
              <a:pathLst>
                <a:path extrusionOk="0" h="1037" w="2014">
                  <a:moveTo>
                    <a:pt x="1374" y="1"/>
                  </a:moveTo>
                  <a:cubicBezTo>
                    <a:pt x="897" y="1"/>
                    <a:pt x="433" y="82"/>
                    <a:pt x="0" y="237"/>
                  </a:cubicBezTo>
                  <a:cubicBezTo>
                    <a:pt x="47" y="269"/>
                    <a:pt x="92" y="301"/>
                    <a:pt x="135" y="333"/>
                  </a:cubicBezTo>
                  <a:cubicBezTo>
                    <a:pt x="478" y="588"/>
                    <a:pt x="716" y="850"/>
                    <a:pt x="862" y="1036"/>
                  </a:cubicBezTo>
                  <a:cubicBezTo>
                    <a:pt x="1147" y="874"/>
                    <a:pt x="1474" y="791"/>
                    <a:pt x="1834" y="791"/>
                  </a:cubicBezTo>
                  <a:lnTo>
                    <a:pt x="2014" y="791"/>
                  </a:lnTo>
                  <a:cubicBezTo>
                    <a:pt x="1862" y="501"/>
                    <a:pt x="1672" y="236"/>
                    <a:pt x="14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0975" lIns="120975" spcFirstLastPara="1" rIns="120975" wrap="square" tIns="12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5635431" y="2568876"/>
              <a:ext cx="128298" cy="33149"/>
            </a:xfrm>
            <a:custGeom>
              <a:rect b="b" l="l" r="r" t="t"/>
              <a:pathLst>
                <a:path extrusionOk="0" h="949" w="3673">
                  <a:moveTo>
                    <a:pt x="1849" y="1"/>
                  </a:moveTo>
                  <a:cubicBezTo>
                    <a:pt x="1651" y="1"/>
                    <a:pt x="1454" y="17"/>
                    <a:pt x="1261" y="51"/>
                  </a:cubicBezTo>
                  <a:cubicBezTo>
                    <a:pt x="1251" y="51"/>
                    <a:pt x="1241" y="53"/>
                    <a:pt x="1231" y="56"/>
                  </a:cubicBezTo>
                  <a:cubicBezTo>
                    <a:pt x="779" y="139"/>
                    <a:pt x="361" y="322"/>
                    <a:pt x="0" y="581"/>
                  </a:cubicBezTo>
                  <a:lnTo>
                    <a:pt x="87" y="581"/>
                  </a:lnTo>
                  <a:cubicBezTo>
                    <a:pt x="190" y="575"/>
                    <a:pt x="290" y="572"/>
                    <a:pt x="389" y="572"/>
                  </a:cubicBezTo>
                  <a:cubicBezTo>
                    <a:pt x="1144" y="572"/>
                    <a:pt x="1760" y="734"/>
                    <a:pt x="2243" y="948"/>
                  </a:cubicBezTo>
                  <a:cubicBezTo>
                    <a:pt x="2339" y="902"/>
                    <a:pt x="2437" y="859"/>
                    <a:pt x="2537" y="819"/>
                  </a:cubicBezTo>
                  <a:cubicBezTo>
                    <a:pt x="2903" y="673"/>
                    <a:pt x="3283" y="575"/>
                    <a:pt x="3673" y="526"/>
                  </a:cubicBezTo>
                  <a:cubicBezTo>
                    <a:pt x="3144" y="193"/>
                    <a:pt x="2518" y="1"/>
                    <a:pt x="18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0975" lIns="120975" spcFirstLastPara="1" rIns="120975" wrap="square" tIns="12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5562220" y="2609009"/>
              <a:ext cx="257748" cy="304310"/>
            </a:xfrm>
            <a:custGeom>
              <a:rect b="b" l="l" r="r" t="t"/>
              <a:pathLst>
                <a:path extrusionOk="0" h="8712" w="7379">
                  <a:moveTo>
                    <a:pt x="2492" y="0"/>
                  </a:moveTo>
                  <a:cubicBezTo>
                    <a:pt x="2398" y="0"/>
                    <a:pt x="2303" y="3"/>
                    <a:pt x="2207" y="9"/>
                  </a:cubicBezTo>
                  <a:cubicBezTo>
                    <a:pt x="2202" y="9"/>
                    <a:pt x="2196" y="10"/>
                    <a:pt x="2191" y="10"/>
                  </a:cubicBezTo>
                  <a:lnTo>
                    <a:pt x="1487" y="10"/>
                  </a:lnTo>
                  <a:cubicBezTo>
                    <a:pt x="1221" y="342"/>
                    <a:pt x="1021" y="732"/>
                    <a:pt x="912" y="1159"/>
                  </a:cubicBezTo>
                  <a:lnTo>
                    <a:pt x="21" y="4545"/>
                  </a:lnTo>
                  <a:cubicBezTo>
                    <a:pt x="1" y="4622"/>
                    <a:pt x="13" y="4704"/>
                    <a:pt x="54" y="4771"/>
                  </a:cubicBezTo>
                  <a:cubicBezTo>
                    <a:pt x="96" y="4838"/>
                    <a:pt x="163" y="4885"/>
                    <a:pt x="241" y="4902"/>
                  </a:cubicBezTo>
                  <a:lnTo>
                    <a:pt x="854" y="5031"/>
                  </a:lnTo>
                  <a:lnTo>
                    <a:pt x="854" y="5233"/>
                  </a:lnTo>
                  <a:lnTo>
                    <a:pt x="2187" y="5233"/>
                  </a:lnTo>
                  <a:cubicBezTo>
                    <a:pt x="2347" y="5233"/>
                    <a:pt x="2476" y="5362"/>
                    <a:pt x="2476" y="5522"/>
                  </a:cubicBezTo>
                  <a:cubicBezTo>
                    <a:pt x="2476" y="5681"/>
                    <a:pt x="2347" y="5811"/>
                    <a:pt x="2187" y="5811"/>
                  </a:cubicBezTo>
                  <a:lnTo>
                    <a:pt x="854" y="5811"/>
                  </a:lnTo>
                  <a:lnTo>
                    <a:pt x="854" y="6691"/>
                  </a:lnTo>
                  <a:cubicBezTo>
                    <a:pt x="854" y="7165"/>
                    <a:pt x="1240" y="7551"/>
                    <a:pt x="1715" y="7551"/>
                  </a:cubicBezTo>
                  <a:lnTo>
                    <a:pt x="2440" y="7551"/>
                  </a:lnTo>
                  <a:lnTo>
                    <a:pt x="2440" y="8422"/>
                  </a:lnTo>
                  <a:cubicBezTo>
                    <a:pt x="2440" y="8582"/>
                    <a:pt x="2570" y="8711"/>
                    <a:pt x="2728" y="8711"/>
                  </a:cubicBezTo>
                  <a:lnTo>
                    <a:pt x="5977" y="8711"/>
                  </a:lnTo>
                  <a:cubicBezTo>
                    <a:pt x="6137" y="8711"/>
                    <a:pt x="6266" y="8582"/>
                    <a:pt x="6266" y="8422"/>
                  </a:cubicBezTo>
                  <a:lnTo>
                    <a:pt x="6266" y="4871"/>
                  </a:lnTo>
                  <a:cubicBezTo>
                    <a:pt x="6802" y="4370"/>
                    <a:pt x="7170" y="3706"/>
                    <a:pt x="7307" y="2986"/>
                  </a:cubicBezTo>
                  <a:cubicBezTo>
                    <a:pt x="7354" y="2758"/>
                    <a:pt x="7379" y="2522"/>
                    <a:pt x="7379" y="2286"/>
                  </a:cubicBezTo>
                  <a:cubicBezTo>
                    <a:pt x="7379" y="1938"/>
                    <a:pt x="7326" y="1602"/>
                    <a:pt x="7230" y="1286"/>
                  </a:cubicBezTo>
                  <a:lnTo>
                    <a:pt x="6815" y="1286"/>
                  </a:lnTo>
                  <a:cubicBezTo>
                    <a:pt x="6301" y="1286"/>
                    <a:pt x="5899" y="1514"/>
                    <a:pt x="5617" y="1963"/>
                  </a:cubicBezTo>
                  <a:cubicBezTo>
                    <a:pt x="5617" y="1963"/>
                    <a:pt x="5617" y="1963"/>
                    <a:pt x="5617" y="1964"/>
                  </a:cubicBezTo>
                  <a:cubicBezTo>
                    <a:pt x="5801" y="2123"/>
                    <a:pt x="5918" y="2358"/>
                    <a:pt x="5918" y="2621"/>
                  </a:cubicBezTo>
                  <a:cubicBezTo>
                    <a:pt x="5918" y="3100"/>
                    <a:pt x="5529" y="3490"/>
                    <a:pt x="5049" y="3490"/>
                  </a:cubicBezTo>
                  <a:cubicBezTo>
                    <a:pt x="4570" y="3490"/>
                    <a:pt x="4180" y="3100"/>
                    <a:pt x="4180" y="2621"/>
                  </a:cubicBezTo>
                  <a:cubicBezTo>
                    <a:pt x="4180" y="2142"/>
                    <a:pt x="4570" y="1752"/>
                    <a:pt x="5049" y="1752"/>
                  </a:cubicBezTo>
                  <a:lnTo>
                    <a:pt x="5069" y="1752"/>
                  </a:lnTo>
                  <a:cubicBezTo>
                    <a:pt x="5088" y="1720"/>
                    <a:pt x="5107" y="1688"/>
                    <a:pt x="5128" y="1655"/>
                  </a:cubicBezTo>
                  <a:cubicBezTo>
                    <a:pt x="5207" y="1529"/>
                    <a:pt x="5295" y="1414"/>
                    <a:pt x="5390" y="1312"/>
                  </a:cubicBezTo>
                  <a:cubicBezTo>
                    <a:pt x="5268" y="1157"/>
                    <a:pt x="5058" y="923"/>
                    <a:pt x="4749" y="697"/>
                  </a:cubicBezTo>
                  <a:cubicBezTo>
                    <a:pt x="4620" y="603"/>
                    <a:pt x="4488" y="519"/>
                    <a:pt x="4350" y="444"/>
                  </a:cubicBezTo>
                  <a:cubicBezTo>
                    <a:pt x="4065" y="607"/>
                    <a:pt x="3801" y="805"/>
                    <a:pt x="3562" y="1037"/>
                  </a:cubicBezTo>
                  <a:cubicBezTo>
                    <a:pt x="3554" y="1044"/>
                    <a:pt x="3547" y="1052"/>
                    <a:pt x="3539" y="1060"/>
                  </a:cubicBezTo>
                  <a:cubicBezTo>
                    <a:pt x="3601" y="1180"/>
                    <a:pt x="3636" y="1317"/>
                    <a:pt x="3636" y="1461"/>
                  </a:cubicBezTo>
                  <a:cubicBezTo>
                    <a:pt x="3636" y="1940"/>
                    <a:pt x="3246" y="2329"/>
                    <a:pt x="2768" y="2329"/>
                  </a:cubicBezTo>
                  <a:cubicBezTo>
                    <a:pt x="2288" y="2329"/>
                    <a:pt x="1898" y="1940"/>
                    <a:pt x="1898" y="1461"/>
                  </a:cubicBezTo>
                  <a:cubicBezTo>
                    <a:pt x="1898" y="981"/>
                    <a:pt x="2288" y="592"/>
                    <a:pt x="2768" y="592"/>
                  </a:cubicBezTo>
                  <a:cubicBezTo>
                    <a:pt x="2892" y="592"/>
                    <a:pt x="3010" y="618"/>
                    <a:pt x="3116" y="665"/>
                  </a:cubicBezTo>
                  <a:cubicBezTo>
                    <a:pt x="3131" y="650"/>
                    <a:pt x="3145" y="636"/>
                    <a:pt x="3160" y="622"/>
                  </a:cubicBezTo>
                  <a:cubicBezTo>
                    <a:pt x="3329" y="458"/>
                    <a:pt x="3510" y="308"/>
                    <a:pt x="3701" y="174"/>
                  </a:cubicBezTo>
                  <a:cubicBezTo>
                    <a:pt x="3326" y="58"/>
                    <a:pt x="2922" y="0"/>
                    <a:pt x="24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0975" lIns="120975" spcFirstLastPara="1" rIns="120975" wrap="square" tIns="12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1"/>
            <p:cNvSpPr/>
            <p:nvPr/>
          </p:nvSpPr>
          <p:spPr>
            <a:xfrm>
              <a:off x="5648704" y="2649841"/>
              <a:ext cx="20364" cy="20399"/>
            </a:xfrm>
            <a:custGeom>
              <a:rect b="b" l="l" r="r" t="t"/>
              <a:pathLst>
                <a:path extrusionOk="0" h="584" w="583">
                  <a:moveTo>
                    <a:pt x="292" y="0"/>
                  </a:moveTo>
                  <a:cubicBezTo>
                    <a:pt x="130" y="0"/>
                    <a:pt x="0" y="131"/>
                    <a:pt x="0" y="292"/>
                  </a:cubicBezTo>
                  <a:cubicBezTo>
                    <a:pt x="0" y="452"/>
                    <a:pt x="130" y="583"/>
                    <a:pt x="292" y="583"/>
                  </a:cubicBezTo>
                  <a:cubicBezTo>
                    <a:pt x="452" y="583"/>
                    <a:pt x="582" y="452"/>
                    <a:pt x="582" y="292"/>
                  </a:cubicBezTo>
                  <a:cubicBezTo>
                    <a:pt x="582" y="131"/>
                    <a:pt x="452" y="0"/>
                    <a:pt x="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0975" lIns="120975" spcFirstLastPara="1" rIns="120975" wrap="square" tIns="12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1"/>
            <p:cNvSpPr/>
            <p:nvPr/>
          </p:nvSpPr>
          <p:spPr>
            <a:xfrm>
              <a:off x="5728412" y="2690358"/>
              <a:ext cx="20364" cy="20364"/>
            </a:xfrm>
            <a:custGeom>
              <a:rect b="b" l="l" r="r" t="t"/>
              <a:pathLst>
                <a:path extrusionOk="0" h="583" w="583">
                  <a:moveTo>
                    <a:pt x="291" y="0"/>
                  </a:moveTo>
                  <a:cubicBezTo>
                    <a:pt x="131" y="0"/>
                    <a:pt x="0" y="131"/>
                    <a:pt x="0" y="292"/>
                  </a:cubicBezTo>
                  <a:cubicBezTo>
                    <a:pt x="0" y="453"/>
                    <a:pt x="131" y="583"/>
                    <a:pt x="291" y="583"/>
                  </a:cubicBezTo>
                  <a:cubicBezTo>
                    <a:pt x="452" y="583"/>
                    <a:pt x="583" y="453"/>
                    <a:pt x="583" y="292"/>
                  </a:cubicBezTo>
                  <a:cubicBezTo>
                    <a:pt x="583" y="131"/>
                    <a:pt x="452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0975" lIns="120975" spcFirstLastPara="1" rIns="120975" wrap="square" tIns="120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60" name="Google Shape;660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61" name="Google Shape;661;p31"/>
          <p:cNvSpPr txBox="1"/>
          <p:nvPr>
            <p:ph idx="4294967295" type="title"/>
          </p:nvPr>
        </p:nvSpPr>
        <p:spPr>
          <a:xfrm>
            <a:off x="1517000" y="438800"/>
            <a:ext cx="4601400" cy="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01:  Research Focus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sp>
        <p:nvSpPr>
          <p:cNvPr id="662" name="Google Shape;66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2"/>
          <p:cNvSpPr/>
          <p:nvPr/>
        </p:nvSpPr>
        <p:spPr>
          <a:xfrm>
            <a:off x="263575" y="2139875"/>
            <a:ext cx="2532300" cy="17310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68" name="Google Shape;668;p32"/>
          <p:cNvCxnSpPr>
            <a:stCxn id="667" idx="4"/>
            <a:endCxn id="669" idx="2"/>
          </p:cNvCxnSpPr>
          <p:nvPr/>
        </p:nvCxnSpPr>
        <p:spPr>
          <a:xfrm>
            <a:off x="1529725" y="3870875"/>
            <a:ext cx="1644900" cy="268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9" name="Google Shape;669;p32"/>
          <p:cNvSpPr/>
          <p:nvPr/>
        </p:nvSpPr>
        <p:spPr>
          <a:xfrm>
            <a:off x="3174750" y="3221950"/>
            <a:ext cx="2794500" cy="1834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0" name="Google Shape;670;p32"/>
          <p:cNvSpPr txBox="1"/>
          <p:nvPr/>
        </p:nvSpPr>
        <p:spPr>
          <a:xfrm>
            <a:off x="620925" y="2373325"/>
            <a:ext cx="15996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Reimplement Alzheimer &amp; Parkinson from existing research</a:t>
            </a: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1" name="Google Shape;671;p32"/>
          <p:cNvSpPr txBox="1"/>
          <p:nvPr/>
        </p:nvSpPr>
        <p:spPr>
          <a:xfrm>
            <a:off x="3564638" y="3478375"/>
            <a:ext cx="20148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Combine and reformat dataset to enable detection for both diseases </a:t>
            </a:r>
            <a:endParaRPr b="1"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2" name="Google Shape;672;p32"/>
          <p:cNvSpPr/>
          <p:nvPr/>
        </p:nvSpPr>
        <p:spPr>
          <a:xfrm>
            <a:off x="6086450" y="1204425"/>
            <a:ext cx="3016200" cy="22560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73" name="Google Shape;673;p32"/>
          <p:cNvCxnSpPr>
            <a:stCxn id="669" idx="6"/>
            <a:endCxn id="672" idx="4"/>
          </p:cNvCxnSpPr>
          <p:nvPr/>
        </p:nvCxnSpPr>
        <p:spPr>
          <a:xfrm flipH="1" rot="10800000">
            <a:off x="5969250" y="3460450"/>
            <a:ext cx="1625400" cy="6789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32"/>
          <p:cNvSpPr txBox="1"/>
          <p:nvPr/>
        </p:nvSpPr>
        <p:spPr>
          <a:xfrm>
            <a:off x="6556550" y="1405825"/>
            <a:ext cx="20760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Construct multi classification model that outputs: </a:t>
            </a:r>
            <a:endParaRPr b="1"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healthy(0)</a:t>
            </a:r>
            <a:endParaRPr b="1"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Alzheimer(1)</a:t>
            </a:r>
            <a:endParaRPr b="1"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Parkinson(2)</a:t>
            </a:r>
            <a:endParaRPr b="1"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5" name="Google Shape;675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</p:spPr>
      </p:pic>
      <p:sp>
        <p:nvSpPr>
          <p:cNvPr id="676" name="Google Shape;676;p32"/>
          <p:cNvSpPr txBox="1"/>
          <p:nvPr>
            <p:ph idx="4294967295" type="title"/>
          </p:nvPr>
        </p:nvSpPr>
        <p:spPr>
          <a:xfrm>
            <a:off x="1529725" y="438800"/>
            <a:ext cx="4601400" cy="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02: Project Flow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sp>
        <p:nvSpPr>
          <p:cNvPr id="677" name="Google Shape;677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3"/>
          <p:cNvSpPr txBox="1"/>
          <p:nvPr/>
        </p:nvSpPr>
        <p:spPr>
          <a:xfrm>
            <a:off x="5353899" y="3823625"/>
            <a:ext cx="34479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We found handwriting </a:t>
            </a:r>
            <a:r>
              <a:rPr lang="en">
                <a:solidFill>
                  <a:srgbClr val="595959"/>
                </a:solidFill>
              </a:rPr>
              <a:t>images from 6 out of 25 tasks: we use the 2D colored images → 1009 images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33"/>
          <p:cNvSpPr txBox="1"/>
          <p:nvPr/>
        </p:nvSpPr>
        <p:spPr>
          <a:xfrm>
            <a:off x="5353900" y="2676200"/>
            <a:ext cx="34479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Both 2D image and 1D handwriting data (pen pressure, speed, air time, etc.)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4" name="Google Shape;684;p33"/>
          <p:cNvSpPr txBox="1"/>
          <p:nvPr/>
        </p:nvSpPr>
        <p:spPr>
          <a:xfrm>
            <a:off x="5353899" y="1528150"/>
            <a:ext cx="34479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174 participants: 89 diagnosed with Alzheimer’s and 85 healthy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5" name="Google Shape;685;p33"/>
          <p:cNvSpPr/>
          <p:nvPr/>
        </p:nvSpPr>
        <p:spPr>
          <a:xfrm>
            <a:off x="5007000" y="1746051"/>
            <a:ext cx="285300" cy="30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3"/>
          <p:cNvSpPr/>
          <p:nvPr/>
        </p:nvSpPr>
        <p:spPr>
          <a:xfrm>
            <a:off x="5006900" y="2867273"/>
            <a:ext cx="285300" cy="302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3"/>
          <p:cNvSpPr/>
          <p:nvPr/>
        </p:nvSpPr>
        <p:spPr>
          <a:xfrm>
            <a:off x="5006900" y="3907000"/>
            <a:ext cx="285300" cy="30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8" name="Google Shape;688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89" name="Google Shape;689;p33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03: Dataset - Alzheimer(DARWIN) 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graphicFrame>
        <p:nvGraphicFramePr>
          <p:cNvPr id="690" name="Google Shape;690;p33"/>
          <p:cNvGraphicFramePr/>
          <p:nvPr/>
        </p:nvGraphicFramePr>
        <p:xfrm>
          <a:off x="718500" y="152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{97E299B2-9BDD-40F8-A7EF-E24B7C06D505}</a:tableStyleId>
              </a:tblPr>
              <a:tblGrid>
                <a:gridCol w="1817900"/>
                <a:gridCol w="1817900"/>
              </a:tblGrid>
              <a:tr h="162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5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91" name="Google Shape;691;p33" title="T24_AD_0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6849" y="3236000"/>
            <a:ext cx="1298400" cy="12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3" title="T03_AD_0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7900" y="3403900"/>
            <a:ext cx="1165400" cy="11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3" title="T24_HC_01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9725" y="1654521"/>
            <a:ext cx="1298400" cy="12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33" title="T03_HC_01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7900" y="1664850"/>
            <a:ext cx="1298400" cy="12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1" name="Google Shape;701;p34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03: Dataset - Parkinson 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sp>
        <p:nvSpPr>
          <p:cNvPr id="702" name="Google Shape;702;p34"/>
          <p:cNvSpPr txBox="1"/>
          <p:nvPr/>
        </p:nvSpPr>
        <p:spPr>
          <a:xfrm>
            <a:off x="5682435" y="2504260"/>
            <a:ext cx="31026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3264 total samples equally distributed between patients and healthy group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3" name="Google Shape;703;p34"/>
          <p:cNvSpPr/>
          <p:nvPr/>
        </p:nvSpPr>
        <p:spPr>
          <a:xfrm>
            <a:off x="5335425" y="2695323"/>
            <a:ext cx="285300" cy="302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4" name="Google Shape;704;p34"/>
          <p:cNvGraphicFramePr/>
          <p:nvPr/>
        </p:nvGraphicFramePr>
        <p:xfrm>
          <a:off x="95325" y="1429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{97E299B2-9BDD-40F8-A7EF-E24B7C06D505}</a:tableStyleId>
              </a:tblPr>
              <a:tblGrid>
                <a:gridCol w="1189675"/>
                <a:gridCol w="1224425"/>
                <a:gridCol w="1902175"/>
              </a:tblGrid>
              <a:tr h="157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Healthy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66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Parkinson Patients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5" name="Google Shape;705;p34"/>
          <p:cNvSpPr txBox="1"/>
          <p:nvPr/>
        </p:nvSpPr>
        <p:spPr>
          <a:xfrm>
            <a:off x="5682335" y="1439600"/>
            <a:ext cx="31026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</a:rPr>
              <a:t>Source from Kaggle, combined HandPD(spirals) and other handwriting images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6" name="Google Shape;706;p34"/>
          <p:cNvSpPr/>
          <p:nvPr/>
        </p:nvSpPr>
        <p:spPr>
          <a:xfrm>
            <a:off x="5335425" y="1657501"/>
            <a:ext cx="285300" cy="30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5025" y="1473200"/>
            <a:ext cx="695670" cy="14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1950" y="1473206"/>
            <a:ext cx="1492850" cy="14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5025" y="3003550"/>
            <a:ext cx="583850" cy="161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1950" y="3019850"/>
            <a:ext cx="1535347" cy="1527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17" name="Google Shape;717;p35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03: Dataset - Combined 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sp>
        <p:nvSpPr>
          <p:cNvPr id="718" name="Google Shape;718;p35"/>
          <p:cNvSpPr txBox="1"/>
          <p:nvPr/>
        </p:nvSpPr>
        <p:spPr>
          <a:xfrm>
            <a:off x="991675" y="1673050"/>
            <a:ext cx="7045200" cy="25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Random select 60% of each Parkinson dataset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Concatenate with all data used from Alzheimer’s model reimplementation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Samples: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2969: 1009 images from DARWIN and 1960 from Parkinson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intentionally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kept more healthy images. Even though the sample is identified as healthy, the images are different and we want the model to capture this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information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9" name="Google Shape;71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25" name="Google Shape;725;p36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04: Existing Literature- Alzheimer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pic>
        <p:nvPicPr>
          <p:cNvPr id="726" name="Google Shape;726;p36" title="Screenshot 2025-11-18 at 10.22.1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8775" y="1308875"/>
            <a:ext cx="3191074" cy="3437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6"/>
          <p:cNvSpPr txBox="1"/>
          <p:nvPr/>
        </p:nvSpPr>
        <p:spPr>
          <a:xfrm>
            <a:off x="234600" y="1471975"/>
            <a:ext cx="50295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Current literature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focused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 taking 1D data and transforming into 2D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representation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then modeling on transformed 2D image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12-layer CNN model (Erdogmus &amp; Kabakus, 2023)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DoppelGANger (Dao et al., 2023)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Baseline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testing using ResNet50, MobileNetV2, Inception, VGG, DenseNet and other machine learning methods (SVM, boosting methods, etc.)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8" name="Google Shape;728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7"/>
          <p:cNvSpPr txBox="1"/>
          <p:nvPr>
            <p:ph idx="1" type="subTitle"/>
          </p:nvPr>
        </p:nvSpPr>
        <p:spPr>
          <a:xfrm>
            <a:off x="941853" y="1306475"/>
            <a:ext cx="31602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CC-NET + FC</a:t>
            </a:r>
            <a:endParaRPr/>
          </a:p>
        </p:txBody>
      </p:sp>
      <p:pic>
        <p:nvPicPr>
          <p:cNvPr id="734" name="Google Shape;734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35" name="Google Shape;735;p37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04: Existing Literature - Parkinson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pic>
        <p:nvPicPr>
          <p:cNvPr id="736" name="Google Shape;73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175" y="1832374"/>
            <a:ext cx="4050851" cy="2469275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37"/>
          <p:cNvSpPr txBox="1"/>
          <p:nvPr/>
        </p:nvSpPr>
        <p:spPr>
          <a:xfrm>
            <a:off x="5011975" y="1457100"/>
            <a:ext cx="3444600" cy="11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Two-block CNN (Li  et al 2022)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 the amount of Max Pooling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Designed based on AlexNet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Ablation Experiment model for preprocessing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8" name="Google Shape;73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1974" y="2714493"/>
            <a:ext cx="3160200" cy="181525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8"/>
          <p:cNvSpPr txBox="1"/>
          <p:nvPr>
            <p:ph idx="1" type="subTitle"/>
          </p:nvPr>
        </p:nvSpPr>
        <p:spPr>
          <a:xfrm>
            <a:off x="703728" y="1414725"/>
            <a:ext cx="31602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CC-NET + CBAM</a:t>
            </a:r>
            <a:endParaRPr/>
          </a:p>
        </p:txBody>
      </p:sp>
      <p:pic>
        <p:nvPicPr>
          <p:cNvPr id="745" name="Google Shape;745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46" name="Google Shape;746;p38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04: Existing Literature - Parkinson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pic>
        <p:nvPicPr>
          <p:cNvPr id="747" name="Google Shape;74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000" y="2246607"/>
            <a:ext cx="4284574" cy="2224681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38"/>
          <p:cNvSpPr txBox="1"/>
          <p:nvPr/>
        </p:nvSpPr>
        <p:spPr>
          <a:xfrm>
            <a:off x="5123300" y="1356200"/>
            <a:ext cx="35628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Alternative CC-Net (Jiang et al)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CBAM: Convolutional Block Attention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CBAM enables the model to identify the significant regions.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9" name="Google Shape;74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299" y="2320289"/>
            <a:ext cx="3286450" cy="207731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9"/>
          <p:cNvSpPr txBox="1"/>
          <p:nvPr>
            <p:ph idx="1" type="subTitle"/>
          </p:nvPr>
        </p:nvSpPr>
        <p:spPr>
          <a:xfrm>
            <a:off x="950753" y="1356200"/>
            <a:ext cx="3160200" cy="5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ResNet</a:t>
            </a:r>
            <a:endParaRPr sz="2500"/>
          </a:p>
        </p:txBody>
      </p:sp>
      <p:pic>
        <p:nvPicPr>
          <p:cNvPr id="756" name="Google Shape;756;p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57" name="Google Shape;757;p39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04: Existing Literature - Parkinson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sp>
        <p:nvSpPr>
          <p:cNvPr id="758" name="Google Shape;758;p39"/>
          <p:cNvSpPr txBox="1"/>
          <p:nvPr/>
        </p:nvSpPr>
        <p:spPr>
          <a:xfrm>
            <a:off x="4985050" y="1224200"/>
            <a:ext cx="3747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Flexible sensor captures detailed handwriting dynamics.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Deep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ResNet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architecture extracts subtle, discriminative features.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Could enable early screening in routine or remote settings.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9" name="Google Shape;759;p39" title="Screenshot 2025-11-19 at 4.48.09 PM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50" y="1882111"/>
            <a:ext cx="4485477" cy="255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39" title="1-s2.0-S0924424725000937-ga1_lr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1875" y="2743175"/>
            <a:ext cx="3785073" cy="15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7" name="Google Shape;767;p40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05: Model Reimplementation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graphicFrame>
        <p:nvGraphicFramePr>
          <p:cNvPr id="768" name="Google Shape;768;p40"/>
          <p:cNvGraphicFramePr/>
          <p:nvPr/>
        </p:nvGraphicFramePr>
        <p:xfrm>
          <a:off x="5764575" y="135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{97E299B2-9BDD-40F8-A7EF-E24B7C06D505}</a:tableStyleId>
              </a:tblPr>
              <a:tblGrid>
                <a:gridCol w="1221800"/>
                <a:gridCol w="1221800"/>
              </a:tblGrid>
              <a:tr h="4348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Alzheimer 2D Tuned Hyperparameters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46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Conv Drop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FC Drop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Batch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Optimizer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Loss Fn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Cross entropy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Ln_rate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1e-3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69" name="Google Shape;769;p40"/>
          <p:cNvSpPr txBox="1"/>
          <p:nvPr/>
        </p:nvSpPr>
        <p:spPr>
          <a:xfrm>
            <a:off x="576000" y="1594375"/>
            <a:ext cx="4841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e-implementation of 12-layer CNN model on transformed 1D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Select models from the literature applied on original 2D handwriting images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Baseline include: ResNet50, MobileNetV2, and DenseNet121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Hyperparameter tuning conducted via 4-fold cross-validation on the 12-layer CNN model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0" name="Google Shape;77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76" name="Google Shape;776;p41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05: Model Reimplementation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graphicFrame>
        <p:nvGraphicFramePr>
          <p:cNvPr id="777" name="Google Shape;777;p41"/>
          <p:cNvGraphicFramePr/>
          <p:nvPr/>
        </p:nvGraphicFramePr>
        <p:xfrm>
          <a:off x="484125" y="155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{97E299B2-9BDD-40F8-A7EF-E24B7C06D505}</a:tableStyleId>
              </a:tblPr>
              <a:tblGrid>
                <a:gridCol w="1681450"/>
                <a:gridCol w="1681450"/>
                <a:gridCol w="1681450"/>
                <a:gridCol w="1681450"/>
                <a:gridCol w="1681450"/>
              </a:tblGrid>
              <a:tr h="38100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Alzheimer-Only Model Test Performance on Original 2D</a:t>
                      </a:r>
                      <a:endParaRPr b="1" sz="16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Avg. Val.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ResNet50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MobileNetV2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0.7436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DenseNet121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*CNN 12-layer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Alzheimer-Only Model Test Performance on Transformed 1D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*CNN 12-layer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82A2C"/>
                          </a:solidFill>
                        </a:rPr>
                        <a:t>.6437</a:t>
                      </a:r>
                      <a:endParaRPr>
                        <a:solidFill>
                          <a:srgbClr val="282A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82A2C"/>
                          </a:solidFill>
                        </a:rPr>
                        <a:t>.9497</a:t>
                      </a:r>
                      <a:endParaRPr>
                        <a:solidFill>
                          <a:srgbClr val="282A2C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9265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0.9241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8" name="Google Shape;77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84" name="Google Shape;784;p42"/>
          <p:cNvSpPr txBox="1"/>
          <p:nvPr>
            <p:ph idx="4294967295" type="title"/>
          </p:nvPr>
        </p:nvSpPr>
        <p:spPr>
          <a:xfrm>
            <a:off x="1529725" y="438800"/>
            <a:ext cx="6926700" cy="9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05: Model Reimplementation    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graphicFrame>
        <p:nvGraphicFramePr>
          <p:cNvPr id="785" name="Google Shape;785;p42"/>
          <p:cNvGraphicFramePr/>
          <p:nvPr/>
        </p:nvGraphicFramePr>
        <p:xfrm>
          <a:off x="455925" y="337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{97E299B2-9BDD-40F8-A7EF-E24B7C06D505}</a:tableStyleId>
              </a:tblPr>
              <a:tblGrid>
                <a:gridCol w="1401200"/>
                <a:gridCol w="1401200"/>
                <a:gridCol w="1401200"/>
                <a:gridCol w="1401200"/>
                <a:gridCol w="1401200"/>
                <a:gridCol w="1401200"/>
              </a:tblGrid>
              <a:tr h="474375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Parkinson Parameters</a:t>
                      </a:r>
                      <a:endParaRPr b="1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  <a:tc hMerge="1"/>
              </a:tr>
              <a:tr h="47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Batch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Lossfn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Cross Entropy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Kernel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227 * 227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Ln_rate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1e-4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Optimizer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Adam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86" name="Google Shape;786;p42"/>
          <p:cNvGraphicFramePr/>
          <p:nvPr/>
        </p:nvGraphicFramePr>
        <p:xfrm>
          <a:off x="455875" y="1532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{97E299B2-9BDD-40F8-A7EF-E24B7C06D505}</a:tableStyleId>
              </a:tblPr>
              <a:tblGrid>
                <a:gridCol w="1681450"/>
                <a:gridCol w="1681450"/>
                <a:gridCol w="1681450"/>
                <a:gridCol w="1681450"/>
              </a:tblGrid>
              <a:tr h="45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CC-Net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ResNet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91919"/>
                          </a:solidFill>
                        </a:rPr>
                        <a:t>0.9127</a:t>
                      </a:r>
                      <a:endParaRPr>
                        <a:solidFill>
                          <a:srgbClr val="19191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0.8480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7" name="Google Shape;78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3"/>
          <p:cNvSpPr txBox="1"/>
          <p:nvPr/>
        </p:nvSpPr>
        <p:spPr>
          <a:xfrm>
            <a:off x="605325" y="176250"/>
            <a:ext cx="718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highlight>
                  <a:schemeClr val="dk2"/>
                </a:highlight>
                <a:latin typeface="Roboto Slab"/>
                <a:ea typeface="Roboto Slab"/>
                <a:cs typeface="Roboto Slab"/>
                <a:sym typeface="Roboto Slab"/>
              </a:rPr>
              <a:t>06: Preliminary Results        </a:t>
            </a:r>
            <a:endParaRPr/>
          </a:p>
        </p:txBody>
      </p:sp>
      <p:graphicFrame>
        <p:nvGraphicFramePr>
          <p:cNvPr id="793" name="Google Shape;793;p43"/>
          <p:cNvGraphicFramePr/>
          <p:nvPr/>
        </p:nvGraphicFramePr>
        <p:xfrm>
          <a:off x="702350" y="75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{97E299B2-9BDD-40F8-A7EF-E24B7C06D505}</a:tableStyleId>
              </a:tblPr>
              <a:tblGrid>
                <a:gridCol w="1315975"/>
                <a:gridCol w="1315975"/>
                <a:gridCol w="1315975"/>
                <a:gridCol w="1315975"/>
                <a:gridCol w="1315975"/>
              </a:tblGrid>
              <a:tr h="4137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Combined Model Performance</a:t>
                      </a:r>
                      <a:endParaRPr b="1" sz="16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6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Classification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Precision 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Recall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F1-score 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36940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CC-Net</a:t>
                      </a:r>
                      <a:endParaRPr b="1"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Accuracy = </a:t>
                      </a:r>
                      <a:r>
                        <a:rPr lang="en" sz="1100"/>
                        <a:t>85%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Healthy</a:t>
                      </a:r>
                      <a:r>
                        <a:rPr lang="en" sz="1300"/>
                        <a:t>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</a:t>
                      </a:r>
                      <a:r>
                        <a:rPr lang="en" sz="1300"/>
                        <a:t>83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9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Alzheimer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</a:t>
                      </a:r>
                      <a:r>
                        <a:rPr lang="en" sz="1300"/>
                        <a:t>70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0.58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0.63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9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Parkinson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</a:t>
                      </a:r>
                      <a:r>
                        <a:rPr lang="en" sz="1300"/>
                        <a:t>92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0.90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0.91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40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ResNet</a:t>
                      </a:r>
                      <a:endParaRPr b="1"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Accuracy = </a:t>
                      </a:r>
                      <a:r>
                        <a:rPr lang="en" sz="1100"/>
                        <a:t>81%</a:t>
                      </a:r>
                      <a:endParaRPr b="1"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Healthy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Alzheimer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0.60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0.90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0.72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Parkinson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0.91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0.86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40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MobileNetV2</a:t>
                      </a:r>
                      <a:endParaRPr b="1"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Accuracy = </a:t>
                      </a:r>
                      <a:r>
                        <a:rPr lang="en" sz="1100"/>
                        <a:t>90%</a:t>
                      </a:r>
                      <a:endParaRPr b="1"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Healthy 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0.89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0.90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0.89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Alzheimer 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0.69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0.75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0.72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Parkinson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0.98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0.95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0.97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4" name="Google Shape;79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4"/>
          <p:cNvSpPr txBox="1"/>
          <p:nvPr>
            <p:ph idx="1" type="subTitle"/>
          </p:nvPr>
        </p:nvSpPr>
        <p:spPr>
          <a:xfrm>
            <a:off x="1361400" y="1292600"/>
            <a:ext cx="6106800" cy="30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Refine existing models via imbalance-aware training </a:t>
            </a:r>
            <a:endParaRPr sz="1600"/>
          </a:p>
          <a:p>
            <a:pPr indent="-279400" lvl="1" marL="914400" rtl="0" algn="ctr">
              <a:spcBef>
                <a:spcPts val="1000"/>
              </a:spcBef>
              <a:spcAft>
                <a:spcPts val="0"/>
              </a:spcAft>
              <a:buSzPts val="800"/>
              <a:buChar char="○"/>
            </a:pPr>
            <a:r>
              <a:rPr lang="en" sz="900"/>
              <a:t>Fine-tune models using techniques like class-weighting, and sampling strategies</a:t>
            </a:r>
            <a:endParaRPr sz="9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Tune and strengthen baselines architectures</a:t>
            </a:r>
            <a:endParaRPr sz="1600"/>
          </a:p>
          <a:p>
            <a:pPr indent="-273050" lvl="1" marL="914400" rtl="0" algn="ctr">
              <a:spcBef>
                <a:spcPts val="1000"/>
              </a:spcBef>
              <a:spcAft>
                <a:spcPts val="0"/>
              </a:spcAft>
              <a:buSzPts val="700"/>
              <a:buChar char="○"/>
            </a:pPr>
            <a:r>
              <a:rPr lang="en" sz="900"/>
              <a:t>Improve baseline models through structured parameterization and robust variable </a:t>
            </a:r>
            <a:endParaRPr sz="9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Optimize models on the combined AD-PD dataset</a:t>
            </a:r>
            <a:endParaRPr sz="1600"/>
          </a:p>
          <a:p>
            <a:pPr indent="-285750" lvl="1" marL="914400" rtl="0" algn="ctr">
              <a:spcBef>
                <a:spcPts val="100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Continue developing models on combined Alzheimer and Parkinson data to identify architectures that generalize well across tasks and disease types.</a:t>
            </a:r>
            <a:endParaRPr sz="9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 hybrid model for cross-disease detection</a:t>
            </a:r>
            <a:endParaRPr sz="1600"/>
          </a:p>
          <a:p>
            <a:pPr indent="-285750" lvl="1" marL="914400" rtl="0" algn="ctr">
              <a:spcBef>
                <a:spcPts val="100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Construct and evaluate a new model that integrates strengths of multiple models to create optimized framework</a:t>
            </a:r>
            <a:endParaRPr sz="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0" name="Google Shape;800;p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302" r="0" t="0"/>
          <a:stretch/>
        </p:blipFill>
        <p:spPr>
          <a:xfrm>
            <a:off x="576000" y="438800"/>
            <a:ext cx="785400" cy="785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01" name="Google Shape;801;p44"/>
          <p:cNvSpPr txBox="1"/>
          <p:nvPr>
            <p:ph idx="4294967295" type="title"/>
          </p:nvPr>
        </p:nvSpPr>
        <p:spPr>
          <a:xfrm>
            <a:off x="1517000" y="438800"/>
            <a:ext cx="4601400" cy="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06:  Next Steps        </a:t>
            </a:r>
            <a:r>
              <a:rPr lang="en">
                <a:solidFill>
                  <a:schemeClr val="lt1"/>
                </a:solidFill>
                <a:highlight>
                  <a:schemeClr val="lt2"/>
                </a:highlight>
              </a:rPr>
              <a:t> </a:t>
            </a:r>
            <a:endParaRPr>
              <a:solidFill>
                <a:schemeClr val="lt1"/>
              </a:solidFill>
              <a:highlight>
                <a:schemeClr val="lt2"/>
              </a:highlight>
            </a:endParaRPr>
          </a:p>
        </p:txBody>
      </p:sp>
      <p:sp>
        <p:nvSpPr>
          <p:cNvPr id="802" name="Google Shape;802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5"/>
          <p:cNvSpPr txBox="1"/>
          <p:nvPr>
            <p:ph type="ctrTitle"/>
          </p:nvPr>
        </p:nvSpPr>
        <p:spPr>
          <a:xfrm>
            <a:off x="1291577" y="215525"/>
            <a:ext cx="43692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</a:t>
            </a:r>
            <a:endParaRPr/>
          </a:p>
        </p:txBody>
      </p:sp>
      <p:sp>
        <p:nvSpPr>
          <p:cNvPr id="808" name="Google Shape;808;p45"/>
          <p:cNvSpPr/>
          <p:nvPr/>
        </p:nvSpPr>
        <p:spPr>
          <a:xfrm>
            <a:off x="356060" y="4756740"/>
            <a:ext cx="1452" cy="290"/>
          </a:xfrm>
          <a:custGeom>
            <a:rect b="b" l="l" r="r" t="t"/>
            <a:pathLst>
              <a:path extrusionOk="0" h="9" w="45">
                <a:moveTo>
                  <a:pt x="0" y="0"/>
                </a:moveTo>
                <a:lnTo>
                  <a:pt x="0" y="9"/>
                </a:lnTo>
                <a:cubicBezTo>
                  <a:pt x="45" y="9"/>
                  <a:pt x="45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5"/>
          <p:cNvSpPr/>
          <p:nvPr/>
        </p:nvSpPr>
        <p:spPr>
          <a:xfrm>
            <a:off x="181151" y="4756740"/>
            <a:ext cx="1194" cy="290"/>
          </a:xfrm>
          <a:custGeom>
            <a:rect b="b" l="l" r="r" t="t"/>
            <a:pathLst>
              <a:path extrusionOk="0" h="9" w="37">
                <a:moveTo>
                  <a:pt x="36" y="0"/>
                </a:moveTo>
                <a:cubicBezTo>
                  <a:pt x="1" y="0"/>
                  <a:pt x="1" y="9"/>
                  <a:pt x="36" y="9"/>
                </a:cubicBezTo>
                <a:lnTo>
                  <a:pt x="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5"/>
          <p:cNvSpPr/>
          <p:nvPr/>
        </p:nvSpPr>
        <p:spPr>
          <a:xfrm>
            <a:off x="477311" y="698512"/>
            <a:ext cx="1452" cy="323"/>
          </a:xfrm>
          <a:custGeom>
            <a:rect b="b" l="l" r="r" t="t"/>
            <a:pathLst>
              <a:path extrusionOk="0" h="10" w="45">
                <a:moveTo>
                  <a:pt x="0" y="1"/>
                </a:moveTo>
                <a:lnTo>
                  <a:pt x="0" y="10"/>
                </a:lnTo>
                <a:cubicBezTo>
                  <a:pt x="45" y="10"/>
                  <a:pt x="45" y="1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5"/>
          <p:cNvSpPr/>
          <p:nvPr/>
        </p:nvSpPr>
        <p:spPr>
          <a:xfrm>
            <a:off x="302403" y="698512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45"/>
          <p:cNvSpPr/>
          <p:nvPr/>
        </p:nvSpPr>
        <p:spPr>
          <a:xfrm>
            <a:off x="7628558" y="1125895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"/>
                  <a:pt x="0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5"/>
          <p:cNvSpPr/>
          <p:nvPr/>
        </p:nvSpPr>
        <p:spPr>
          <a:xfrm>
            <a:off x="7453650" y="1125895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45"/>
          <p:cNvSpPr/>
          <p:nvPr/>
        </p:nvSpPr>
        <p:spPr>
          <a:xfrm>
            <a:off x="8817427" y="2864559"/>
            <a:ext cx="1162" cy="323"/>
          </a:xfrm>
          <a:custGeom>
            <a:rect b="b" l="l" r="r" t="t"/>
            <a:pathLst>
              <a:path extrusionOk="0" h="10" w="36">
                <a:moveTo>
                  <a:pt x="1" y="1"/>
                </a:moveTo>
                <a:lnTo>
                  <a:pt x="1" y="10"/>
                </a:lnTo>
                <a:cubicBezTo>
                  <a:pt x="36" y="10"/>
                  <a:pt x="36" y="1"/>
                  <a:pt x="1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5"/>
          <p:cNvSpPr/>
          <p:nvPr/>
        </p:nvSpPr>
        <p:spPr>
          <a:xfrm>
            <a:off x="8642551" y="2864559"/>
            <a:ext cx="1162" cy="323"/>
          </a:xfrm>
          <a:custGeom>
            <a:rect b="b" l="l" r="r" t="t"/>
            <a:pathLst>
              <a:path extrusionOk="0" h="10" w="36">
                <a:moveTo>
                  <a:pt x="35" y="1"/>
                </a:moveTo>
                <a:cubicBezTo>
                  <a:pt x="0" y="1"/>
                  <a:pt x="0" y="10"/>
                  <a:pt x="35" y="10"/>
                </a:cubicBezTo>
                <a:lnTo>
                  <a:pt x="35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5"/>
          <p:cNvSpPr/>
          <p:nvPr/>
        </p:nvSpPr>
        <p:spPr>
          <a:xfrm>
            <a:off x="816255" y="2744726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"/>
                  <a:pt x="0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5"/>
          <p:cNvSpPr/>
          <p:nvPr/>
        </p:nvSpPr>
        <p:spPr>
          <a:xfrm>
            <a:off x="641347" y="2744726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5"/>
          <p:cNvSpPr/>
          <p:nvPr/>
        </p:nvSpPr>
        <p:spPr>
          <a:xfrm>
            <a:off x="8453962" y="4537886"/>
            <a:ext cx="1452" cy="323"/>
          </a:xfrm>
          <a:custGeom>
            <a:rect b="b" l="l" r="r" t="t"/>
            <a:pathLst>
              <a:path extrusionOk="0" h="10" w="45">
                <a:moveTo>
                  <a:pt x="0" y="1"/>
                </a:moveTo>
                <a:lnTo>
                  <a:pt x="0" y="10"/>
                </a:lnTo>
                <a:cubicBezTo>
                  <a:pt x="44" y="10"/>
                  <a:pt x="44" y="1"/>
                  <a:pt x="0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5"/>
          <p:cNvSpPr/>
          <p:nvPr/>
        </p:nvSpPr>
        <p:spPr>
          <a:xfrm>
            <a:off x="8279053" y="4537886"/>
            <a:ext cx="1162" cy="323"/>
          </a:xfrm>
          <a:custGeom>
            <a:rect b="b" l="l" r="r" t="t"/>
            <a:pathLst>
              <a:path extrusionOk="0" h="10" w="36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5"/>
          <p:cNvSpPr/>
          <p:nvPr/>
        </p:nvSpPr>
        <p:spPr>
          <a:xfrm>
            <a:off x="2865051" y="4283961"/>
            <a:ext cx="1452" cy="323"/>
          </a:xfrm>
          <a:custGeom>
            <a:rect b="b" l="l" r="r" t="t"/>
            <a:pathLst>
              <a:path extrusionOk="0" h="10" w="45">
                <a:moveTo>
                  <a:pt x="1" y="1"/>
                </a:moveTo>
                <a:lnTo>
                  <a:pt x="1" y="10"/>
                </a:lnTo>
                <a:cubicBezTo>
                  <a:pt x="45" y="10"/>
                  <a:pt x="45" y="10"/>
                  <a:pt x="1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5"/>
          <p:cNvSpPr/>
          <p:nvPr/>
        </p:nvSpPr>
        <p:spPr>
          <a:xfrm>
            <a:off x="2690142" y="4283961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0"/>
                  <a:pt x="1" y="10"/>
                  <a:pt x="36" y="10"/>
                </a:cubicBezTo>
                <a:cubicBezTo>
                  <a:pt x="36" y="10"/>
                  <a:pt x="36" y="10"/>
                  <a:pt x="36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5"/>
          <p:cNvSpPr/>
          <p:nvPr/>
        </p:nvSpPr>
        <p:spPr>
          <a:xfrm>
            <a:off x="1291583" y="4537886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0"/>
                  <a:pt x="0" y="1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5"/>
          <p:cNvSpPr/>
          <p:nvPr/>
        </p:nvSpPr>
        <p:spPr>
          <a:xfrm>
            <a:off x="1116384" y="4537886"/>
            <a:ext cx="1484" cy="323"/>
          </a:xfrm>
          <a:custGeom>
            <a:rect b="b" l="l" r="r" t="t"/>
            <a:pathLst>
              <a:path extrusionOk="0" h="10" w="46">
                <a:moveTo>
                  <a:pt x="45" y="1"/>
                </a:moveTo>
                <a:cubicBezTo>
                  <a:pt x="1" y="10"/>
                  <a:pt x="1" y="10"/>
                  <a:pt x="45" y="10"/>
                </a:cubicBezTo>
                <a:lnTo>
                  <a:pt x="45" y="1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45"/>
          <p:cNvSpPr/>
          <p:nvPr/>
        </p:nvSpPr>
        <p:spPr>
          <a:xfrm>
            <a:off x="1388862" y="1391532"/>
            <a:ext cx="1452" cy="323"/>
          </a:xfrm>
          <a:custGeom>
            <a:rect b="b" l="l" r="r" t="t"/>
            <a:pathLst>
              <a:path extrusionOk="0" h="10" w="45">
                <a:moveTo>
                  <a:pt x="1" y="0"/>
                </a:moveTo>
                <a:lnTo>
                  <a:pt x="1" y="9"/>
                </a:lnTo>
                <a:cubicBezTo>
                  <a:pt x="45" y="0"/>
                  <a:pt x="45" y="0"/>
                  <a:pt x="1" y="0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5"/>
          <p:cNvSpPr/>
          <p:nvPr/>
        </p:nvSpPr>
        <p:spPr>
          <a:xfrm>
            <a:off x="1213986" y="1391532"/>
            <a:ext cx="1452" cy="323"/>
          </a:xfrm>
          <a:custGeom>
            <a:rect b="b" l="l" r="r" t="t"/>
            <a:pathLst>
              <a:path extrusionOk="0" h="10" w="45">
                <a:moveTo>
                  <a:pt x="44" y="0"/>
                </a:moveTo>
                <a:cubicBezTo>
                  <a:pt x="0" y="0"/>
                  <a:pt x="0" y="0"/>
                  <a:pt x="44" y="9"/>
                </a:cubicBezTo>
                <a:lnTo>
                  <a:pt x="44" y="0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5"/>
          <p:cNvSpPr/>
          <p:nvPr/>
        </p:nvSpPr>
        <p:spPr>
          <a:xfrm>
            <a:off x="5212846" y="1083402"/>
            <a:ext cx="1452" cy="323"/>
          </a:xfrm>
          <a:custGeom>
            <a:rect b="b" l="l" r="r" t="t"/>
            <a:pathLst>
              <a:path extrusionOk="0" h="10" w="45">
                <a:moveTo>
                  <a:pt x="1" y="0"/>
                </a:moveTo>
                <a:lnTo>
                  <a:pt x="1" y="9"/>
                </a:lnTo>
                <a:cubicBezTo>
                  <a:pt x="45" y="9"/>
                  <a:pt x="45" y="0"/>
                  <a:pt x="1" y="0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5"/>
          <p:cNvSpPr/>
          <p:nvPr/>
        </p:nvSpPr>
        <p:spPr>
          <a:xfrm>
            <a:off x="5037969" y="1083402"/>
            <a:ext cx="1452" cy="323"/>
          </a:xfrm>
          <a:custGeom>
            <a:rect b="b" l="l" r="r" t="t"/>
            <a:pathLst>
              <a:path extrusionOk="0" h="10" w="45">
                <a:moveTo>
                  <a:pt x="44" y="0"/>
                </a:moveTo>
                <a:cubicBezTo>
                  <a:pt x="0" y="0"/>
                  <a:pt x="0" y="9"/>
                  <a:pt x="44" y="9"/>
                </a:cubicBezTo>
                <a:lnTo>
                  <a:pt x="44" y="0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5"/>
          <p:cNvSpPr/>
          <p:nvPr/>
        </p:nvSpPr>
        <p:spPr>
          <a:xfrm>
            <a:off x="4796304" y="328755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"/>
                  <a:pt x="0" y="1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5"/>
          <p:cNvSpPr/>
          <p:nvPr/>
        </p:nvSpPr>
        <p:spPr>
          <a:xfrm>
            <a:off x="4621396" y="328755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5"/>
          <p:cNvSpPr/>
          <p:nvPr/>
        </p:nvSpPr>
        <p:spPr>
          <a:xfrm>
            <a:off x="6011727" y="3681960"/>
            <a:ext cx="1452" cy="323"/>
          </a:xfrm>
          <a:custGeom>
            <a:rect b="b" l="l" r="r" t="t"/>
            <a:pathLst>
              <a:path extrusionOk="0" h="10" w="45">
                <a:moveTo>
                  <a:pt x="44" y="1"/>
                </a:moveTo>
                <a:cubicBezTo>
                  <a:pt x="0" y="10"/>
                  <a:pt x="0" y="10"/>
                  <a:pt x="44" y="10"/>
                </a:cubicBezTo>
                <a:lnTo>
                  <a:pt x="44" y="1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5"/>
          <p:cNvSpPr/>
          <p:nvPr/>
        </p:nvSpPr>
        <p:spPr>
          <a:xfrm>
            <a:off x="6186894" y="3681960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0"/>
                  <a:pt x="0" y="1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5"/>
          <p:cNvSpPr/>
          <p:nvPr/>
        </p:nvSpPr>
        <p:spPr>
          <a:xfrm>
            <a:off x="8719857" y="577841"/>
            <a:ext cx="1162" cy="323"/>
          </a:xfrm>
          <a:custGeom>
            <a:rect b="b" l="l" r="r" t="t"/>
            <a:pathLst>
              <a:path extrusionOk="0" h="10" w="36">
                <a:moveTo>
                  <a:pt x="36" y="0"/>
                </a:moveTo>
                <a:cubicBezTo>
                  <a:pt x="0" y="0"/>
                  <a:pt x="0" y="0"/>
                  <a:pt x="36" y="9"/>
                </a:cubicBezTo>
                <a:lnTo>
                  <a:pt x="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5"/>
          <p:cNvSpPr/>
          <p:nvPr/>
        </p:nvSpPr>
        <p:spPr>
          <a:xfrm>
            <a:off x="8894734" y="577841"/>
            <a:ext cx="1194" cy="323"/>
          </a:xfrm>
          <a:custGeom>
            <a:rect b="b" l="l" r="r" t="t"/>
            <a:pathLst>
              <a:path extrusionOk="0" h="10" w="37">
                <a:moveTo>
                  <a:pt x="1" y="0"/>
                </a:moveTo>
                <a:lnTo>
                  <a:pt x="1" y="9"/>
                </a:lnTo>
                <a:cubicBezTo>
                  <a:pt x="36" y="0"/>
                  <a:pt x="36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5"/>
          <p:cNvSpPr/>
          <p:nvPr/>
        </p:nvSpPr>
        <p:spPr>
          <a:xfrm>
            <a:off x="8820298" y="4756740"/>
            <a:ext cx="1452" cy="290"/>
          </a:xfrm>
          <a:custGeom>
            <a:rect b="b" l="l" r="r" t="t"/>
            <a:pathLst>
              <a:path extrusionOk="0" h="9" w="45">
                <a:moveTo>
                  <a:pt x="44" y="0"/>
                </a:moveTo>
                <a:cubicBezTo>
                  <a:pt x="0" y="0"/>
                  <a:pt x="0" y="9"/>
                  <a:pt x="44" y="9"/>
                </a:cubicBezTo>
                <a:cubicBezTo>
                  <a:pt x="44" y="9"/>
                  <a:pt x="44" y="0"/>
                  <a:pt x="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45"/>
          <p:cNvSpPr/>
          <p:nvPr/>
        </p:nvSpPr>
        <p:spPr>
          <a:xfrm>
            <a:off x="8995465" y="4756740"/>
            <a:ext cx="1162" cy="290"/>
          </a:xfrm>
          <a:custGeom>
            <a:rect b="b" l="l" r="r" t="t"/>
            <a:pathLst>
              <a:path extrusionOk="0" h="9" w="36">
                <a:moveTo>
                  <a:pt x="0" y="0"/>
                </a:moveTo>
                <a:lnTo>
                  <a:pt x="0" y="9"/>
                </a:lnTo>
                <a:cubicBezTo>
                  <a:pt x="36" y="9"/>
                  <a:pt x="36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45"/>
          <p:cNvSpPr txBox="1"/>
          <p:nvPr/>
        </p:nvSpPr>
        <p:spPr>
          <a:xfrm>
            <a:off x="4621400" y="1391850"/>
            <a:ext cx="3834300" cy="3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Li, Z., Yang, J., Wang, Y., Cai, M., Liu, X., &amp; Lu, K. (2022). Early diagnosis of Parkinson’s disease using Continuous Convolution Network: Handwriting recognition based on off-line hand drawing without template.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Journal of Biomedical Informatics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130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. https://doi-org.libproxy.lib.unc.edu/10.1016/j.jbi.2022.104085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Yue Zhang, Haifeng Lin, Xiangjie Xie, Peng Peng, Ting Chen, Zhenhua Zhao, Yuxing Wen, &amp; Wenyao Hong. (2025). A novel approach for handwriting recognition in Parkinson’s disease by combining flexible sensing with deep learning technologies.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Sensors and Actuators A: Physical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385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. https://doi-org.libproxy.lib.unc.edu/10.1016/j.sna.2025.116287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7" name="Google Shape;837;p45"/>
          <p:cNvSpPr txBox="1"/>
          <p:nvPr/>
        </p:nvSpPr>
        <p:spPr>
          <a:xfrm>
            <a:off x="302400" y="1469450"/>
            <a:ext cx="4102500" cy="3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B. Anil Kumar, &amp; Mohan Bansal. (2023). A Transfer Learning Approach with MobileNetV2 for Parkinson’s Disease Detection using Hand-Drawings.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IEEE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. https://doi.org/10.1109/ICCCNT56998.2023.10307641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Erdogmus, P., &amp; Kabakus, A. T. (2023). The promise of convolutional neural networks for the early diagnosis of the Alzheimer’s disease.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Engineering Application of Artificial Intelligence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123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. https://doi-org.libproxy.lib.unc.edu/10.1016/j.engappai.2023.106254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Jiang, X., Yu, H., Yang, J., Liu, X., &amp; Li, Z. (2025). A new network structure for Parkinson’s handwriting image recognition.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Medical Engineering and Physics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139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. https://www-clinicalkey-com.libproxy.lib.unc.edu/#!/content/1-s2.0-S1350453325000529?scrollTo=%23hl0000729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8" name="Google Shape;838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6"/>
          <p:cNvSpPr txBox="1"/>
          <p:nvPr>
            <p:ph type="ctrTitle"/>
          </p:nvPr>
        </p:nvSpPr>
        <p:spPr>
          <a:xfrm>
            <a:off x="434850" y="1344700"/>
            <a:ext cx="8274300" cy="25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 </a:t>
            </a:r>
            <a:endParaRPr/>
          </a:p>
        </p:txBody>
      </p:sp>
      <p:sp>
        <p:nvSpPr>
          <p:cNvPr id="844" name="Google Shape;844;p46"/>
          <p:cNvSpPr/>
          <p:nvPr/>
        </p:nvSpPr>
        <p:spPr>
          <a:xfrm>
            <a:off x="356060" y="4756740"/>
            <a:ext cx="1452" cy="290"/>
          </a:xfrm>
          <a:custGeom>
            <a:rect b="b" l="l" r="r" t="t"/>
            <a:pathLst>
              <a:path extrusionOk="0" h="9" w="45">
                <a:moveTo>
                  <a:pt x="0" y="0"/>
                </a:moveTo>
                <a:lnTo>
                  <a:pt x="0" y="9"/>
                </a:lnTo>
                <a:cubicBezTo>
                  <a:pt x="45" y="9"/>
                  <a:pt x="45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6"/>
          <p:cNvSpPr/>
          <p:nvPr/>
        </p:nvSpPr>
        <p:spPr>
          <a:xfrm>
            <a:off x="181151" y="4756740"/>
            <a:ext cx="1194" cy="290"/>
          </a:xfrm>
          <a:custGeom>
            <a:rect b="b" l="l" r="r" t="t"/>
            <a:pathLst>
              <a:path extrusionOk="0" h="9" w="37">
                <a:moveTo>
                  <a:pt x="36" y="0"/>
                </a:moveTo>
                <a:cubicBezTo>
                  <a:pt x="1" y="0"/>
                  <a:pt x="1" y="9"/>
                  <a:pt x="36" y="9"/>
                </a:cubicBezTo>
                <a:lnTo>
                  <a:pt x="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46"/>
          <p:cNvSpPr/>
          <p:nvPr/>
        </p:nvSpPr>
        <p:spPr>
          <a:xfrm>
            <a:off x="477311" y="698512"/>
            <a:ext cx="1452" cy="323"/>
          </a:xfrm>
          <a:custGeom>
            <a:rect b="b" l="l" r="r" t="t"/>
            <a:pathLst>
              <a:path extrusionOk="0" h="10" w="45">
                <a:moveTo>
                  <a:pt x="0" y="1"/>
                </a:moveTo>
                <a:lnTo>
                  <a:pt x="0" y="10"/>
                </a:lnTo>
                <a:cubicBezTo>
                  <a:pt x="45" y="10"/>
                  <a:pt x="45" y="1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6"/>
          <p:cNvSpPr/>
          <p:nvPr/>
        </p:nvSpPr>
        <p:spPr>
          <a:xfrm>
            <a:off x="302403" y="698512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6"/>
          <p:cNvSpPr/>
          <p:nvPr/>
        </p:nvSpPr>
        <p:spPr>
          <a:xfrm>
            <a:off x="8817427" y="2864559"/>
            <a:ext cx="1162" cy="323"/>
          </a:xfrm>
          <a:custGeom>
            <a:rect b="b" l="l" r="r" t="t"/>
            <a:pathLst>
              <a:path extrusionOk="0" h="10" w="36">
                <a:moveTo>
                  <a:pt x="1" y="1"/>
                </a:moveTo>
                <a:lnTo>
                  <a:pt x="1" y="10"/>
                </a:lnTo>
                <a:cubicBezTo>
                  <a:pt x="36" y="10"/>
                  <a:pt x="36" y="1"/>
                  <a:pt x="1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6"/>
          <p:cNvSpPr/>
          <p:nvPr/>
        </p:nvSpPr>
        <p:spPr>
          <a:xfrm>
            <a:off x="8642551" y="2864559"/>
            <a:ext cx="1162" cy="323"/>
          </a:xfrm>
          <a:custGeom>
            <a:rect b="b" l="l" r="r" t="t"/>
            <a:pathLst>
              <a:path extrusionOk="0" h="10" w="36">
                <a:moveTo>
                  <a:pt x="35" y="1"/>
                </a:moveTo>
                <a:cubicBezTo>
                  <a:pt x="0" y="1"/>
                  <a:pt x="0" y="10"/>
                  <a:pt x="35" y="10"/>
                </a:cubicBezTo>
                <a:lnTo>
                  <a:pt x="35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6"/>
          <p:cNvSpPr/>
          <p:nvPr/>
        </p:nvSpPr>
        <p:spPr>
          <a:xfrm>
            <a:off x="816255" y="2744726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"/>
                  <a:pt x="0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6"/>
          <p:cNvSpPr/>
          <p:nvPr/>
        </p:nvSpPr>
        <p:spPr>
          <a:xfrm>
            <a:off x="641347" y="2744726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46"/>
          <p:cNvSpPr/>
          <p:nvPr/>
        </p:nvSpPr>
        <p:spPr>
          <a:xfrm>
            <a:off x="8453962" y="4537886"/>
            <a:ext cx="1452" cy="323"/>
          </a:xfrm>
          <a:custGeom>
            <a:rect b="b" l="l" r="r" t="t"/>
            <a:pathLst>
              <a:path extrusionOk="0" h="10" w="45">
                <a:moveTo>
                  <a:pt x="0" y="1"/>
                </a:moveTo>
                <a:lnTo>
                  <a:pt x="0" y="10"/>
                </a:lnTo>
                <a:cubicBezTo>
                  <a:pt x="44" y="10"/>
                  <a:pt x="44" y="1"/>
                  <a:pt x="0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6"/>
          <p:cNvSpPr/>
          <p:nvPr/>
        </p:nvSpPr>
        <p:spPr>
          <a:xfrm>
            <a:off x="8279053" y="4537886"/>
            <a:ext cx="1162" cy="323"/>
          </a:xfrm>
          <a:custGeom>
            <a:rect b="b" l="l" r="r" t="t"/>
            <a:pathLst>
              <a:path extrusionOk="0" h="10" w="36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6"/>
          <p:cNvSpPr/>
          <p:nvPr/>
        </p:nvSpPr>
        <p:spPr>
          <a:xfrm>
            <a:off x="2865051" y="4283961"/>
            <a:ext cx="1452" cy="323"/>
          </a:xfrm>
          <a:custGeom>
            <a:rect b="b" l="l" r="r" t="t"/>
            <a:pathLst>
              <a:path extrusionOk="0" h="10" w="45">
                <a:moveTo>
                  <a:pt x="1" y="1"/>
                </a:moveTo>
                <a:lnTo>
                  <a:pt x="1" y="10"/>
                </a:lnTo>
                <a:cubicBezTo>
                  <a:pt x="45" y="10"/>
                  <a:pt x="45" y="10"/>
                  <a:pt x="1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46"/>
          <p:cNvSpPr/>
          <p:nvPr/>
        </p:nvSpPr>
        <p:spPr>
          <a:xfrm>
            <a:off x="2690142" y="4283961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0"/>
                  <a:pt x="1" y="10"/>
                  <a:pt x="36" y="10"/>
                </a:cubicBezTo>
                <a:cubicBezTo>
                  <a:pt x="36" y="10"/>
                  <a:pt x="36" y="10"/>
                  <a:pt x="36" y="1"/>
                </a:cubicBezTo>
                <a:close/>
              </a:path>
            </a:pathLst>
          </a:custGeom>
          <a:solidFill>
            <a:srgbClr val="42B1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46"/>
          <p:cNvSpPr/>
          <p:nvPr/>
        </p:nvSpPr>
        <p:spPr>
          <a:xfrm>
            <a:off x="1291583" y="4537886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0"/>
                  <a:pt x="0" y="1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6"/>
          <p:cNvSpPr/>
          <p:nvPr/>
        </p:nvSpPr>
        <p:spPr>
          <a:xfrm>
            <a:off x="1116384" y="4537886"/>
            <a:ext cx="1484" cy="323"/>
          </a:xfrm>
          <a:custGeom>
            <a:rect b="b" l="l" r="r" t="t"/>
            <a:pathLst>
              <a:path extrusionOk="0" h="10" w="46">
                <a:moveTo>
                  <a:pt x="45" y="1"/>
                </a:moveTo>
                <a:cubicBezTo>
                  <a:pt x="1" y="10"/>
                  <a:pt x="1" y="10"/>
                  <a:pt x="45" y="10"/>
                </a:cubicBezTo>
                <a:lnTo>
                  <a:pt x="45" y="1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6"/>
          <p:cNvSpPr/>
          <p:nvPr/>
        </p:nvSpPr>
        <p:spPr>
          <a:xfrm>
            <a:off x="1388862" y="1391532"/>
            <a:ext cx="1452" cy="323"/>
          </a:xfrm>
          <a:custGeom>
            <a:rect b="b" l="l" r="r" t="t"/>
            <a:pathLst>
              <a:path extrusionOk="0" h="10" w="45">
                <a:moveTo>
                  <a:pt x="1" y="0"/>
                </a:moveTo>
                <a:lnTo>
                  <a:pt x="1" y="9"/>
                </a:lnTo>
                <a:cubicBezTo>
                  <a:pt x="45" y="0"/>
                  <a:pt x="45" y="0"/>
                  <a:pt x="1" y="0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6"/>
          <p:cNvSpPr/>
          <p:nvPr/>
        </p:nvSpPr>
        <p:spPr>
          <a:xfrm>
            <a:off x="1213986" y="1391532"/>
            <a:ext cx="1452" cy="323"/>
          </a:xfrm>
          <a:custGeom>
            <a:rect b="b" l="l" r="r" t="t"/>
            <a:pathLst>
              <a:path extrusionOk="0" h="10" w="45">
                <a:moveTo>
                  <a:pt x="44" y="0"/>
                </a:moveTo>
                <a:cubicBezTo>
                  <a:pt x="0" y="0"/>
                  <a:pt x="0" y="0"/>
                  <a:pt x="44" y="9"/>
                </a:cubicBezTo>
                <a:lnTo>
                  <a:pt x="44" y="0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6"/>
          <p:cNvSpPr/>
          <p:nvPr/>
        </p:nvSpPr>
        <p:spPr>
          <a:xfrm>
            <a:off x="4796304" y="328755"/>
            <a:ext cx="1162" cy="323"/>
          </a:xfrm>
          <a:custGeom>
            <a:rect b="b" l="l" r="r" t="t"/>
            <a:pathLst>
              <a:path extrusionOk="0" h="10" w="36">
                <a:moveTo>
                  <a:pt x="0" y="1"/>
                </a:moveTo>
                <a:lnTo>
                  <a:pt x="0" y="10"/>
                </a:lnTo>
                <a:cubicBezTo>
                  <a:pt x="36" y="10"/>
                  <a:pt x="36" y="1"/>
                  <a:pt x="0" y="1"/>
                </a:cubicBez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6"/>
          <p:cNvSpPr/>
          <p:nvPr/>
        </p:nvSpPr>
        <p:spPr>
          <a:xfrm>
            <a:off x="4621396" y="328755"/>
            <a:ext cx="1194" cy="323"/>
          </a:xfrm>
          <a:custGeom>
            <a:rect b="b" l="l" r="r" t="t"/>
            <a:pathLst>
              <a:path extrusionOk="0" h="10" w="37">
                <a:moveTo>
                  <a:pt x="36" y="1"/>
                </a:moveTo>
                <a:cubicBezTo>
                  <a:pt x="1" y="1"/>
                  <a:pt x="1" y="10"/>
                  <a:pt x="36" y="10"/>
                </a:cubicBezTo>
                <a:lnTo>
                  <a:pt x="36" y="1"/>
                </a:lnTo>
                <a:close/>
              </a:path>
            </a:pathLst>
          </a:custGeom>
          <a:solidFill>
            <a:srgbClr val="B4E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6"/>
          <p:cNvSpPr/>
          <p:nvPr/>
        </p:nvSpPr>
        <p:spPr>
          <a:xfrm>
            <a:off x="8719857" y="577841"/>
            <a:ext cx="1162" cy="323"/>
          </a:xfrm>
          <a:custGeom>
            <a:rect b="b" l="l" r="r" t="t"/>
            <a:pathLst>
              <a:path extrusionOk="0" h="10" w="36">
                <a:moveTo>
                  <a:pt x="36" y="0"/>
                </a:moveTo>
                <a:cubicBezTo>
                  <a:pt x="0" y="0"/>
                  <a:pt x="0" y="0"/>
                  <a:pt x="36" y="9"/>
                </a:cubicBezTo>
                <a:lnTo>
                  <a:pt x="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6"/>
          <p:cNvSpPr/>
          <p:nvPr/>
        </p:nvSpPr>
        <p:spPr>
          <a:xfrm>
            <a:off x="8894734" y="577841"/>
            <a:ext cx="1194" cy="323"/>
          </a:xfrm>
          <a:custGeom>
            <a:rect b="b" l="l" r="r" t="t"/>
            <a:pathLst>
              <a:path extrusionOk="0" h="10" w="37">
                <a:moveTo>
                  <a:pt x="1" y="0"/>
                </a:moveTo>
                <a:lnTo>
                  <a:pt x="1" y="9"/>
                </a:lnTo>
                <a:cubicBezTo>
                  <a:pt x="36" y="0"/>
                  <a:pt x="36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6"/>
          <p:cNvSpPr/>
          <p:nvPr/>
        </p:nvSpPr>
        <p:spPr>
          <a:xfrm>
            <a:off x="8820298" y="4756740"/>
            <a:ext cx="1452" cy="290"/>
          </a:xfrm>
          <a:custGeom>
            <a:rect b="b" l="l" r="r" t="t"/>
            <a:pathLst>
              <a:path extrusionOk="0" h="9" w="45">
                <a:moveTo>
                  <a:pt x="44" y="0"/>
                </a:moveTo>
                <a:cubicBezTo>
                  <a:pt x="0" y="0"/>
                  <a:pt x="0" y="9"/>
                  <a:pt x="44" y="9"/>
                </a:cubicBezTo>
                <a:cubicBezTo>
                  <a:pt x="44" y="9"/>
                  <a:pt x="44" y="0"/>
                  <a:pt x="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6"/>
          <p:cNvSpPr/>
          <p:nvPr/>
        </p:nvSpPr>
        <p:spPr>
          <a:xfrm>
            <a:off x="8995465" y="4756740"/>
            <a:ext cx="1162" cy="290"/>
          </a:xfrm>
          <a:custGeom>
            <a:rect b="b" l="l" r="r" t="t"/>
            <a:pathLst>
              <a:path extrusionOk="0" h="9" w="36">
                <a:moveTo>
                  <a:pt x="0" y="0"/>
                </a:moveTo>
                <a:lnTo>
                  <a:pt x="0" y="9"/>
                </a:lnTo>
                <a:cubicBezTo>
                  <a:pt x="36" y="9"/>
                  <a:pt x="36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E2A47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872" name="Google Shape;872;p47"/>
          <p:cNvSpPr txBox="1"/>
          <p:nvPr/>
        </p:nvSpPr>
        <p:spPr>
          <a:xfrm>
            <a:off x="723400" y="1187975"/>
            <a:ext cx="7697100" cy="3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If you have a free account, in order to use this template, you must credit </a:t>
            </a:r>
            <a:r>
              <a:rPr b="1" lang="en" sz="11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2"/>
                </a:solidFill>
              </a:rPr>
              <a:t> </a:t>
            </a:r>
            <a:r>
              <a:rPr lang="en" sz="1100">
                <a:solidFill>
                  <a:schemeClr val="lt1"/>
                </a:solidFill>
              </a:rPr>
              <a:t>by keeping the </a:t>
            </a:r>
            <a:r>
              <a:rPr b="1" lang="en" sz="1100" u="sng">
                <a:solidFill>
                  <a:schemeClr val="hlink"/>
                </a:solidFill>
                <a:hlinkClick/>
              </a:rPr>
              <a:t>Thanks</a:t>
            </a:r>
            <a:r>
              <a:rPr b="1" lang="en" sz="1100">
                <a:solidFill>
                  <a:schemeClr val="dk2"/>
                </a:solidFill>
              </a:rPr>
              <a:t> </a:t>
            </a:r>
            <a:r>
              <a:rPr lang="en" sz="1100">
                <a:solidFill>
                  <a:schemeClr val="lt1"/>
                </a:solidFill>
              </a:rPr>
              <a:t>slide. Please refer to the next slide to read the instructions for premium users.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As a Free user, you are allowed to: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Modify this template.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Use it for both personal and commercial projects.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You are not allowed to: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Sublicense, sell or rent any of Slidesgo Content (or a modified version of Slidesgo Content).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Distribute Slidesgo Content unless it has been expressly authorized by Slidesgo.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Include Slidesgo Content in an online or offline database or file.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Offer Slidesgo templates (or modified versions of Slidesgo templates) for download.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Acquire the copyright of Slidesgo Content.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For more information about editing slides, please read our FAQs or visit our blog: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100">
                <a:solidFill>
                  <a:schemeClr val="lt1"/>
                </a:solidFill>
              </a:rPr>
              <a:t> and </a:t>
            </a:r>
            <a:r>
              <a:rPr b="1" lang="en" sz="1100" u="sng">
                <a:solidFill>
                  <a:schemeClr val="dk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873" name="Google Shape;873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E2A47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oogle Shape;878;p48"/>
          <p:cNvGrpSpPr/>
          <p:nvPr/>
        </p:nvGrpSpPr>
        <p:grpSpPr>
          <a:xfrm>
            <a:off x="856199" y="1311179"/>
            <a:ext cx="322099" cy="370529"/>
            <a:chOff x="-42971725" y="3217825"/>
            <a:chExt cx="275675" cy="317125"/>
          </a:xfrm>
        </p:grpSpPr>
        <p:sp>
          <p:nvSpPr>
            <p:cNvPr id="879" name="Google Shape;879;p48"/>
            <p:cNvSpPr/>
            <p:nvPr/>
          </p:nvSpPr>
          <p:spPr>
            <a:xfrm>
              <a:off x="-42951250" y="3279250"/>
              <a:ext cx="233950" cy="152050"/>
            </a:xfrm>
            <a:custGeom>
              <a:rect b="b" l="l" r="r" t="t"/>
              <a:pathLst>
                <a:path extrusionOk="0" h="6082" w="9358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-42971725" y="3451750"/>
              <a:ext cx="275675" cy="83200"/>
            </a:xfrm>
            <a:custGeom>
              <a:rect b="b" l="l" r="r" t="t"/>
              <a:pathLst>
                <a:path extrusionOk="0" h="3328" w="11027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8"/>
            <p:cNvSpPr/>
            <p:nvPr/>
          </p:nvSpPr>
          <p:spPr>
            <a:xfrm>
              <a:off x="-42866975" y="3217825"/>
              <a:ext cx="63025" cy="40975"/>
            </a:xfrm>
            <a:custGeom>
              <a:rect b="b" l="l" r="r" t="t"/>
              <a:pathLst>
                <a:path extrusionOk="0" h="1639" w="2521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2" name="Google Shape;882;p48"/>
          <p:cNvGrpSpPr/>
          <p:nvPr/>
        </p:nvGrpSpPr>
        <p:grpSpPr>
          <a:xfrm>
            <a:off x="828113" y="1779835"/>
            <a:ext cx="378270" cy="337551"/>
            <a:chOff x="-42996150" y="3612600"/>
            <a:chExt cx="323750" cy="288900"/>
          </a:xfrm>
        </p:grpSpPr>
        <p:sp>
          <p:nvSpPr>
            <p:cNvPr id="883" name="Google Shape;883;p48"/>
            <p:cNvSpPr/>
            <p:nvPr/>
          </p:nvSpPr>
          <p:spPr>
            <a:xfrm>
              <a:off x="-42914225" y="3612600"/>
              <a:ext cx="241825" cy="239275"/>
            </a:xfrm>
            <a:custGeom>
              <a:rect b="b" l="l" r="r" t="t"/>
              <a:pathLst>
                <a:path extrusionOk="0" h="9571" w="9673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8"/>
            <p:cNvSpPr/>
            <p:nvPr/>
          </p:nvSpPr>
          <p:spPr>
            <a:xfrm>
              <a:off x="-42946525" y="3762850"/>
              <a:ext cx="118950" cy="118950"/>
            </a:xfrm>
            <a:custGeom>
              <a:rect b="b" l="l" r="r" t="t"/>
              <a:pathLst>
                <a:path extrusionOk="0" h="4758" w="4758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8"/>
            <p:cNvSpPr/>
            <p:nvPr/>
          </p:nvSpPr>
          <p:spPr>
            <a:xfrm>
              <a:off x="-42996150" y="3855800"/>
              <a:ext cx="78000" cy="45700"/>
            </a:xfrm>
            <a:custGeom>
              <a:rect b="b" l="l" r="r" t="t"/>
              <a:pathLst>
                <a:path extrusionOk="0" h="1828" w="312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6" name="Google Shape;886;p48"/>
          <p:cNvGrpSpPr/>
          <p:nvPr/>
        </p:nvGrpSpPr>
        <p:grpSpPr>
          <a:xfrm>
            <a:off x="830874" y="2189205"/>
            <a:ext cx="372749" cy="370909"/>
            <a:chOff x="-42994575" y="3950300"/>
            <a:chExt cx="319025" cy="317450"/>
          </a:xfrm>
        </p:grpSpPr>
        <p:sp>
          <p:nvSpPr>
            <p:cNvPr id="887" name="Google Shape;887;p48"/>
            <p:cNvSpPr/>
            <p:nvPr/>
          </p:nvSpPr>
          <p:spPr>
            <a:xfrm>
              <a:off x="-42930775" y="4225200"/>
              <a:ext cx="191425" cy="42550"/>
            </a:xfrm>
            <a:custGeom>
              <a:rect b="b" l="l" r="r" t="t"/>
              <a:pathLst>
                <a:path extrusionOk="0" h="1702" w="7657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8"/>
            <p:cNvSpPr/>
            <p:nvPr/>
          </p:nvSpPr>
          <p:spPr>
            <a:xfrm>
              <a:off x="-42908725" y="4163750"/>
              <a:ext cx="148900" cy="42550"/>
            </a:xfrm>
            <a:custGeom>
              <a:rect b="b" l="l" r="r" t="t"/>
              <a:pathLst>
                <a:path extrusionOk="0" h="1702" w="5956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8"/>
            <p:cNvSpPr/>
            <p:nvPr/>
          </p:nvSpPr>
          <p:spPr>
            <a:xfrm>
              <a:off x="-42994575" y="3950300"/>
              <a:ext cx="319025" cy="211125"/>
            </a:xfrm>
            <a:custGeom>
              <a:rect b="b" l="l" r="r" t="t"/>
              <a:pathLst>
                <a:path extrusionOk="0" h="8445" w="12761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48"/>
          <p:cNvGrpSpPr/>
          <p:nvPr/>
        </p:nvGrpSpPr>
        <p:grpSpPr>
          <a:xfrm>
            <a:off x="2984269" y="1336037"/>
            <a:ext cx="371785" cy="370879"/>
            <a:chOff x="-41111350" y="3239100"/>
            <a:chExt cx="318200" cy="317425"/>
          </a:xfrm>
        </p:grpSpPr>
        <p:sp>
          <p:nvSpPr>
            <p:cNvPr id="891" name="Google Shape;891;p48"/>
            <p:cNvSpPr/>
            <p:nvPr/>
          </p:nvSpPr>
          <p:spPr>
            <a:xfrm>
              <a:off x="-41111350" y="3239100"/>
              <a:ext cx="145725" cy="144925"/>
            </a:xfrm>
            <a:custGeom>
              <a:rect b="b" l="l" r="r" t="t"/>
              <a:pathLst>
                <a:path extrusionOk="0" h="5797" w="5829">
                  <a:moveTo>
                    <a:pt x="2930" y="1670"/>
                  </a:moveTo>
                  <a:cubicBezTo>
                    <a:pt x="3119" y="1670"/>
                    <a:pt x="3308" y="1859"/>
                    <a:pt x="3308" y="2048"/>
                  </a:cubicBezTo>
                  <a:lnTo>
                    <a:pt x="3308" y="2489"/>
                  </a:lnTo>
                  <a:lnTo>
                    <a:pt x="3749" y="2489"/>
                  </a:lnTo>
                  <a:cubicBezTo>
                    <a:pt x="4001" y="2489"/>
                    <a:pt x="4159" y="2678"/>
                    <a:pt x="4159" y="2930"/>
                  </a:cubicBezTo>
                  <a:cubicBezTo>
                    <a:pt x="4159" y="3151"/>
                    <a:pt x="3938" y="3340"/>
                    <a:pt x="3749" y="3340"/>
                  </a:cubicBezTo>
                  <a:lnTo>
                    <a:pt x="3308" y="3340"/>
                  </a:lnTo>
                  <a:lnTo>
                    <a:pt x="3308" y="3781"/>
                  </a:lnTo>
                  <a:cubicBezTo>
                    <a:pt x="3308" y="4001"/>
                    <a:pt x="3119" y="4159"/>
                    <a:pt x="2930" y="4159"/>
                  </a:cubicBezTo>
                  <a:cubicBezTo>
                    <a:pt x="2710" y="4159"/>
                    <a:pt x="2520" y="3970"/>
                    <a:pt x="2520" y="3781"/>
                  </a:cubicBezTo>
                  <a:lnTo>
                    <a:pt x="2520" y="3340"/>
                  </a:lnTo>
                  <a:lnTo>
                    <a:pt x="2079" y="3340"/>
                  </a:lnTo>
                  <a:cubicBezTo>
                    <a:pt x="1859" y="3340"/>
                    <a:pt x="1701" y="3151"/>
                    <a:pt x="1701" y="2930"/>
                  </a:cubicBezTo>
                  <a:cubicBezTo>
                    <a:pt x="1701" y="2678"/>
                    <a:pt x="1859" y="2489"/>
                    <a:pt x="2079" y="2489"/>
                  </a:cubicBezTo>
                  <a:lnTo>
                    <a:pt x="2520" y="2489"/>
                  </a:lnTo>
                  <a:lnTo>
                    <a:pt x="2520" y="2048"/>
                  </a:lnTo>
                  <a:cubicBezTo>
                    <a:pt x="2520" y="1827"/>
                    <a:pt x="2710" y="1670"/>
                    <a:pt x="2930" y="1670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441"/>
                  </a:cubicBezTo>
                  <a:lnTo>
                    <a:pt x="0" y="5387"/>
                  </a:lnTo>
                  <a:cubicBezTo>
                    <a:pt x="32" y="5639"/>
                    <a:pt x="221" y="5797"/>
                    <a:pt x="441" y="5797"/>
                  </a:cubicBezTo>
                  <a:lnTo>
                    <a:pt x="5387" y="5797"/>
                  </a:lnTo>
                  <a:cubicBezTo>
                    <a:pt x="5639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39" y="0"/>
                    <a:pt x="5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-41110575" y="3412375"/>
              <a:ext cx="146525" cy="144150"/>
            </a:xfrm>
            <a:custGeom>
              <a:rect b="b" l="l" r="r" t="t"/>
              <a:pathLst>
                <a:path extrusionOk="0" h="5766" w="5861">
                  <a:moveTo>
                    <a:pt x="3450" y="1859"/>
                  </a:moveTo>
                  <a:cubicBezTo>
                    <a:pt x="3561" y="1859"/>
                    <a:pt x="3671" y="1890"/>
                    <a:pt x="3750" y="1953"/>
                  </a:cubicBezTo>
                  <a:cubicBezTo>
                    <a:pt x="3907" y="2111"/>
                    <a:pt x="3907" y="2395"/>
                    <a:pt x="3750" y="2552"/>
                  </a:cubicBezTo>
                  <a:lnTo>
                    <a:pt x="3466" y="2836"/>
                  </a:lnTo>
                  <a:lnTo>
                    <a:pt x="3750" y="3119"/>
                  </a:lnTo>
                  <a:cubicBezTo>
                    <a:pt x="3907" y="3277"/>
                    <a:pt x="3907" y="3529"/>
                    <a:pt x="3750" y="3686"/>
                  </a:cubicBezTo>
                  <a:cubicBezTo>
                    <a:pt x="3671" y="3765"/>
                    <a:pt x="3561" y="3804"/>
                    <a:pt x="3450" y="3804"/>
                  </a:cubicBezTo>
                  <a:cubicBezTo>
                    <a:pt x="3340" y="3804"/>
                    <a:pt x="3230" y="3765"/>
                    <a:pt x="3151" y="3686"/>
                  </a:cubicBezTo>
                  <a:lnTo>
                    <a:pt x="2899" y="3434"/>
                  </a:lnTo>
                  <a:lnTo>
                    <a:pt x="2616" y="3686"/>
                  </a:lnTo>
                  <a:cubicBezTo>
                    <a:pt x="2537" y="3765"/>
                    <a:pt x="2426" y="3804"/>
                    <a:pt x="2316" y="3804"/>
                  </a:cubicBezTo>
                  <a:cubicBezTo>
                    <a:pt x="2206" y="3804"/>
                    <a:pt x="2096" y="3765"/>
                    <a:pt x="2017" y="3686"/>
                  </a:cubicBezTo>
                  <a:cubicBezTo>
                    <a:pt x="1859" y="3529"/>
                    <a:pt x="1859" y="3277"/>
                    <a:pt x="2017" y="3119"/>
                  </a:cubicBezTo>
                  <a:lnTo>
                    <a:pt x="2300" y="2836"/>
                  </a:lnTo>
                  <a:lnTo>
                    <a:pt x="2017" y="2552"/>
                  </a:lnTo>
                  <a:cubicBezTo>
                    <a:pt x="1859" y="2395"/>
                    <a:pt x="1859" y="2111"/>
                    <a:pt x="2017" y="1953"/>
                  </a:cubicBezTo>
                  <a:cubicBezTo>
                    <a:pt x="2096" y="1890"/>
                    <a:pt x="2206" y="1859"/>
                    <a:pt x="2316" y="1859"/>
                  </a:cubicBezTo>
                  <a:cubicBezTo>
                    <a:pt x="2426" y="1859"/>
                    <a:pt x="2537" y="1890"/>
                    <a:pt x="2616" y="1953"/>
                  </a:cubicBezTo>
                  <a:lnTo>
                    <a:pt x="2899" y="2237"/>
                  </a:lnTo>
                  <a:lnTo>
                    <a:pt x="3151" y="1953"/>
                  </a:lnTo>
                  <a:cubicBezTo>
                    <a:pt x="3230" y="1890"/>
                    <a:pt x="3340" y="1859"/>
                    <a:pt x="3450" y="1859"/>
                  </a:cubicBez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lnTo>
                    <a:pt x="1" y="5356"/>
                  </a:lnTo>
                  <a:cubicBezTo>
                    <a:pt x="1" y="5608"/>
                    <a:pt x="221" y="5766"/>
                    <a:pt x="442" y="5766"/>
                  </a:cubicBezTo>
                  <a:lnTo>
                    <a:pt x="5419" y="5766"/>
                  </a:lnTo>
                  <a:cubicBezTo>
                    <a:pt x="5640" y="5766"/>
                    <a:pt x="5861" y="5545"/>
                    <a:pt x="5861" y="5356"/>
                  </a:cubicBezTo>
                  <a:lnTo>
                    <a:pt x="5861" y="378"/>
                  </a:lnTo>
                  <a:cubicBezTo>
                    <a:pt x="5861" y="158"/>
                    <a:pt x="5640" y="0"/>
                    <a:pt x="54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8"/>
            <p:cNvSpPr/>
            <p:nvPr/>
          </p:nvSpPr>
          <p:spPr>
            <a:xfrm>
              <a:off x="-40938875" y="3239100"/>
              <a:ext cx="145725" cy="144925"/>
            </a:xfrm>
            <a:custGeom>
              <a:rect b="b" l="l" r="r" t="t"/>
              <a:pathLst>
                <a:path extrusionOk="0" h="5797" w="5829">
                  <a:moveTo>
                    <a:pt x="3750" y="2457"/>
                  </a:moveTo>
                  <a:cubicBezTo>
                    <a:pt x="3970" y="2457"/>
                    <a:pt x="4128" y="2646"/>
                    <a:pt x="4128" y="2867"/>
                  </a:cubicBezTo>
                  <a:cubicBezTo>
                    <a:pt x="4159" y="3151"/>
                    <a:pt x="3970" y="3308"/>
                    <a:pt x="3750" y="3308"/>
                  </a:cubicBezTo>
                  <a:lnTo>
                    <a:pt x="2080" y="3308"/>
                  </a:lnTo>
                  <a:cubicBezTo>
                    <a:pt x="1859" y="3308"/>
                    <a:pt x="1702" y="3119"/>
                    <a:pt x="1702" y="2867"/>
                  </a:cubicBezTo>
                  <a:cubicBezTo>
                    <a:pt x="1702" y="2646"/>
                    <a:pt x="1891" y="2457"/>
                    <a:pt x="2080" y="2457"/>
                  </a:cubicBez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387"/>
                  </a:lnTo>
                  <a:cubicBezTo>
                    <a:pt x="1" y="5639"/>
                    <a:pt x="190" y="5797"/>
                    <a:pt x="442" y="5797"/>
                  </a:cubicBezTo>
                  <a:lnTo>
                    <a:pt x="5388" y="5797"/>
                  </a:lnTo>
                  <a:cubicBezTo>
                    <a:pt x="5640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8"/>
            <p:cNvSpPr/>
            <p:nvPr/>
          </p:nvSpPr>
          <p:spPr>
            <a:xfrm>
              <a:off x="-40938875" y="3411575"/>
              <a:ext cx="145725" cy="144950"/>
            </a:xfrm>
            <a:custGeom>
              <a:rect b="b" l="l" r="r" t="t"/>
              <a:pathLst>
                <a:path extrusionOk="0" h="5798" w="5829">
                  <a:moveTo>
                    <a:pt x="3750" y="1639"/>
                  </a:moveTo>
                  <a:cubicBezTo>
                    <a:pt x="3970" y="1639"/>
                    <a:pt x="4128" y="1859"/>
                    <a:pt x="4128" y="2080"/>
                  </a:cubicBezTo>
                  <a:cubicBezTo>
                    <a:pt x="4159" y="2332"/>
                    <a:pt x="3970" y="2490"/>
                    <a:pt x="3750" y="2490"/>
                  </a:cubicBezTo>
                  <a:lnTo>
                    <a:pt x="2080" y="2490"/>
                  </a:lnTo>
                  <a:cubicBezTo>
                    <a:pt x="1859" y="2490"/>
                    <a:pt x="1702" y="2269"/>
                    <a:pt x="1702" y="2080"/>
                  </a:cubicBezTo>
                  <a:cubicBezTo>
                    <a:pt x="1702" y="1859"/>
                    <a:pt x="1891" y="1639"/>
                    <a:pt x="2080" y="1639"/>
                  </a:cubicBezTo>
                  <a:close/>
                  <a:moveTo>
                    <a:pt x="3750" y="3309"/>
                  </a:moveTo>
                  <a:cubicBezTo>
                    <a:pt x="3970" y="3309"/>
                    <a:pt x="4128" y="3498"/>
                    <a:pt x="4128" y="3687"/>
                  </a:cubicBezTo>
                  <a:cubicBezTo>
                    <a:pt x="4159" y="3970"/>
                    <a:pt x="3970" y="4128"/>
                    <a:pt x="3750" y="4128"/>
                  </a:cubicBezTo>
                  <a:lnTo>
                    <a:pt x="2080" y="4128"/>
                  </a:lnTo>
                  <a:cubicBezTo>
                    <a:pt x="1859" y="4128"/>
                    <a:pt x="1702" y="3939"/>
                    <a:pt x="1702" y="3687"/>
                  </a:cubicBezTo>
                  <a:cubicBezTo>
                    <a:pt x="1702" y="3466"/>
                    <a:pt x="1891" y="3309"/>
                    <a:pt x="2080" y="3309"/>
                  </a:cubicBez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5388"/>
                  </a:lnTo>
                  <a:cubicBezTo>
                    <a:pt x="1" y="5640"/>
                    <a:pt x="190" y="5798"/>
                    <a:pt x="442" y="5798"/>
                  </a:cubicBezTo>
                  <a:lnTo>
                    <a:pt x="5388" y="5798"/>
                  </a:lnTo>
                  <a:cubicBezTo>
                    <a:pt x="5640" y="5798"/>
                    <a:pt x="5829" y="5577"/>
                    <a:pt x="5829" y="5388"/>
                  </a:cubicBezTo>
                  <a:lnTo>
                    <a:pt x="5829" y="410"/>
                  </a:ln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48"/>
          <p:cNvGrpSpPr/>
          <p:nvPr/>
        </p:nvGrpSpPr>
        <p:grpSpPr>
          <a:xfrm>
            <a:off x="2980588" y="1771568"/>
            <a:ext cx="379146" cy="370967"/>
            <a:chOff x="-41117650" y="3605525"/>
            <a:chExt cx="324500" cy="317500"/>
          </a:xfrm>
        </p:grpSpPr>
        <p:sp>
          <p:nvSpPr>
            <p:cNvPr id="896" name="Google Shape;896;p48"/>
            <p:cNvSpPr/>
            <p:nvPr/>
          </p:nvSpPr>
          <p:spPr>
            <a:xfrm>
              <a:off x="-41016850" y="3605525"/>
              <a:ext cx="106350" cy="105375"/>
            </a:xfrm>
            <a:custGeom>
              <a:rect b="b" l="l" r="r" t="t"/>
              <a:pathLst>
                <a:path extrusionOk="0" h="4215" w="4254">
                  <a:moveTo>
                    <a:pt x="2064" y="1"/>
                  </a:moveTo>
                  <a:cubicBezTo>
                    <a:pt x="1954" y="1"/>
                    <a:pt x="1844" y="40"/>
                    <a:pt x="1765" y="119"/>
                  </a:cubicBezTo>
                  <a:lnTo>
                    <a:pt x="1" y="1883"/>
                  </a:lnTo>
                  <a:lnTo>
                    <a:pt x="2332" y="4214"/>
                  </a:lnTo>
                  <a:lnTo>
                    <a:pt x="4096" y="2450"/>
                  </a:lnTo>
                  <a:cubicBezTo>
                    <a:pt x="4254" y="2293"/>
                    <a:pt x="4254" y="2009"/>
                    <a:pt x="4096" y="1852"/>
                  </a:cubicBezTo>
                  <a:lnTo>
                    <a:pt x="2364" y="119"/>
                  </a:lnTo>
                  <a:cubicBezTo>
                    <a:pt x="2285" y="40"/>
                    <a:pt x="2175" y="1"/>
                    <a:pt x="20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8"/>
            <p:cNvSpPr/>
            <p:nvPr/>
          </p:nvSpPr>
          <p:spPr>
            <a:xfrm>
              <a:off x="-40900275" y="3721300"/>
              <a:ext cx="107125" cy="105375"/>
            </a:xfrm>
            <a:custGeom>
              <a:rect b="b" l="l" r="r" t="t"/>
              <a:pathLst>
                <a:path extrusionOk="0" h="4215" w="4285">
                  <a:moveTo>
                    <a:pt x="2064" y="1"/>
                  </a:moveTo>
                  <a:cubicBezTo>
                    <a:pt x="1954" y="1"/>
                    <a:pt x="1843" y="40"/>
                    <a:pt x="1765" y="119"/>
                  </a:cubicBezTo>
                  <a:lnTo>
                    <a:pt x="0" y="1915"/>
                  </a:lnTo>
                  <a:lnTo>
                    <a:pt x="2300" y="4215"/>
                  </a:lnTo>
                  <a:lnTo>
                    <a:pt x="4128" y="2482"/>
                  </a:lnTo>
                  <a:cubicBezTo>
                    <a:pt x="4285" y="2324"/>
                    <a:pt x="4285" y="2072"/>
                    <a:pt x="4128" y="1915"/>
                  </a:cubicBezTo>
                  <a:lnTo>
                    <a:pt x="2363" y="119"/>
                  </a:lnTo>
                  <a:cubicBezTo>
                    <a:pt x="2285" y="40"/>
                    <a:pt x="2174" y="1"/>
                    <a:pt x="20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8"/>
            <p:cNvSpPr/>
            <p:nvPr/>
          </p:nvSpPr>
          <p:spPr>
            <a:xfrm>
              <a:off x="-41117650" y="3668350"/>
              <a:ext cx="262300" cy="254675"/>
            </a:xfrm>
            <a:custGeom>
              <a:rect b="b" l="l" r="r" t="t"/>
              <a:pathLst>
                <a:path extrusionOk="0" h="10187" w="10492">
                  <a:moveTo>
                    <a:pt x="3497" y="0"/>
                  </a:moveTo>
                  <a:lnTo>
                    <a:pt x="1764" y="1733"/>
                  </a:lnTo>
                  <a:cubicBezTo>
                    <a:pt x="1166" y="2332"/>
                    <a:pt x="725" y="3088"/>
                    <a:pt x="504" y="3812"/>
                  </a:cubicBezTo>
                  <a:cubicBezTo>
                    <a:pt x="0" y="5514"/>
                    <a:pt x="410" y="7404"/>
                    <a:pt x="1764" y="8759"/>
                  </a:cubicBezTo>
                  <a:cubicBezTo>
                    <a:pt x="2667" y="9661"/>
                    <a:pt x="3919" y="10187"/>
                    <a:pt x="5273" y="10187"/>
                  </a:cubicBezTo>
                  <a:cubicBezTo>
                    <a:pt x="5384" y="10187"/>
                    <a:pt x="5496" y="10183"/>
                    <a:pt x="5608" y="10176"/>
                  </a:cubicBezTo>
                  <a:cubicBezTo>
                    <a:pt x="6679" y="10082"/>
                    <a:pt x="7876" y="9609"/>
                    <a:pt x="8758" y="8759"/>
                  </a:cubicBezTo>
                  <a:lnTo>
                    <a:pt x="10491" y="7026"/>
                  </a:lnTo>
                  <a:lnTo>
                    <a:pt x="8191" y="4694"/>
                  </a:lnTo>
                  <a:lnTo>
                    <a:pt x="6396" y="6396"/>
                  </a:lnTo>
                  <a:cubicBezTo>
                    <a:pt x="6077" y="6715"/>
                    <a:pt x="5645" y="6880"/>
                    <a:pt x="5214" y="6880"/>
                  </a:cubicBezTo>
                  <a:cubicBezTo>
                    <a:pt x="4794" y="6880"/>
                    <a:pt x="4375" y="6722"/>
                    <a:pt x="4064" y="6396"/>
                  </a:cubicBezTo>
                  <a:cubicBezTo>
                    <a:pt x="3434" y="5766"/>
                    <a:pt x="3434" y="4694"/>
                    <a:pt x="4064" y="4064"/>
                  </a:cubicBezTo>
                  <a:lnTo>
                    <a:pt x="5797" y="2332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9" name="Google Shape;899;p48"/>
          <p:cNvSpPr/>
          <p:nvPr/>
        </p:nvSpPr>
        <p:spPr>
          <a:xfrm>
            <a:off x="2986719" y="2221154"/>
            <a:ext cx="372720" cy="361678"/>
          </a:xfrm>
          <a:custGeom>
            <a:rect b="b" l="l" r="r" t="t"/>
            <a:pathLst>
              <a:path extrusionOk="0" h="12382" w="12760">
                <a:moveTo>
                  <a:pt x="2080" y="1"/>
                </a:moveTo>
                <a:cubicBezTo>
                  <a:pt x="946" y="1"/>
                  <a:pt x="32" y="946"/>
                  <a:pt x="1" y="2080"/>
                </a:cubicBezTo>
                <a:lnTo>
                  <a:pt x="1" y="9515"/>
                </a:lnTo>
                <a:cubicBezTo>
                  <a:pt x="1" y="11090"/>
                  <a:pt x="1261" y="12382"/>
                  <a:pt x="2899" y="12382"/>
                </a:cubicBezTo>
                <a:cubicBezTo>
                  <a:pt x="4537" y="12382"/>
                  <a:pt x="5798" y="11090"/>
                  <a:pt x="5829" y="9515"/>
                </a:cubicBezTo>
                <a:cubicBezTo>
                  <a:pt x="5829" y="9295"/>
                  <a:pt x="6144" y="9137"/>
                  <a:pt x="6365" y="9074"/>
                </a:cubicBezTo>
                <a:cubicBezTo>
                  <a:pt x="6617" y="9074"/>
                  <a:pt x="6932" y="9295"/>
                  <a:pt x="6932" y="9515"/>
                </a:cubicBezTo>
                <a:cubicBezTo>
                  <a:pt x="6932" y="11122"/>
                  <a:pt x="8223" y="12382"/>
                  <a:pt x="9830" y="12382"/>
                </a:cubicBezTo>
                <a:cubicBezTo>
                  <a:pt x="11374" y="12382"/>
                  <a:pt x="12760" y="11216"/>
                  <a:pt x="12760" y="9452"/>
                </a:cubicBezTo>
                <a:lnTo>
                  <a:pt x="12760" y="2080"/>
                </a:lnTo>
                <a:cubicBezTo>
                  <a:pt x="12760" y="946"/>
                  <a:pt x="11815" y="32"/>
                  <a:pt x="10681" y="1"/>
                </a:cubicBezTo>
                <a:cubicBezTo>
                  <a:pt x="10114" y="1"/>
                  <a:pt x="9578" y="221"/>
                  <a:pt x="9200" y="568"/>
                </a:cubicBezTo>
                <a:cubicBezTo>
                  <a:pt x="9043" y="725"/>
                  <a:pt x="9043" y="1009"/>
                  <a:pt x="9200" y="1166"/>
                </a:cubicBezTo>
                <a:cubicBezTo>
                  <a:pt x="9279" y="1245"/>
                  <a:pt x="9389" y="1284"/>
                  <a:pt x="9499" y="1284"/>
                </a:cubicBezTo>
                <a:cubicBezTo>
                  <a:pt x="9610" y="1284"/>
                  <a:pt x="9720" y="1245"/>
                  <a:pt x="9799" y="1166"/>
                </a:cubicBezTo>
                <a:cubicBezTo>
                  <a:pt x="10051" y="946"/>
                  <a:pt x="10366" y="820"/>
                  <a:pt x="10681" y="820"/>
                </a:cubicBezTo>
                <a:cubicBezTo>
                  <a:pt x="11342" y="820"/>
                  <a:pt x="11878" y="1355"/>
                  <a:pt x="11878" y="2080"/>
                </a:cubicBezTo>
                <a:lnTo>
                  <a:pt x="11878" y="7499"/>
                </a:lnTo>
                <a:cubicBezTo>
                  <a:pt x="11374" y="6963"/>
                  <a:pt x="10618" y="6648"/>
                  <a:pt x="9799" y="6648"/>
                </a:cubicBezTo>
                <a:cubicBezTo>
                  <a:pt x="8570" y="6648"/>
                  <a:pt x="7562" y="7404"/>
                  <a:pt x="7121" y="8444"/>
                </a:cubicBezTo>
                <a:cubicBezTo>
                  <a:pt x="6932" y="8349"/>
                  <a:pt x="6585" y="8286"/>
                  <a:pt x="6365" y="8286"/>
                </a:cubicBezTo>
                <a:cubicBezTo>
                  <a:pt x="6144" y="8286"/>
                  <a:pt x="5798" y="8381"/>
                  <a:pt x="5640" y="8444"/>
                </a:cubicBezTo>
                <a:cubicBezTo>
                  <a:pt x="5199" y="7404"/>
                  <a:pt x="4191" y="6648"/>
                  <a:pt x="2962" y="6648"/>
                </a:cubicBezTo>
                <a:cubicBezTo>
                  <a:pt x="2111" y="6648"/>
                  <a:pt x="1418" y="6995"/>
                  <a:pt x="851" y="7499"/>
                </a:cubicBezTo>
                <a:lnTo>
                  <a:pt x="851" y="2080"/>
                </a:lnTo>
                <a:cubicBezTo>
                  <a:pt x="851" y="1418"/>
                  <a:pt x="1418" y="851"/>
                  <a:pt x="2080" y="820"/>
                </a:cubicBezTo>
                <a:cubicBezTo>
                  <a:pt x="2426" y="820"/>
                  <a:pt x="2742" y="977"/>
                  <a:pt x="2962" y="1166"/>
                </a:cubicBezTo>
                <a:cubicBezTo>
                  <a:pt x="3041" y="1245"/>
                  <a:pt x="3151" y="1284"/>
                  <a:pt x="3257" y="1284"/>
                </a:cubicBezTo>
                <a:cubicBezTo>
                  <a:pt x="3364" y="1284"/>
                  <a:pt x="3466" y="1245"/>
                  <a:pt x="3529" y="1166"/>
                </a:cubicBezTo>
                <a:cubicBezTo>
                  <a:pt x="3687" y="1009"/>
                  <a:pt x="3687" y="725"/>
                  <a:pt x="3529" y="568"/>
                </a:cubicBezTo>
                <a:cubicBezTo>
                  <a:pt x="3183" y="221"/>
                  <a:pt x="2647" y="1"/>
                  <a:pt x="208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0" name="Google Shape;900;p48"/>
          <p:cNvGrpSpPr/>
          <p:nvPr/>
        </p:nvGrpSpPr>
        <p:grpSpPr>
          <a:xfrm>
            <a:off x="1806843" y="2663092"/>
            <a:ext cx="216271" cy="371814"/>
            <a:chOff x="-39205300" y="3220175"/>
            <a:chExt cx="185100" cy="318225"/>
          </a:xfrm>
        </p:grpSpPr>
        <p:sp>
          <p:nvSpPr>
            <p:cNvPr id="901" name="Google Shape;901;p48"/>
            <p:cNvSpPr/>
            <p:nvPr/>
          </p:nvSpPr>
          <p:spPr>
            <a:xfrm>
              <a:off x="-39205300" y="3220175"/>
              <a:ext cx="185100" cy="111875"/>
            </a:xfrm>
            <a:custGeom>
              <a:rect b="b" l="l" r="r" t="t"/>
              <a:pathLst>
                <a:path extrusionOk="0" h="4475" w="7404">
                  <a:moveTo>
                    <a:pt x="1229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797"/>
                    <a:pt x="315" y="2269"/>
                    <a:pt x="819" y="2458"/>
                  </a:cubicBezTo>
                  <a:lnTo>
                    <a:pt x="819" y="4475"/>
                  </a:lnTo>
                  <a:lnTo>
                    <a:pt x="6616" y="4475"/>
                  </a:lnTo>
                  <a:lnTo>
                    <a:pt x="6616" y="2458"/>
                  </a:lnTo>
                  <a:lnTo>
                    <a:pt x="6585" y="2458"/>
                  </a:lnTo>
                  <a:cubicBezTo>
                    <a:pt x="7057" y="2301"/>
                    <a:pt x="7404" y="1828"/>
                    <a:pt x="7404" y="1261"/>
                  </a:cubicBezTo>
                  <a:cubicBezTo>
                    <a:pt x="7404" y="600"/>
                    <a:pt x="6868" y="64"/>
                    <a:pt x="6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8"/>
            <p:cNvSpPr/>
            <p:nvPr/>
          </p:nvSpPr>
          <p:spPr>
            <a:xfrm>
              <a:off x="-39184825" y="3353300"/>
              <a:ext cx="144950" cy="185100"/>
            </a:xfrm>
            <a:custGeom>
              <a:rect b="b" l="l" r="r" t="t"/>
              <a:pathLst>
                <a:path extrusionOk="0" h="7404" w="5798">
                  <a:moveTo>
                    <a:pt x="0" y="0"/>
                  </a:moveTo>
                  <a:lnTo>
                    <a:pt x="0" y="819"/>
                  </a:lnTo>
                  <a:lnTo>
                    <a:pt x="2111" y="819"/>
                  </a:lnTo>
                  <a:cubicBezTo>
                    <a:pt x="2332" y="819"/>
                    <a:pt x="2489" y="1040"/>
                    <a:pt x="2489" y="1260"/>
                  </a:cubicBezTo>
                  <a:cubicBezTo>
                    <a:pt x="2489" y="1513"/>
                    <a:pt x="2300" y="1702"/>
                    <a:pt x="2111" y="1702"/>
                  </a:cubicBezTo>
                  <a:lnTo>
                    <a:pt x="0" y="1702"/>
                  </a:lnTo>
                  <a:lnTo>
                    <a:pt x="0" y="2521"/>
                  </a:lnTo>
                  <a:lnTo>
                    <a:pt x="2111" y="2521"/>
                  </a:lnTo>
                  <a:cubicBezTo>
                    <a:pt x="2332" y="2521"/>
                    <a:pt x="2489" y="2710"/>
                    <a:pt x="2489" y="2930"/>
                  </a:cubicBezTo>
                  <a:cubicBezTo>
                    <a:pt x="2489" y="3151"/>
                    <a:pt x="2300" y="3340"/>
                    <a:pt x="2111" y="3340"/>
                  </a:cubicBezTo>
                  <a:lnTo>
                    <a:pt x="0" y="3340"/>
                  </a:lnTo>
                  <a:lnTo>
                    <a:pt x="0" y="4190"/>
                  </a:lnTo>
                  <a:lnTo>
                    <a:pt x="2111" y="4190"/>
                  </a:lnTo>
                  <a:cubicBezTo>
                    <a:pt x="2332" y="4190"/>
                    <a:pt x="2489" y="4379"/>
                    <a:pt x="2489" y="4600"/>
                  </a:cubicBezTo>
                  <a:cubicBezTo>
                    <a:pt x="2458" y="4726"/>
                    <a:pt x="2300" y="4915"/>
                    <a:pt x="2048" y="4915"/>
                  </a:cubicBezTo>
                  <a:lnTo>
                    <a:pt x="63" y="4915"/>
                  </a:lnTo>
                  <a:cubicBezTo>
                    <a:pt x="252" y="6427"/>
                    <a:pt x="1512" y="7404"/>
                    <a:pt x="2899" y="7404"/>
                  </a:cubicBezTo>
                  <a:cubicBezTo>
                    <a:pt x="4474" y="7404"/>
                    <a:pt x="5797" y="6112"/>
                    <a:pt x="5797" y="4537"/>
                  </a:cubicBezTo>
                  <a:lnTo>
                    <a:pt x="57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3" name="Google Shape;903;p48"/>
          <p:cNvGrpSpPr/>
          <p:nvPr/>
        </p:nvGrpSpPr>
        <p:grpSpPr>
          <a:xfrm>
            <a:off x="1772370" y="3123163"/>
            <a:ext cx="300016" cy="369273"/>
            <a:chOff x="-39248625" y="3588600"/>
            <a:chExt cx="256775" cy="316050"/>
          </a:xfrm>
        </p:grpSpPr>
        <p:sp>
          <p:nvSpPr>
            <p:cNvPr id="904" name="Google Shape;904;p48"/>
            <p:cNvSpPr/>
            <p:nvPr/>
          </p:nvSpPr>
          <p:spPr>
            <a:xfrm>
              <a:off x="-39248625" y="3588600"/>
              <a:ext cx="256775" cy="316050"/>
            </a:xfrm>
            <a:custGeom>
              <a:rect b="b" l="l" r="r" t="t"/>
              <a:pathLst>
                <a:path extrusionOk="0" h="12642" w="10271">
                  <a:moveTo>
                    <a:pt x="5364" y="0"/>
                  </a:moveTo>
                  <a:cubicBezTo>
                    <a:pt x="5041" y="0"/>
                    <a:pt x="4710" y="118"/>
                    <a:pt x="4443" y="355"/>
                  </a:cubicBezTo>
                  <a:lnTo>
                    <a:pt x="3277" y="1552"/>
                  </a:lnTo>
                  <a:cubicBezTo>
                    <a:pt x="2804" y="2025"/>
                    <a:pt x="2804" y="2812"/>
                    <a:pt x="3277" y="3316"/>
                  </a:cubicBezTo>
                  <a:lnTo>
                    <a:pt x="3938" y="3978"/>
                  </a:lnTo>
                  <a:lnTo>
                    <a:pt x="1702" y="6215"/>
                  </a:lnTo>
                  <a:cubicBezTo>
                    <a:pt x="1544" y="6152"/>
                    <a:pt x="1355" y="6057"/>
                    <a:pt x="1135" y="6057"/>
                  </a:cubicBezTo>
                  <a:cubicBezTo>
                    <a:pt x="1119" y="6056"/>
                    <a:pt x="1104" y="6056"/>
                    <a:pt x="1089" y="6056"/>
                  </a:cubicBezTo>
                  <a:cubicBezTo>
                    <a:pt x="538" y="6056"/>
                    <a:pt x="0" y="6611"/>
                    <a:pt x="0" y="7286"/>
                  </a:cubicBezTo>
                  <a:cubicBezTo>
                    <a:pt x="0" y="7947"/>
                    <a:pt x="567" y="8515"/>
                    <a:pt x="1229" y="8515"/>
                  </a:cubicBezTo>
                  <a:cubicBezTo>
                    <a:pt x="1418" y="8515"/>
                    <a:pt x="1576" y="8483"/>
                    <a:pt x="1733" y="8388"/>
                  </a:cubicBezTo>
                  <a:lnTo>
                    <a:pt x="3560" y="10216"/>
                  </a:lnTo>
                  <a:cubicBezTo>
                    <a:pt x="2993" y="10720"/>
                    <a:pt x="2615" y="11381"/>
                    <a:pt x="2521" y="12169"/>
                  </a:cubicBezTo>
                  <a:cubicBezTo>
                    <a:pt x="2489" y="12421"/>
                    <a:pt x="2678" y="12642"/>
                    <a:pt x="2930" y="12642"/>
                  </a:cubicBezTo>
                  <a:lnTo>
                    <a:pt x="8633" y="12642"/>
                  </a:lnTo>
                  <a:cubicBezTo>
                    <a:pt x="8853" y="12642"/>
                    <a:pt x="9074" y="12421"/>
                    <a:pt x="9011" y="12169"/>
                  </a:cubicBezTo>
                  <a:cubicBezTo>
                    <a:pt x="8790" y="10562"/>
                    <a:pt x="7404" y="9334"/>
                    <a:pt x="5766" y="9334"/>
                  </a:cubicBezTo>
                  <a:cubicBezTo>
                    <a:pt x="5199" y="9334"/>
                    <a:pt x="4695" y="9491"/>
                    <a:pt x="4222" y="9743"/>
                  </a:cubicBezTo>
                  <a:lnTo>
                    <a:pt x="2300" y="7853"/>
                  </a:lnTo>
                  <a:cubicBezTo>
                    <a:pt x="2363" y="7695"/>
                    <a:pt x="2395" y="7475"/>
                    <a:pt x="2395" y="7286"/>
                  </a:cubicBezTo>
                  <a:cubicBezTo>
                    <a:pt x="2395" y="7097"/>
                    <a:pt x="2363" y="6939"/>
                    <a:pt x="2300" y="6782"/>
                  </a:cubicBezTo>
                  <a:lnTo>
                    <a:pt x="4285" y="4797"/>
                  </a:lnTo>
                  <a:lnTo>
                    <a:pt x="4285" y="4797"/>
                  </a:lnTo>
                  <a:cubicBezTo>
                    <a:pt x="4253" y="5742"/>
                    <a:pt x="4537" y="6624"/>
                    <a:pt x="5073" y="7317"/>
                  </a:cubicBezTo>
                  <a:lnTo>
                    <a:pt x="10271" y="2119"/>
                  </a:lnTo>
                  <a:cubicBezTo>
                    <a:pt x="9636" y="1606"/>
                    <a:pt x="8888" y="1321"/>
                    <a:pt x="8026" y="1321"/>
                  </a:cubicBezTo>
                  <a:cubicBezTo>
                    <a:pt x="7776" y="1321"/>
                    <a:pt x="7516" y="1345"/>
                    <a:pt x="7246" y="1394"/>
                  </a:cubicBezTo>
                  <a:lnTo>
                    <a:pt x="6238" y="355"/>
                  </a:lnTo>
                  <a:cubicBezTo>
                    <a:pt x="6002" y="118"/>
                    <a:pt x="5687" y="0"/>
                    <a:pt x="5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8"/>
            <p:cNvSpPr/>
            <p:nvPr/>
          </p:nvSpPr>
          <p:spPr>
            <a:xfrm>
              <a:off x="-39076150" y="3684875"/>
              <a:ext cx="84300" cy="80300"/>
            </a:xfrm>
            <a:custGeom>
              <a:rect b="b" l="l" r="r" t="t"/>
              <a:pathLst>
                <a:path extrusionOk="0" h="3212" w="3372">
                  <a:moveTo>
                    <a:pt x="2868" y="1"/>
                  </a:moveTo>
                  <a:lnTo>
                    <a:pt x="1" y="2868"/>
                  </a:lnTo>
                  <a:cubicBezTo>
                    <a:pt x="353" y="3098"/>
                    <a:pt x="757" y="3212"/>
                    <a:pt x="1156" y="3212"/>
                  </a:cubicBezTo>
                  <a:cubicBezTo>
                    <a:pt x="1686" y="3212"/>
                    <a:pt x="2207" y="3011"/>
                    <a:pt x="2584" y="2616"/>
                  </a:cubicBezTo>
                  <a:cubicBezTo>
                    <a:pt x="3309" y="1891"/>
                    <a:pt x="3372" y="851"/>
                    <a:pt x="2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6" name="Google Shape;906;p48"/>
          <p:cNvSpPr/>
          <p:nvPr/>
        </p:nvSpPr>
        <p:spPr>
          <a:xfrm>
            <a:off x="1743391" y="3578789"/>
            <a:ext cx="363548" cy="370909"/>
          </a:xfrm>
          <a:custGeom>
            <a:rect b="b" l="l" r="r" t="t"/>
            <a:pathLst>
              <a:path extrusionOk="0" h="12698" w="12446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8"/>
          <p:cNvSpPr/>
          <p:nvPr/>
        </p:nvSpPr>
        <p:spPr>
          <a:xfrm>
            <a:off x="3932939" y="2650227"/>
            <a:ext cx="369974" cy="368601"/>
          </a:xfrm>
          <a:custGeom>
            <a:rect b="b" l="l" r="r" t="t"/>
            <a:pathLst>
              <a:path extrusionOk="0" h="12619" w="12666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8" name="Google Shape;908;p48"/>
          <p:cNvGrpSpPr/>
          <p:nvPr/>
        </p:nvGrpSpPr>
        <p:grpSpPr>
          <a:xfrm>
            <a:off x="1223084" y="1311179"/>
            <a:ext cx="429504" cy="370879"/>
            <a:chOff x="-42651700" y="3217825"/>
            <a:chExt cx="367600" cy="317425"/>
          </a:xfrm>
        </p:grpSpPr>
        <p:sp>
          <p:nvSpPr>
            <p:cNvPr id="909" name="Google Shape;909;p48"/>
            <p:cNvSpPr/>
            <p:nvPr/>
          </p:nvSpPr>
          <p:spPr>
            <a:xfrm>
              <a:off x="-42651700" y="3239075"/>
              <a:ext cx="367600" cy="296175"/>
            </a:xfrm>
            <a:custGeom>
              <a:rect b="b" l="l" r="r" t="t"/>
              <a:pathLst>
                <a:path extrusionOk="0" h="11847" w="14704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8"/>
            <p:cNvSpPr/>
            <p:nvPr/>
          </p:nvSpPr>
          <p:spPr>
            <a:xfrm>
              <a:off x="-42419600" y="3217825"/>
              <a:ext cx="106350" cy="106350"/>
            </a:xfrm>
            <a:custGeom>
              <a:rect b="b" l="l" r="r" t="t"/>
              <a:pathLst>
                <a:path extrusionOk="0" h="4254" w="4254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8"/>
            <p:cNvSpPr/>
            <p:nvPr/>
          </p:nvSpPr>
          <p:spPr>
            <a:xfrm>
              <a:off x="-42623600" y="3218600"/>
              <a:ext cx="106350" cy="106375"/>
            </a:xfrm>
            <a:custGeom>
              <a:rect b="b" l="l" r="r" t="t"/>
              <a:pathLst>
                <a:path extrusionOk="0" h="4255" w="4254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8"/>
            <p:cNvSpPr/>
            <p:nvPr/>
          </p:nvSpPr>
          <p:spPr>
            <a:xfrm>
              <a:off x="-42561375" y="3279250"/>
              <a:ext cx="185900" cy="186700"/>
            </a:xfrm>
            <a:custGeom>
              <a:rect b="b" l="l" r="r" t="t"/>
              <a:pathLst>
                <a:path extrusionOk="0" h="7468" w="7436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3" name="Google Shape;913;p48"/>
          <p:cNvGrpSpPr/>
          <p:nvPr/>
        </p:nvGrpSpPr>
        <p:grpSpPr>
          <a:xfrm>
            <a:off x="1258516" y="1750829"/>
            <a:ext cx="358640" cy="363226"/>
            <a:chOff x="-42617300" y="3587775"/>
            <a:chExt cx="306950" cy="310875"/>
          </a:xfrm>
        </p:grpSpPr>
        <p:sp>
          <p:nvSpPr>
            <p:cNvPr id="914" name="Google Shape;914;p48"/>
            <p:cNvSpPr/>
            <p:nvPr/>
          </p:nvSpPr>
          <p:spPr>
            <a:xfrm>
              <a:off x="-42617300" y="3587775"/>
              <a:ext cx="306950" cy="310875"/>
            </a:xfrm>
            <a:custGeom>
              <a:rect b="b" l="l" r="r" t="t"/>
              <a:pathLst>
                <a:path extrusionOk="0" h="12435" w="12278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8"/>
            <p:cNvSpPr/>
            <p:nvPr/>
          </p:nvSpPr>
          <p:spPr>
            <a:xfrm>
              <a:off x="-42500725" y="3712425"/>
              <a:ext cx="63025" cy="62275"/>
            </a:xfrm>
            <a:custGeom>
              <a:rect b="b" l="l" r="r" t="t"/>
              <a:pathLst>
                <a:path extrusionOk="0" h="2491" w="2521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6" name="Google Shape;916;p48"/>
          <p:cNvSpPr/>
          <p:nvPr/>
        </p:nvSpPr>
        <p:spPr>
          <a:xfrm>
            <a:off x="1254968" y="2189872"/>
            <a:ext cx="371785" cy="369974"/>
          </a:xfrm>
          <a:custGeom>
            <a:rect b="b" l="l" r="r" t="t"/>
            <a:pathLst>
              <a:path extrusionOk="0" h="12666" w="12728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7" name="Google Shape;917;p48"/>
          <p:cNvGrpSpPr/>
          <p:nvPr/>
        </p:nvGrpSpPr>
        <p:grpSpPr>
          <a:xfrm>
            <a:off x="3430343" y="1335569"/>
            <a:ext cx="376926" cy="370324"/>
            <a:chOff x="-40748275" y="3238700"/>
            <a:chExt cx="322600" cy="316950"/>
          </a:xfrm>
        </p:grpSpPr>
        <p:sp>
          <p:nvSpPr>
            <p:cNvPr id="918" name="Google Shape;918;p48"/>
            <p:cNvSpPr/>
            <p:nvPr/>
          </p:nvSpPr>
          <p:spPr>
            <a:xfrm>
              <a:off x="-40709675" y="3273750"/>
              <a:ext cx="84300" cy="84300"/>
            </a:xfrm>
            <a:custGeom>
              <a:rect b="b" l="l" r="r" t="t"/>
              <a:pathLst>
                <a:path extrusionOk="0" h="3372" w="3372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8"/>
            <p:cNvSpPr/>
            <p:nvPr/>
          </p:nvSpPr>
          <p:spPr>
            <a:xfrm>
              <a:off x="-40578925" y="3247175"/>
              <a:ext cx="151250" cy="149475"/>
            </a:xfrm>
            <a:custGeom>
              <a:rect b="b" l="l" r="r" t="t"/>
              <a:pathLst>
                <a:path extrusionOk="0" h="5979" w="605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8"/>
            <p:cNvSpPr/>
            <p:nvPr/>
          </p:nvSpPr>
          <p:spPr>
            <a:xfrm>
              <a:off x="-40678175" y="3305250"/>
              <a:ext cx="213475" cy="213475"/>
            </a:xfrm>
            <a:custGeom>
              <a:rect b="b" l="l" r="r" t="t"/>
              <a:pathLst>
                <a:path extrusionOk="0" h="8539" w="8539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8"/>
            <p:cNvSpPr/>
            <p:nvPr/>
          </p:nvSpPr>
          <p:spPr>
            <a:xfrm>
              <a:off x="-40513550" y="3469850"/>
              <a:ext cx="87875" cy="85800"/>
            </a:xfrm>
            <a:custGeom>
              <a:rect b="b" l="l" r="r" t="t"/>
              <a:pathLst>
                <a:path extrusionOk="0" h="3432" w="3515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8"/>
            <p:cNvSpPr/>
            <p:nvPr/>
          </p:nvSpPr>
          <p:spPr>
            <a:xfrm>
              <a:off x="-40738025" y="3404500"/>
              <a:ext cx="150450" cy="149475"/>
            </a:xfrm>
            <a:custGeom>
              <a:rect b="b" l="l" r="r" t="t"/>
              <a:pathLst>
                <a:path extrusionOk="0" h="5979" w="6018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8"/>
            <p:cNvSpPr/>
            <p:nvPr/>
          </p:nvSpPr>
          <p:spPr>
            <a:xfrm>
              <a:off x="-40748275" y="3238700"/>
              <a:ext cx="92175" cy="87850"/>
            </a:xfrm>
            <a:custGeom>
              <a:rect b="b" l="l" r="r" t="t"/>
              <a:pathLst>
                <a:path extrusionOk="0" h="3514" w="3687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4" name="Google Shape;924;p48"/>
          <p:cNvGrpSpPr/>
          <p:nvPr/>
        </p:nvGrpSpPr>
        <p:grpSpPr>
          <a:xfrm>
            <a:off x="3432899" y="1803553"/>
            <a:ext cx="371814" cy="338690"/>
            <a:chOff x="-40745125" y="3632900"/>
            <a:chExt cx="318225" cy="289875"/>
          </a:xfrm>
        </p:grpSpPr>
        <p:sp>
          <p:nvSpPr>
            <p:cNvPr id="925" name="Google Shape;925;p48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8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8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8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48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48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48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2" name="Google Shape;932;p48"/>
          <p:cNvGrpSpPr/>
          <p:nvPr/>
        </p:nvGrpSpPr>
        <p:grpSpPr>
          <a:xfrm>
            <a:off x="3437047" y="2214764"/>
            <a:ext cx="363518" cy="370178"/>
            <a:chOff x="-40742750" y="3972175"/>
            <a:chExt cx="311125" cy="316825"/>
          </a:xfrm>
        </p:grpSpPr>
        <p:sp>
          <p:nvSpPr>
            <p:cNvPr id="933" name="Google Shape;933;p48"/>
            <p:cNvSpPr/>
            <p:nvPr/>
          </p:nvSpPr>
          <p:spPr>
            <a:xfrm>
              <a:off x="-40699425" y="4118075"/>
              <a:ext cx="226850" cy="101625"/>
            </a:xfrm>
            <a:custGeom>
              <a:rect b="b" l="l" r="r" t="t"/>
              <a:pathLst>
                <a:path extrusionOk="0" h="4065" w="9074">
                  <a:moveTo>
                    <a:pt x="0" y="0"/>
                  </a:moveTo>
                  <a:lnTo>
                    <a:pt x="0" y="2017"/>
                  </a:lnTo>
                  <a:cubicBezTo>
                    <a:pt x="0" y="3529"/>
                    <a:pt x="2741" y="4065"/>
                    <a:pt x="4505" y="4065"/>
                  </a:cubicBezTo>
                  <a:cubicBezTo>
                    <a:pt x="6774" y="4065"/>
                    <a:pt x="9074" y="3371"/>
                    <a:pt x="9074" y="2017"/>
                  </a:cubicBezTo>
                  <a:lnTo>
                    <a:pt x="9074" y="0"/>
                  </a:lnTo>
                  <a:lnTo>
                    <a:pt x="5135" y="2237"/>
                  </a:lnTo>
                  <a:cubicBezTo>
                    <a:pt x="4953" y="2359"/>
                    <a:pt x="4748" y="2415"/>
                    <a:pt x="4546" y="2415"/>
                  </a:cubicBezTo>
                  <a:cubicBezTo>
                    <a:pt x="4330" y="2415"/>
                    <a:pt x="4117" y="2351"/>
                    <a:pt x="3938" y="2237"/>
                  </a:cubicBezTo>
                  <a:cubicBezTo>
                    <a:pt x="3623" y="2048"/>
                    <a:pt x="315" y="221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8"/>
            <p:cNvSpPr/>
            <p:nvPr/>
          </p:nvSpPr>
          <p:spPr>
            <a:xfrm>
              <a:off x="-40742750" y="3972175"/>
              <a:ext cx="311125" cy="316825"/>
            </a:xfrm>
            <a:custGeom>
              <a:rect b="b" l="l" r="r" t="t"/>
              <a:pathLst>
                <a:path extrusionOk="0" h="12673" w="12445">
                  <a:moveTo>
                    <a:pt x="6254" y="0"/>
                  </a:moveTo>
                  <a:cubicBezTo>
                    <a:pt x="6183" y="0"/>
                    <a:pt x="6112" y="24"/>
                    <a:pt x="6049" y="71"/>
                  </a:cubicBezTo>
                  <a:lnTo>
                    <a:pt x="284" y="3379"/>
                  </a:lnTo>
                  <a:cubicBezTo>
                    <a:pt x="0" y="3537"/>
                    <a:pt x="0" y="3915"/>
                    <a:pt x="284" y="4072"/>
                  </a:cubicBezTo>
                  <a:lnTo>
                    <a:pt x="6049" y="7380"/>
                  </a:lnTo>
                  <a:cubicBezTo>
                    <a:pt x="6112" y="7427"/>
                    <a:pt x="6183" y="7451"/>
                    <a:pt x="6254" y="7451"/>
                  </a:cubicBezTo>
                  <a:cubicBezTo>
                    <a:pt x="6325" y="7451"/>
                    <a:pt x="6396" y="7427"/>
                    <a:pt x="6459" y="7380"/>
                  </a:cubicBezTo>
                  <a:cubicBezTo>
                    <a:pt x="11374" y="4545"/>
                    <a:pt x="11626" y="4419"/>
                    <a:pt x="11626" y="4419"/>
                  </a:cubicBezTo>
                  <a:lnTo>
                    <a:pt x="11626" y="12263"/>
                  </a:lnTo>
                  <a:cubicBezTo>
                    <a:pt x="11657" y="12515"/>
                    <a:pt x="11846" y="12673"/>
                    <a:pt x="12035" y="12673"/>
                  </a:cubicBezTo>
                  <a:cubicBezTo>
                    <a:pt x="12287" y="12673"/>
                    <a:pt x="12445" y="12452"/>
                    <a:pt x="12445" y="12263"/>
                  </a:cubicBezTo>
                  <a:lnTo>
                    <a:pt x="12445" y="3726"/>
                  </a:lnTo>
                  <a:cubicBezTo>
                    <a:pt x="12445" y="3568"/>
                    <a:pt x="12319" y="3411"/>
                    <a:pt x="12256" y="3379"/>
                  </a:cubicBezTo>
                  <a:lnTo>
                    <a:pt x="6459" y="71"/>
                  </a:lnTo>
                  <a:cubicBezTo>
                    <a:pt x="6396" y="24"/>
                    <a:pt x="6325" y="0"/>
                    <a:pt x="6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48"/>
          <p:cNvGrpSpPr/>
          <p:nvPr/>
        </p:nvGrpSpPr>
        <p:grpSpPr>
          <a:xfrm>
            <a:off x="2219708" y="2664932"/>
            <a:ext cx="266892" cy="369974"/>
            <a:chOff x="-38860325" y="3221750"/>
            <a:chExt cx="228425" cy="316650"/>
          </a:xfrm>
        </p:grpSpPr>
        <p:sp>
          <p:nvSpPr>
            <p:cNvPr id="936" name="Google Shape;936;p48"/>
            <p:cNvSpPr/>
            <p:nvPr/>
          </p:nvSpPr>
          <p:spPr>
            <a:xfrm>
              <a:off x="-38735875" y="3222550"/>
              <a:ext cx="103975" cy="123675"/>
            </a:xfrm>
            <a:custGeom>
              <a:rect b="b" l="l" r="r" t="t"/>
              <a:pathLst>
                <a:path extrusionOk="0" h="4947" w="4159">
                  <a:moveTo>
                    <a:pt x="0" y="0"/>
                  </a:moveTo>
                  <a:lnTo>
                    <a:pt x="0" y="2552"/>
                  </a:lnTo>
                  <a:cubicBezTo>
                    <a:pt x="473" y="2710"/>
                    <a:pt x="851" y="3182"/>
                    <a:pt x="851" y="3750"/>
                  </a:cubicBezTo>
                  <a:lnTo>
                    <a:pt x="851" y="4947"/>
                  </a:lnTo>
                  <a:lnTo>
                    <a:pt x="4159" y="4947"/>
                  </a:lnTo>
                  <a:lnTo>
                    <a:pt x="4159" y="3687"/>
                  </a:lnTo>
                  <a:cubicBezTo>
                    <a:pt x="4159" y="1639"/>
                    <a:pt x="2489" y="0"/>
                    <a:pt x="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48"/>
            <p:cNvSpPr/>
            <p:nvPr/>
          </p:nvSpPr>
          <p:spPr>
            <a:xfrm>
              <a:off x="-38756375" y="3302875"/>
              <a:ext cx="22075" cy="63050"/>
            </a:xfrm>
            <a:custGeom>
              <a:rect b="b" l="l" r="r" t="t"/>
              <a:pathLst>
                <a:path extrusionOk="0" h="2522" w="883">
                  <a:moveTo>
                    <a:pt x="474" y="1"/>
                  </a:moveTo>
                  <a:cubicBezTo>
                    <a:pt x="253" y="1"/>
                    <a:pt x="95" y="222"/>
                    <a:pt x="95" y="442"/>
                  </a:cubicBezTo>
                  <a:lnTo>
                    <a:pt x="95" y="2112"/>
                  </a:lnTo>
                  <a:cubicBezTo>
                    <a:pt x="1" y="2332"/>
                    <a:pt x="190" y="2521"/>
                    <a:pt x="442" y="2521"/>
                  </a:cubicBezTo>
                  <a:cubicBezTo>
                    <a:pt x="663" y="2521"/>
                    <a:pt x="820" y="2332"/>
                    <a:pt x="883" y="2112"/>
                  </a:cubicBezTo>
                  <a:lnTo>
                    <a:pt x="883" y="442"/>
                  </a:lnTo>
                  <a:cubicBezTo>
                    <a:pt x="883" y="222"/>
                    <a:pt x="663" y="64"/>
                    <a:pt x="4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8"/>
            <p:cNvSpPr/>
            <p:nvPr/>
          </p:nvSpPr>
          <p:spPr>
            <a:xfrm>
              <a:off x="-38859550" y="3221750"/>
              <a:ext cx="103200" cy="122900"/>
            </a:xfrm>
            <a:custGeom>
              <a:rect b="b" l="l" r="r" t="t"/>
              <a:pathLst>
                <a:path extrusionOk="0" h="4916" w="4128">
                  <a:moveTo>
                    <a:pt x="3687" y="1"/>
                  </a:moveTo>
                  <a:cubicBezTo>
                    <a:pt x="1671" y="1"/>
                    <a:pt x="1" y="1639"/>
                    <a:pt x="1" y="3687"/>
                  </a:cubicBezTo>
                  <a:lnTo>
                    <a:pt x="1" y="4916"/>
                  </a:lnTo>
                  <a:lnTo>
                    <a:pt x="3309" y="4916"/>
                  </a:lnTo>
                  <a:lnTo>
                    <a:pt x="3309" y="3687"/>
                  </a:lnTo>
                  <a:cubicBezTo>
                    <a:pt x="3309" y="3151"/>
                    <a:pt x="3655" y="2710"/>
                    <a:pt x="4128" y="2521"/>
                  </a:cubicBezTo>
                  <a:lnTo>
                    <a:pt x="41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48"/>
            <p:cNvSpPr/>
            <p:nvPr/>
          </p:nvSpPr>
          <p:spPr>
            <a:xfrm>
              <a:off x="-38860325" y="3367475"/>
              <a:ext cx="228425" cy="170925"/>
            </a:xfrm>
            <a:custGeom>
              <a:rect b="b" l="l" r="r" t="t"/>
              <a:pathLst>
                <a:path extrusionOk="0" h="6837" w="9137">
                  <a:moveTo>
                    <a:pt x="0" y="0"/>
                  </a:moveTo>
                  <a:lnTo>
                    <a:pt x="0" y="3151"/>
                  </a:lnTo>
                  <a:cubicBezTo>
                    <a:pt x="0" y="5199"/>
                    <a:pt x="1639" y="6837"/>
                    <a:pt x="3686" y="6837"/>
                  </a:cubicBezTo>
                  <a:lnTo>
                    <a:pt x="5356" y="6837"/>
                  </a:lnTo>
                  <a:cubicBezTo>
                    <a:pt x="7467" y="6837"/>
                    <a:pt x="9137" y="5199"/>
                    <a:pt x="9137" y="3151"/>
                  </a:cubicBezTo>
                  <a:lnTo>
                    <a:pt x="9137" y="0"/>
                  </a:lnTo>
                  <a:lnTo>
                    <a:pt x="5734" y="0"/>
                  </a:lnTo>
                  <a:cubicBezTo>
                    <a:pt x="5577" y="473"/>
                    <a:pt x="5104" y="819"/>
                    <a:pt x="4568" y="819"/>
                  </a:cubicBezTo>
                  <a:cubicBezTo>
                    <a:pt x="4001" y="819"/>
                    <a:pt x="3560" y="473"/>
                    <a:pt x="3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0" name="Google Shape;940;p48"/>
          <p:cNvGrpSpPr/>
          <p:nvPr/>
        </p:nvGrpSpPr>
        <p:grpSpPr>
          <a:xfrm>
            <a:off x="2170515" y="3126989"/>
            <a:ext cx="380081" cy="367111"/>
            <a:chOff x="-38905225" y="3591875"/>
            <a:chExt cx="325300" cy="314200"/>
          </a:xfrm>
        </p:grpSpPr>
        <p:sp>
          <p:nvSpPr>
            <p:cNvPr id="941" name="Google Shape;941;p48"/>
            <p:cNvSpPr/>
            <p:nvPr/>
          </p:nvSpPr>
          <p:spPr>
            <a:xfrm>
              <a:off x="-38716975" y="3591875"/>
              <a:ext cx="137050" cy="131625"/>
            </a:xfrm>
            <a:custGeom>
              <a:rect b="b" l="l" r="r" t="t"/>
              <a:pathLst>
                <a:path extrusionOk="0" h="5265" w="5482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48"/>
            <p:cNvSpPr/>
            <p:nvPr/>
          </p:nvSpPr>
          <p:spPr>
            <a:xfrm>
              <a:off x="-38905225" y="3774675"/>
              <a:ext cx="137075" cy="131400"/>
            </a:xfrm>
            <a:custGeom>
              <a:rect b="b" l="l" r="r" t="t"/>
              <a:pathLst>
                <a:path extrusionOk="0" h="5256" w="5483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48"/>
            <p:cNvSpPr/>
            <p:nvPr/>
          </p:nvSpPr>
          <p:spPr>
            <a:xfrm>
              <a:off x="-38891050" y="3599025"/>
              <a:ext cx="298525" cy="300900"/>
            </a:xfrm>
            <a:custGeom>
              <a:rect b="b" l="l" r="r" t="t"/>
              <a:pathLst>
                <a:path extrusionOk="0" h="12036" w="11941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4" name="Google Shape;944;p48"/>
          <p:cNvSpPr/>
          <p:nvPr/>
        </p:nvSpPr>
        <p:spPr>
          <a:xfrm>
            <a:off x="2178329" y="3636767"/>
            <a:ext cx="369974" cy="312927"/>
          </a:xfrm>
          <a:custGeom>
            <a:rect b="b" l="l" r="r" t="t"/>
            <a:pathLst>
              <a:path extrusionOk="0" h="10713" w="12666">
                <a:moveTo>
                  <a:pt x="1765" y="3309"/>
                </a:moveTo>
                <a:lnTo>
                  <a:pt x="1765" y="7058"/>
                </a:lnTo>
                <a:cubicBezTo>
                  <a:pt x="1765" y="7278"/>
                  <a:pt x="1954" y="7436"/>
                  <a:pt x="2206" y="7436"/>
                </a:cubicBezTo>
                <a:lnTo>
                  <a:pt x="2615" y="7436"/>
                </a:lnTo>
                <a:lnTo>
                  <a:pt x="2615" y="9925"/>
                </a:lnTo>
                <a:lnTo>
                  <a:pt x="788" y="9925"/>
                </a:lnTo>
                <a:lnTo>
                  <a:pt x="788" y="3309"/>
                </a:lnTo>
                <a:close/>
                <a:moveTo>
                  <a:pt x="5073" y="3309"/>
                </a:moveTo>
                <a:lnTo>
                  <a:pt x="5073" y="7058"/>
                </a:lnTo>
                <a:cubicBezTo>
                  <a:pt x="5073" y="7278"/>
                  <a:pt x="5262" y="7436"/>
                  <a:pt x="5514" y="7436"/>
                </a:cubicBezTo>
                <a:lnTo>
                  <a:pt x="5892" y="7436"/>
                </a:lnTo>
                <a:lnTo>
                  <a:pt x="5892" y="9925"/>
                </a:lnTo>
                <a:lnTo>
                  <a:pt x="3403" y="9925"/>
                </a:lnTo>
                <a:lnTo>
                  <a:pt x="3403" y="7436"/>
                </a:lnTo>
                <a:lnTo>
                  <a:pt x="3813" y="7436"/>
                </a:lnTo>
                <a:cubicBezTo>
                  <a:pt x="4033" y="7436"/>
                  <a:pt x="4254" y="7247"/>
                  <a:pt x="4254" y="7058"/>
                </a:cubicBezTo>
                <a:lnTo>
                  <a:pt x="4254" y="3309"/>
                </a:lnTo>
                <a:close/>
                <a:moveTo>
                  <a:pt x="8412" y="3309"/>
                </a:moveTo>
                <a:lnTo>
                  <a:pt x="8412" y="7058"/>
                </a:lnTo>
                <a:cubicBezTo>
                  <a:pt x="8412" y="7278"/>
                  <a:pt x="8601" y="7436"/>
                  <a:pt x="8853" y="7436"/>
                </a:cubicBezTo>
                <a:lnTo>
                  <a:pt x="9294" y="7436"/>
                </a:lnTo>
                <a:lnTo>
                  <a:pt x="9294" y="9925"/>
                </a:lnTo>
                <a:lnTo>
                  <a:pt x="6711" y="9925"/>
                </a:lnTo>
                <a:lnTo>
                  <a:pt x="6711" y="7436"/>
                </a:lnTo>
                <a:lnTo>
                  <a:pt x="7152" y="7436"/>
                </a:lnTo>
                <a:cubicBezTo>
                  <a:pt x="7404" y="7436"/>
                  <a:pt x="7593" y="7247"/>
                  <a:pt x="7593" y="7058"/>
                </a:cubicBezTo>
                <a:lnTo>
                  <a:pt x="7593" y="3309"/>
                </a:lnTo>
                <a:close/>
                <a:moveTo>
                  <a:pt x="11815" y="3309"/>
                </a:moveTo>
                <a:lnTo>
                  <a:pt x="11815" y="9925"/>
                </a:lnTo>
                <a:lnTo>
                  <a:pt x="9988" y="9925"/>
                </a:lnTo>
                <a:lnTo>
                  <a:pt x="9988" y="7436"/>
                </a:lnTo>
                <a:lnTo>
                  <a:pt x="10429" y="7436"/>
                </a:lnTo>
                <a:cubicBezTo>
                  <a:pt x="10649" y="7436"/>
                  <a:pt x="10870" y="7247"/>
                  <a:pt x="10870" y="7058"/>
                </a:cubicBezTo>
                <a:lnTo>
                  <a:pt x="10870" y="3309"/>
                </a:lnTo>
                <a:close/>
                <a:moveTo>
                  <a:pt x="379" y="1"/>
                </a:moveTo>
                <a:cubicBezTo>
                  <a:pt x="158" y="1"/>
                  <a:pt x="1" y="190"/>
                  <a:pt x="1" y="379"/>
                </a:cubicBezTo>
                <a:lnTo>
                  <a:pt x="1" y="10334"/>
                </a:lnTo>
                <a:cubicBezTo>
                  <a:pt x="1" y="10555"/>
                  <a:pt x="190" y="10712"/>
                  <a:pt x="379" y="10712"/>
                </a:cubicBezTo>
                <a:lnTo>
                  <a:pt x="12224" y="10712"/>
                </a:lnTo>
                <a:cubicBezTo>
                  <a:pt x="12476" y="10712"/>
                  <a:pt x="12665" y="10523"/>
                  <a:pt x="12665" y="10334"/>
                </a:cubicBezTo>
                <a:lnTo>
                  <a:pt x="12665" y="379"/>
                </a:lnTo>
                <a:cubicBezTo>
                  <a:pt x="12634" y="190"/>
                  <a:pt x="12445" y="1"/>
                  <a:pt x="122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5" name="Google Shape;945;p48"/>
          <p:cNvGrpSpPr/>
          <p:nvPr/>
        </p:nvGrpSpPr>
        <p:grpSpPr>
          <a:xfrm>
            <a:off x="3977265" y="3112069"/>
            <a:ext cx="290815" cy="369740"/>
            <a:chOff x="-37370925" y="3579105"/>
            <a:chExt cx="248900" cy="316450"/>
          </a:xfrm>
        </p:grpSpPr>
        <p:sp>
          <p:nvSpPr>
            <p:cNvPr id="946" name="Google Shape;946;p48"/>
            <p:cNvSpPr/>
            <p:nvPr/>
          </p:nvSpPr>
          <p:spPr>
            <a:xfrm>
              <a:off x="-37268550" y="3671055"/>
              <a:ext cx="83525" cy="82525"/>
            </a:xfrm>
            <a:custGeom>
              <a:rect b="b" l="l" r="r" t="t"/>
              <a:pathLst>
                <a:path extrusionOk="0" h="3301" w="3341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8"/>
            <p:cNvSpPr/>
            <p:nvPr/>
          </p:nvSpPr>
          <p:spPr>
            <a:xfrm>
              <a:off x="-37370925" y="3579105"/>
              <a:ext cx="248900" cy="316450"/>
            </a:xfrm>
            <a:custGeom>
              <a:rect b="b" l="l" r="r" t="t"/>
              <a:pathLst>
                <a:path extrusionOk="0" h="12658" w="9956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8" name="Google Shape;948;p48"/>
          <p:cNvSpPr/>
          <p:nvPr/>
        </p:nvSpPr>
        <p:spPr>
          <a:xfrm>
            <a:off x="1677319" y="1311867"/>
            <a:ext cx="364453" cy="369419"/>
          </a:xfrm>
          <a:custGeom>
            <a:rect b="b" l="l" r="r" t="t"/>
            <a:pathLst>
              <a:path extrusionOk="0" h="12647" w="12477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8"/>
          <p:cNvSpPr/>
          <p:nvPr/>
        </p:nvSpPr>
        <p:spPr>
          <a:xfrm>
            <a:off x="1702161" y="1747169"/>
            <a:ext cx="314767" cy="371814"/>
          </a:xfrm>
          <a:custGeom>
            <a:rect b="b" l="l" r="r" t="t"/>
            <a:pathLst>
              <a:path extrusionOk="0" h="12729" w="10776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0" name="Google Shape;950;p48"/>
          <p:cNvGrpSpPr/>
          <p:nvPr/>
        </p:nvGrpSpPr>
        <p:grpSpPr>
          <a:xfrm>
            <a:off x="1670640" y="2190140"/>
            <a:ext cx="371814" cy="369974"/>
            <a:chOff x="-42259725" y="3951100"/>
            <a:chExt cx="318225" cy="316650"/>
          </a:xfrm>
        </p:grpSpPr>
        <p:sp>
          <p:nvSpPr>
            <p:cNvPr id="951" name="Google Shape;951;p48"/>
            <p:cNvSpPr/>
            <p:nvPr/>
          </p:nvSpPr>
          <p:spPr>
            <a:xfrm>
              <a:off x="-42258150" y="3951100"/>
              <a:ext cx="316650" cy="123675"/>
            </a:xfrm>
            <a:custGeom>
              <a:rect b="b" l="l" r="r" t="t"/>
              <a:pathLst>
                <a:path extrusionOk="0" h="4947" w="12666">
                  <a:moveTo>
                    <a:pt x="2868" y="820"/>
                  </a:moveTo>
                  <a:cubicBezTo>
                    <a:pt x="3120" y="820"/>
                    <a:pt x="3277" y="1009"/>
                    <a:pt x="3277" y="1261"/>
                  </a:cubicBezTo>
                  <a:lnTo>
                    <a:pt x="3277" y="2899"/>
                  </a:lnTo>
                  <a:cubicBezTo>
                    <a:pt x="3277" y="3151"/>
                    <a:pt x="3057" y="3308"/>
                    <a:pt x="2868" y="3308"/>
                  </a:cubicBezTo>
                  <a:cubicBezTo>
                    <a:pt x="2647" y="3308"/>
                    <a:pt x="2490" y="3119"/>
                    <a:pt x="2427" y="2899"/>
                  </a:cubicBezTo>
                  <a:lnTo>
                    <a:pt x="2427" y="1261"/>
                  </a:lnTo>
                  <a:cubicBezTo>
                    <a:pt x="2427" y="1009"/>
                    <a:pt x="2647" y="851"/>
                    <a:pt x="2868" y="820"/>
                  </a:cubicBezTo>
                  <a:close/>
                  <a:moveTo>
                    <a:pt x="9767" y="820"/>
                  </a:moveTo>
                  <a:cubicBezTo>
                    <a:pt x="9988" y="820"/>
                    <a:pt x="10145" y="1009"/>
                    <a:pt x="10145" y="1261"/>
                  </a:cubicBezTo>
                  <a:lnTo>
                    <a:pt x="10145" y="2899"/>
                  </a:lnTo>
                  <a:cubicBezTo>
                    <a:pt x="10145" y="3151"/>
                    <a:pt x="9956" y="3308"/>
                    <a:pt x="9767" y="3308"/>
                  </a:cubicBezTo>
                  <a:cubicBezTo>
                    <a:pt x="9515" y="3308"/>
                    <a:pt x="9358" y="3119"/>
                    <a:pt x="9326" y="2899"/>
                  </a:cubicBezTo>
                  <a:lnTo>
                    <a:pt x="9326" y="1261"/>
                  </a:lnTo>
                  <a:cubicBezTo>
                    <a:pt x="9326" y="1009"/>
                    <a:pt x="9515" y="851"/>
                    <a:pt x="9767" y="820"/>
                  </a:cubicBezTo>
                  <a:close/>
                  <a:moveTo>
                    <a:pt x="2868" y="0"/>
                  </a:moveTo>
                  <a:cubicBezTo>
                    <a:pt x="2206" y="0"/>
                    <a:pt x="1639" y="536"/>
                    <a:pt x="1608" y="1229"/>
                  </a:cubicBezTo>
                  <a:lnTo>
                    <a:pt x="1608" y="1639"/>
                  </a:lnTo>
                  <a:lnTo>
                    <a:pt x="1230" y="1639"/>
                  </a:lnTo>
                  <a:cubicBezTo>
                    <a:pt x="536" y="1639"/>
                    <a:pt x="1" y="2206"/>
                    <a:pt x="1" y="2867"/>
                  </a:cubicBezTo>
                  <a:lnTo>
                    <a:pt x="1" y="4947"/>
                  </a:lnTo>
                  <a:lnTo>
                    <a:pt x="12666" y="4947"/>
                  </a:lnTo>
                  <a:lnTo>
                    <a:pt x="12666" y="2867"/>
                  </a:lnTo>
                  <a:cubicBezTo>
                    <a:pt x="12634" y="2206"/>
                    <a:pt x="12036" y="1639"/>
                    <a:pt x="11374" y="1639"/>
                  </a:cubicBezTo>
                  <a:lnTo>
                    <a:pt x="10996" y="1639"/>
                  </a:lnTo>
                  <a:lnTo>
                    <a:pt x="10996" y="1229"/>
                  </a:lnTo>
                  <a:cubicBezTo>
                    <a:pt x="10996" y="536"/>
                    <a:pt x="10429" y="0"/>
                    <a:pt x="9767" y="0"/>
                  </a:cubicBezTo>
                  <a:cubicBezTo>
                    <a:pt x="9106" y="0"/>
                    <a:pt x="8539" y="536"/>
                    <a:pt x="8507" y="1229"/>
                  </a:cubicBezTo>
                  <a:lnTo>
                    <a:pt x="8507" y="1639"/>
                  </a:lnTo>
                  <a:lnTo>
                    <a:pt x="4097" y="1639"/>
                  </a:lnTo>
                  <a:lnTo>
                    <a:pt x="4097" y="1229"/>
                  </a:lnTo>
                  <a:cubicBezTo>
                    <a:pt x="4097" y="536"/>
                    <a:pt x="3561" y="0"/>
                    <a:pt x="28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8"/>
            <p:cNvSpPr/>
            <p:nvPr/>
          </p:nvSpPr>
          <p:spPr>
            <a:xfrm>
              <a:off x="-42259725" y="4096800"/>
              <a:ext cx="316650" cy="170950"/>
            </a:xfrm>
            <a:custGeom>
              <a:rect b="b" l="l" r="r" t="t"/>
              <a:pathLst>
                <a:path extrusionOk="0" h="6838" w="12666">
                  <a:moveTo>
                    <a:pt x="1" y="1"/>
                  </a:moveTo>
                  <a:lnTo>
                    <a:pt x="1" y="5640"/>
                  </a:lnTo>
                  <a:lnTo>
                    <a:pt x="32" y="5640"/>
                  </a:lnTo>
                  <a:cubicBezTo>
                    <a:pt x="32" y="6302"/>
                    <a:pt x="568" y="6837"/>
                    <a:pt x="1261" y="6837"/>
                  </a:cubicBezTo>
                  <a:lnTo>
                    <a:pt x="11437" y="6837"/>
                  </a:lnTo>
                  <a:cubicBezTo>
                    <a:pt x="12099" y="6837"/>
                    <a:pt x="12666" y="6302"/>
                    <a:pt x="12666" y="5640"/>
                  </a:cubicBezTo>
                  <a:lnTo>
                    <a:pt x="12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3" name="Google Shape;953;p48"/>
          <p:cNvGrpSpPr/>
          <p:nvPr/>
        </p:nvGrpSpPr>
        <p:grpSpPr>
          <a:xfrm>
            <a:off x="3869002" y="1369161"/>
            <a:ext cx="370879" cy="337755"/>
            <a:chOff x="-40378075" y="3267450"/>
            <a:chExt cx="317425" cy="289075"/>
          </a:xfrm>
        </p:grpSpPr>
        <p:sp>
          <p:nvSpPr>
            <p:cNvPr id="954" name="Google Shape;954;p48"/>
            <p:cNvSpPr/>
            <p:nvPr/>
          </p:nvSpPr>
          <p:spPr>
            <a:xfrm>
              <a:off x="-40218975" y="3308400"/>
              <a:ext cx="158325" cy="248125"/>
            </a:xfrm>
            <a:custGeom>
              <a:rect b="b" l="l" r="r" t="t"/>
              <a:pathLst>
                <a:path extrusionOk="0" h="9925" w="6333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8"/>
            <p:cNvSpPr/>
            <p:nvPr/>
          </p:nvSpPr>
          <p:spPr>
            <a:xfrm>
              <a:off x="-40316650" y="3267450"/>
              <a:ext cx="86675" cy="257575"/>
            </a:xfrm>
            <a:custGeom>
              <a:rect b="b" l="l" r="r" t="t"/>
              <a:pathLst>
                <a:path extrusionOk="0" h="10303" w="3467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8"/>
            <p:cNvSpPr/>
            <p:nvPr/>
          </p:nvSpPr>
          <p:spPr>
            <a:xfrm>
              <a:off x="-40209525" y="3267450"/>
              <a:ext cx="86650" cy="257575"/>
            </a:xfrm>
            <a:custGeom>
              <a:rect b="b" l="l" r="r" t="t"/>
              <a:pathLst>
                <a:path extrusionOk="0" h="10303" w="3466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8"/>
            <p:cNvSpPr/>
            <p:nvPr/>
          </p:nvSpPr>
          <p:spPr>
            <a:xfrm>
              <a:off x="-40378075" y="3308400"/>
              <a:ext cx="157550" cy="248125"/>
            </a:xfrm>
            <a:custGeom>
              <a:rect b="b" l="l" r="r" t="t"/>
              <a:pathLst>
                <a:path extrusionOk="0" h="9925" w="6302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8" name="Google Shape;958;p48"/>
          <p:cNvGrpSpPr/>
          <p:nvPr/>
        </p:nvGrpSpPr>
        <p:grpSpPr>
          <a:xfrm>
            <a:off x="3872668" y="1770429"/>
            <a:ext cx="363548" cy="369974"/>
            <a:chOff x="-40372575" y="3604550"/>
            <a:chExt cx="311150" cy="316650"/>
          </a:xfrm>
        </p:grpSpPr>
        <p:sp>
          <p:nvSpPr>
            <p:cNvPr id="959" name="Google Shape;959;p48"/>
            <p:cNvSpPr/>
            <p:nvPr/>
          </p:nvSpPr>
          <p:spPr>
            <a:xfrm>
              <a:off x="-40372575" y="3604550"/>
              <a:ext cx="311150" cy="134475"/>
            </a:xfrm>
            <a:custGeom>
              <a:rect b="b" l="l" r="r" t="t"/>
              <a:pathLst>
                <a:path extrusionOk="0" h="5379" w="12446">
                  <a:moveTo>
                    <a:pt x="3088" y="0"/>
                  </a:moveTo>
                  <a:cubicBezTo>
                    <a:pt x="1639" y="0"/>
                    <a:pt x="316" y="1008"/>
                    <a:pt x="95" y="2489"/>
                  </a:cubicBezTo>
                  <a:cubicBezTo>
                    <a:pt x="1" y="3214"/>
                    <a:pt x="190" y="3938"/>
                    <a:pt x="568" y="4506"/>
                  </a:cubicBezTo>
                  <a:cubicBezTo>
                    <a:pt x="962" y="5071"/>
                    <a:pt x="1607" y="5366"/>
                    <a:pt x="2240" y="5366"/>
                  </a:cubicBezTo>
                  <a:cubicBezTo>
                    <a:pt x="2772" y="5366"/>
                    <a:pt x="3296" y="5157"/>
                    <a:pt x="3655" y="4726"/>
                  </a:cubicBezTo>
                  <a:cubicBezTo>
                    <a:pt x="4569" y="3655"/>
                    <a:pt x="3844" y="2489"/>
                    <a:pt x="2836" y="2489"/>
                  </a:cubicBezTo>
                  <a:cubicBezTo>
                    <a:pt x="2584" y="2489"/>
                    <a:pt x="2427" y="2678"/>
                    <a:pt x="2427" y="2899"/>
                  </a:cubicBezTo>
                  <a:cubicBezTo>
                    <a:pt x="2427" y="3151"/>
                    <a:pt x="2616" y="3308"/>
                    <a:pt x="2836" y="3340"/>
                  </a:cubicBezTo>
                  <a:cubicBezTo>
                    <a:pt x="3057" y="3340"/>
                    <a:pt x="3214" y="3529"/>
                    <a:pt x="3214" y="3749"/>
                  </a:cubicBezTo>
                  <a:cubicBezTo>
                    <a:pt x="3214" y="3970"/>
                    <a:pt x="3025" y="4127"/>
                    <a:pt x="2836" y="4127"/>
                  </a:cubicBezTo>
                  <a:cubicBezTo>
                    <a:pt x="2049" y="4127"/>
                    <a:pt x="1450" y="3434"/>
                    <a:pt x="1608" y="2584"/>
                  </a:cubicBezTo>
                  <a:cubicBezTo>
                    <a:pt x="1754" y="1999"/>
                    <a:pt x="2279" y="1632"/>
                    <a:pt x="2882" y="1632"/>
                  </a:cubicBezTo>
                  <a:cubicBezTo>
                    <a:pt x="2930" y="1632"/>
                    <a:pt x="2977" y="1634"/>
                    <a:pt x="3025" y="1639"/>
                  </a:cubicBezTo>
                  <a:cubicBezTo>
                    <a:pt x="3624" y="1733"/>
                    <a:pt x="4128" y="2048"/>
                    <a:pt x="4474" y="2489"/>
                  </a:cubicBezTo>
                  <a:lnTo>
                    <a:pt x="7908" y="2489"/>
                  </a:lnTo>
                  <a:cubicBezTo>
                    <a:pt x="8255" y="2017"/>
                    <a:pt x="8759" y="1702"/>
                    <a:pt x="9358" y="1639"/>
                  </a:cubicBezTo>
                  <a:cubicBezTo>
                    <a:pt x="9406" y="1634"/>
                    <a:pt x="9453" y="1632"/>
                    <a:pt x="9501" y="1632"/>
                  </a:cubicBezTo>
                  <a:cubicBezTo>
                    <a:pt x="10104" y="1632"/>
                    <a:pt x="10629" y="1999"/>
                    <a:pt x="10775" y="2584"/>
                  </a:cubicBezTo>
                  <a:cubicBezTo>
                    <a:pt x="10964" y="3434"/>
                    <a:pt x="10334" y="4127"/>
                    <a:pt x="9547" y="4127"/>
                  </a:cubicBezTo>
                  <a:cubicBezTo>
                    <a:pt x="9326" y="4127"/>
                    <a:pt x="9137" y="3938"/>
                    <a:pt x="9137" y="3749"/>
                  </a:cubicBezTo>
                  <a:cubicBezTo>
                    <a:pt x="9137" y="3497"/>
                    <a:pt x="9326" y="3340"/>
                    <a:pt x="9547" y="3340"/>
                  </a:cubicBezTo>
                  <a:cubicBezTo>
                    <a:pt x="9799" y="3340"/>
                    <a:pt x="9956" y="3151"/>
                    <a:pt x="9956" y="2899"/>
                  </a:cubicBezTo>
                  <a:cubicBezTo>
                    <a:pt x="9956" y="2678"/>
                    <a:pt x="9767" y="2521"/>
                    <a:pt x="9547" y="2489"/>
                  </a:cubicBezTo>
                  <a:cubicBezTo>
                    <a:pt x="8539" y="2489"/>
                    <a:pt x="7814" y="3686"/>
                    <a:pt x="8728" y="4726"/>
                  </a:cubicBezTo>
                  <a:cubicBezTo>
                    <a:pt x="9099" y="5169"/>
                    <a:pt x="9626" y="5379"/>
                    <a:pt x="10158" y="5379"/>
                  </a:cubicBezTo>
                  <a:cubicBezTo>
                    <a:pt x="10800" y="5379"/>
                    <a:pt x="11451" y="5074"/>
                    <a:pt x="11847" y="4506"/>
                  </a:cubicBezTo>
                  <a:cubicBezTo>
                    <a:pt x="12225" y="3970"/>
                    <a:pt x="12445" y="3277"/>
                    <a:pt x="12319" y="2489"/>
                  </a:cubicBezTo>
                  <a:cubicBezTo>
                    <a:pt x="12130" y="1008"/>
                    <a:pt x="10775" y="0"/>
                    <a:pt x="9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8"/>
            <p:cNvSpPr/>
            <p:nvPr/>
          </p:nvSpPr>
          <p:spPr>
            <a:xfrm>
              <a:off x="-40312700" y="3730575"/>
              <a:ext cx="185100" cy="190625"/>
            </a:xfrm>
            <a:custGeom>
              <a:rect b="b" l="l" r="r" t="t"/>
              <a:pathLst>
                <a:path extrusionOk="0" h="7625" w="7404">
                  <a:moveTo>
                    <a:pt x="2426" y="0"/>
                  </a:moveTo>
                  <a:lnTo>
                    <a:pt x="2426" y="5639"/>
                  </a:lnTo>
                  <a:cubicBezTo>
                    <a:pt x="2426" y="5860"/>
                    <a:pt x="2237" y="6017"/>
                    <a:pt x="2048" y="6017"/>
                  </a:cubicBezTo>
                  <a:cubicBezTo>
                    <a:pt x="1796" y="6017"/>
                    <a:pt x="1638" y="5828"/>
                    <a:pt x="1638" y="5639"/>
                  </a:cubicBezTo>
                  <a:lnTo>
                    <a:pt x="1638" y="473"/>
                  </a:lnTo>
                  <a:cubicBezTo>
                    <a:pt x="1229" y="851"/>
                    <a:pt x="630" y="1103"/>
                    <a:pt x="0" y="1134"/>
                  </a:cubicBezTo>
                  <a:lnTo>
                    <a:pt x="0" y="7246"/>
                  </a:lnTo>
                  <a:cubicBezTo>
                    <a:pt x="0" y="7467"/>
                    <a:pt x="189" y="7624"/>
                    <a:pt x="378" y="7624"/>
                  </a:cubicBezTo>
                  <a:lnTo>
                    <a:pt x="6994" y="7624"/>
                  </a:lnTo>
                  <a:cubicBezTo>
                    <a:pt x="7246" y="7624"/>
                    <a:pt x="7404" y="7435"/>
                    <a:pt x="7404" y="7246"/>
                  </a:cubicBezTo>
                  <a:lnTo>
                    <a:pt x="7404" y="1134"/>
                  </a:lnTo>
                  <a:cubicBezTo>
                    <a:pt x="6774" y="1071"/>
                    <a:pt x="6175" y="788"/>
                    <a:pt x="5734" y="315"/>
                  </a:cubicBezTo>
                  <a:lnTo>
                    <a:pt x="5734" y="5639"/>
                  </a:lnTo>
                  <a:cubicBezTo>
                    <a:pt x="5734" y="5860"/>
                    <a:pt x="5545" y="6017"/>
                    <a:pt x="5324" y="6017"/>
                  </a:cubicBezTo>
                  <a:cubicBezTo>
                    <a:pt x="5072" y="6017"/>
                    <a:pt x="4915" y="5828"/>
                    <a:pt x="4915" y="5639"/>
                  </a:cubicBezTo>
                  <a:lnTo>
                    <a:pt x="4915" y="0"/>
                  </a:lnTo>
                  <a:lnTo>
                    <a:pt x="4096" y="0"/>
                  </a:lnTo>
                  <a:lnTo>
                    <a:pt x="4096" y="5639"/>
                  </a:lnTo>
                  <a:cubicBezTo>
                    <a:pt x="4096" y="5860"/>
                    <a:pt x="3907" y="6017"/>
                    <a:pt x="3686" y="6017"/>
                  </a:cubicBezTo>
                  <a:cubicBezTo>
                    <a:pt x="3466" y="6017"/>
                    <a:pt x="3277" y="5828"/>
                    <a:pt x="3277" y="5639"/>
                  </a:cubicBezTo>
                  <a:lnTo>
                    <a:pt x="3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8"/>
            <p:cNvSpPr/>
            <p:nvPr/>
          </p:nvSpPr>
          <p:spPr>
            <a:xfrm>
              <a:off x="-40250475" y="3688025"/>
              <a:ext cx="66950" cy="20500"/>
            </a:xfrm>
            <a:custGeom>
              <a:rect b="b" l="l" r="r" t="t"/>
              <a:pathLst>
                <a:path extrusionOk="0" h="820" w="2678">
                  <a:moveTo>
                    <a:pt x="0" y="1"/>
                  </a:moveTo>
                  <a:cubicBezTo>
                    <a:pt x="32" y="127"/>
                    <a:pt x="32" y="284"/>
                    <a:pt x="32" y="379"/>
                  </a:cubicBezTo>
                  <a:cubicBezTo>
                    <a:pt x="32" y="536"/>
                    <a:pt x="32" y="662"/>
                    <a:pt x="0" y="788"/>
                  </a:cubicBezTo>
                  <a:lnTo>
                    <a:pt x="2666" y="788"/>
                  </a:lnTo>
                  <a:cubicBezTo>
                    <a:pt x="2615" y="649"/>
                    <a:pt x="2615" y="555"/>
                    <a:pt x="2615" y="379"/>
                  </a:cubicBezTo>
                  <a:cubicBezTo>
                    <a:pt x="2615" y="284"/>
                    <a:pt x="2615" y="127"/>
                    <a:pt x="2678" y="1"/>
                  </a:cubicBezTo>
                  <a:close/>
                  <a:moveTo>
                    <a:pt x="2666" y="788"/>
                  </a:moveTo>
                  <a:cubicBezTo>
                    <a:pt x="2670" y="799"/>
                    <a:pt x="2674" y="809"/>
                    <a:pt x="2678" y="820"/>
                  </a:cubicBezTo>
                  <a:lnTo>
                    <a:pt x="2678" y="7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2" name="Google Shape;962;p48"/>
          <p:cNvSpPr/>
          <p:nvPr/>
        </p:nvSpPr>
        <p:spPr>
          <a:xfrm>
            <a:off x="3876000" y="2213706"/>
            <a:ext cx="362613" cy="371902"/>
          </a:xfrm>
          <a:custGeom>
            <a:rect b="b" l="l" r="r" t="t"/>
            <a:pathLst>
              <a:path extrusionOk="0" h="12732" w="12414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3" name="Google Shape;963;p48"/>
          <p:cNvGrpSpPr/>
          <p:nvPr/>
        </p:nvGrpSpPr>
        <p:grpSpPr>
          <a:xfrm>
            <a:off x="2596617" y="2663092"/>
            <a:ext cx="399038" cy="372165"/>
            <a:chOff x="-38542250" y="3220175"/>
            <a:chExt cx="341525" cy="318525"/>
          </a:xfrm>
        </p:grpSpPr>
        <p:sp>
          <p:nvSpPr>
            <p:cNvPr id="964" name="Google Shape;964;p48"/>
            <p:cNvSpPr/>
            <p:nvPr/>
          </p:nvSpPr>
          <p:spPr>
            <a:xfrm>
              <a:off x="-38542250" y="3440725"/>
              <a:ext cx="101750" cy="97975"/>
            </a:xfrm>
            <a:custGeom>
              <a:rect b="b" l="l" r="r" t="t"/>
              <a:pathLst>
                <a:path extrusionOk="0" h="3919" w="407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8"/>
            <p:cNvSpPr/>
            <p:nvPr/>
          </p:nvSpPr>
          <p:spPr>
            <a:xfrm>
              <a:off x="-38494875" y="3354075"/>
              <a:ext cx="141800" cy="141025"/>
            </a:xfrm>
            <a:custGeom>
              <a:rect b="b" l="l" r="r" t="t"/>
              <a:pathLst>
                <a:path extrusionOk="0" h="5641" w="5672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8"/>
            <p:cNvSpPr/>
            <p:nvPr/>
          </p:nvSpPr>
          <p:spPr>
            <a:xfrm>
              <a:off x="-38432050" y="3220175"/>
              <a:ext cx="231325" cy="192225"/>
            </a:xfrm>
            <a:custGeom>
              <a:rect b="b" l="l" r="r" t="t"/>
              <a:pathLst>
                <a:path extrusionOk="0" h="7689" w="9253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7" name="Google Shape;967;p48"/>
          <p:cNvGrpSpPr/>
          <p:nvPr/>
        </p:nvGrpSpPr>
        <p:grpSpPr>
          <a:xfrm>
            <a:off x="2618549" y="3122462"/>
            <a:ext cx="369974" cy="369068"/>
            <a:chOff x="-38537400" y="3588000"/>
            <a:chExt cx="316650" cy="315875"/>
          </a:xfrm>
        </p:grpSpPr>
        <p:sp>
          <p:nvSpPr>
            <p:cNvPr id="968" name="Google Shape;968;p48"/>
            <p:cNvSpPr/>
            <p:nvPr/>
          </p:nvSpPr>
          <p:spPr>
            <a:xfrm>
              <a:off x="-38327900" y="3719550"/>
              <a:ext cx="20500" cy="41750"/>
            </a:xfrm>
            <a:custGeom>
              <a:rect b="b" l="l" r="r" t="t"/>
              <a:pathLst>
                <a:path extrusionOk="0" h="1670" w="82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8"/>
            <p:cNvSpPr/>
            <p:nvPr/>
          </p:nvSpPr>
          <p:spPr>
            <a:xfrm>
              <a:off x="-38452350" y="3719550"/>
              <a:ext cx="21300" cy="41750"/>
            </a:xfrm>
            <a:custGeom>
              <a:rect b="b" l="l" r="r" t="t"/>
              <a:pathLst>
                <a:path extrusionOk="0" h="1670" w="852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8"/>
            <p:cNvSpPr/>
            <p:nvPr/>
          </p:nvSpPr>
          <p:spPr>
            <a:xfrm>
              <a:off x="-38516925" y="3759700"/>
              <a:ext cx="275700" cy="144175"/>
            </a:xfrm>
            <a:custGeom>
              <a:rect b="b" l="l" r="r" t="t"/>
              <a:pathLst>
                <a:path extrusionOk="0" h="5767" w="11028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8"/>
            <p:cNvSpPr/>
            <p:nvPr/>
          </p:nvSpPr>
          <p:spPr>
            <a:xfrm>
              <a:off x="-38537400" y="3588000"/>
              <a:ext cx="316650" cy="151250"/>
            </a:xfrm>
            <a:custGeom>
              <a:rect b="b" l="l" r="r" t="t"/>
              <a:pathLst>
                <a:path extrusionOk="0" h="6050" w="12666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2" name="Google Shape;972;p48"/>
          <p:cNvGrpSpPr/>
          <p:nvPr/>
        </p:nvGrpSpPr>
        <p:grpSpPr>
          <a:xfrm>
            <a:off x="2617629" y="3579991"/>
            <a:ext cx="371814" cy="369974"/>
            <a:chOff x="-38538975" y="3954250"/>
            <a:chExt cx="318225" cy="316650"/>
          </a:xfrm>
        </p:grpSpPr>
        <p:sp>
          <p:nvSpPr>
            <p:cNvPr id="973" name="Google Shape;973;p48"/>
            <p:cNvSpPr/>
            <p:nvPr/>
          </p:nvSpPr>
          <p:spPr>
            <a:xfrm>
              <a:off x="-38538975" y="3954250"/>
              <a:ext cx="254425" cy="253625"/>
            </a:xfrm>
            <a:custGeom>
              <a:rect b="b" l="l" r="r" t="t"/>
              <a:pathLst>
                <a:path extrusionOk="0" h="10145" w="10177">
                  <a:moveTo>
                    <a:pt x="5104" y="3813"/>
                  </a:moveTo>
                  <a:cubicBezTo>
                    <a:pt x="5797" y="3813"/>
                    <a:pt x="6364" y="4348"/>
                    <a:pt x="6364" y="5073"/>
                  </a:cubicBezTo>
                  <a:cubicBezTo>
                    <a:pt x="6364" y="5766"/>
                    <a:pt x="5797" y="6333"/>
                    <a:pt x="5104" y="6333"/>
                  </a:cubicBezTo>
                  <a:cubicBezTo>
                    <a:pt x="4379" y="6333"/>
                    <a:pt x="3844" y="5766"/>
                    <a:pt x="3844" y="5073"/>
                  </a:cubicBezTo>
                  <a:cubicBezTo>
                    <a:pt x="3844" y="4411"/>
                    <a:pt x="4411" y="3813"/>
                    <a:pt x="5104" y="3813"/>
                  </a:cubicBezTo>
                  <a:close/>
                  <a:moveTo>
                    <a:pt x="5104" y="0"/>
                  </a:moveTo>
                  <a:cubicBezTo>
                    <a:pt x="2300" y="0"/>
                    <a:pt x="0" y="2269"/>
                    <a:pt x="0" y="5073"/>
                  </a:cubicBezTo>
                  <a:cubicBezTo>
                    <a:pt x="63" y="7908"/>
                    <a:pt x="2300" y="10145"/>
                    <a:pt x="5104" y="10145"/>
                  </a:cubicBezTo>
                  <a:cubicBezTo>
                    <a:pt x="7877" y="10145"/>
                    <a:pt x="10176" y="7877"/>
                    <a:pt x="10176" y="5073"/>
                  </a:cubicBezTo>
                  <a:cubicBezTo>
                    <a:pt x="10176" y="2269"/>
                    <a:pt x="7877" y="0"/>
                    <a:pt x="5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8"/>
            <p:cNvSpPr/>
            <p:nvPr/>
          </p:nvSpPr>
          <p:spPr>
            <a:xfrm>
              <a:off x="-38496450" y="4081725"/>
              <a:ext cx="275700" cy="189175"/>
            </a:xfrm>
            <a:custGeom>
              <a:rect b="b" l="l" r="r" t="t"/>
              <a:pathLst>
                <a:path extrusionOk="0" h="7567" w="11028">
                  <a:moveTo>
                    <a:pt x="9774" y="0"/>
                  </a:moveTo>
                  <a:cubicBezTo>
                    <a:pt x="9040" y="0"/>
                    <a:pt x="8444" y="548"/>
                    <a:pt x="8444" y="1265"/>
                  </a:cubicBezTo>
                  <a:cubicBezTo>
                    <a:pt x="8444" y="1801"/>
                    <a:pt x="8790" y="2305"/>
                    <a:pt x="9295" y="2463"/>
                  </a:cubicBezTo>
                  <a:lnTo>
                    <a:pt x="9295" y="2967"/>
                  </a:lnTo>
                  <a:cubicBezTo>
                    <a:pt x="9295" y="4416"/>
                    <a:pt x="8192" y="5645"/>
                    <a:pt x="6774" y="5834"/>
                  </a:cubicBezTo>
                  <a:lnTo>
                    <a:pt x="6774" y="4825"/>
                  </a:lnTo>
                  <a:cubicBezTo>
                    <a:pt x="5829" y="5487"/>
                    <a:pt x="4663" y="5865"/>
                    <a:pt x="3403" y="5865"/>
                  </a:cubicBezTo>
                  <a:cubicBezTo>
                    <a:pt x="2143" y="5865"/>
                    <a:pt x="977" y="5487"/>
                    <a:pt x="1" y="4825"/>
                  </a:cubicBezTo>
                  <a:lnTo>
                    <a:pt x="1" y="6306"/>
                  </a:lnTo>
                  <a:cubicBezTo>
                    <a:pt x="1" y="7031"/>
                    <a:pt x="568" y="7566"/>
                    <a:pt x="1261" y="7566"/>
                  </a:cubicBezTo>
                  <a:lnTo>
                    <a:pt x="5388" y="7566"/>
                  </a:lnTo>
                  <a:cubicBezTo>
                    <a:pt x="5955" y="7566"/>
                    <a:pt x="6459" y="7220"/>
                    <a:pt x="6617" y="6716"/>
                  </a:cubicBezTo>
                  <a:cubicBezTo>
                    <a:pt x="8601" y="6495"/>
                    <a:pt x="10082" y="4920"/>
                    <a:pt x="10114" y="2904"/>
                  </a:cubicBezTo>
                  <a:lnTo>
                    <a:pt x="10114" y="2400"/>
                  </a:lnTo>
                  <a:cubicBezTo>
                    <a:pt x="10649" y="2211"/>
                    <a:pt x="11027" y="1706"/>
                    <a:pt x="10996" y="1108"/>
                  </a:cubicBezTo>
                  <a:cubicBezTo>
                    <a:pt x="10964" y="572"/>
                    <a:pt x="10492" y="100"/>
                    <a:pt x="9893" y="5"/>
                  </a:cubicBezTo>
                  <a:cubicBezTo>
                    <a:pt x="9853" y="2"/>
                    <a:pt x="9813" y="0"/>
                    <a:pt x="97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5" name="Google Shape;975;p48"/>
          <p:cNvGrpSpPr/>
          <p:nvPr/>
        </p:nvGrpSpPr>
        <p:grpSpPr>
          <a:xfrm>
            <a:off x="3934941" y="3574918"/>
            <a:ext cx="375465" cy="371814"/>
            <a:chOff x="-37385100" y="3949908"/>
            <a:chExt cx="321350" cy="318225"/>
          </a:xfrm>
        </p:grpSpPr>
        <p:sp>
          <p:nvSpPr>
            <p:cNvPr id="976" name="Google Shape;976;p48"/>
            <p:cNvSpPr/>
            <p:nvPr/>
          </p:nvSpPr>
          <p:spPr>
            <a:xfrm>
              <a:off x="-37190575" y="4145233"/>
              <a:ext cx="126825" cy="122900"/>
            </a:xfrm>
            <a:custGeom>
              <a:rect b="b" l="l" r="r" t="t"/>
              <a:pathLst>
                <a:path extrusionOk="0" h="4916" w="5073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48"/>
            <p:cNvSpPr/>
            <p:nvPr/>
          </p:nvSpPr>
          <p:spPr>
            <a:xfrm>
              <a:off x="-37385100" y="3949908"/>
              <a:ext cx="248125" cy="248950"/>
            </a:xfrm>
            <a:custGeom>
              <a:rect b="b" l="l" r="r" t="t"/>
              <a:pathLst>
                <a:path extrusionOk="0" h="9958" w="9925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8" name="Google Shape;978;p48"/>
          <p:cNvGrpSpPr/>
          <p:nvPr/>
        </p:nvGrpSpPr>
        <p:grpSpPr>
          <a:xfrm>
            <a:off x="2110600" y="1310478"/>
            <a:ext cx="370909" cy="370675"/>
            <a:chOff x="-41895050" y="3217225"/>
            <a:chExt cx="317450" cy="317250"/>
          </a:xfrm>
        </p:grpSpPr>
        <p:sp>
          <p:nvSpPr>
            <p:cNvPr id="979" name="Google Shape;979;p48"/>
            <p:cNvSpPr/>
            <p:nvPr/>
          </p:nvSpPr>
          <p:spPr>
            <a:xfrm>
              <a:off x="-41895050" y="3273750"/>
              <a:ext cx="41775" cy="245750"/>
            </a:xfrm>
            <a:custGeom>
              <a:rect b="b" l="l" r="r" t="t"/>
              <a:pathLst>
                <a:path extrusionOk="0" h="9830" w="1671">
                  <a:moveTo>
                    <a:pt x="1" y="0"/>
                  </a:moveTo>
                  <a:lnTo>
                    <a:pt x="1" y="9830"/>
                  </a:lnTo>
                  <a:lnTo>
                    <a:pt x="1670" y="8192"/>
                  </a:lnTo>
                  <a:lnTo>
                    <a:pt x="1670" y="16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48"/>
            <p:cNvSpPr/>
            <p:nvPr/>
          </p:nvSpPr>
          <p:spPr>
            <a:xfrm>
              <a:off x="-41619375" y="3273750"/>
              <a:ext cx="41775" cy="245750"/>
            </a:xfrm>
            <a:custGeom>
              <a:rect b="b" l="l" r="r" t="t"/>
              <a:pathLst>
                <a:path extrusionOk="0" h="9830" w="1671">
                  <a:moveTo>
                    <a:pt x="1670" y="0"/>
                  </a:moveTo>
                  <a:lnTo>
                    <a:pt x="0" y="1639"/>
                  </a:lnTo>
                  <a:lnTo>
                    <a:pt x="0" y="8192"/>
                  </a:lnTo>
                  <a:lnTo>
                    <a:pt x="1670" y="9830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48"/>
            <p:cNvSpPr/>
            <p:nvPr/>
          </p:nvSpPr>
          <p:spPr>
            <a:xfrm>
              <a:off x="-41832825" y="3321000"/>
              <a:ext cx="193000" cy="151250"/>
            </a:xfrm>
            <a:custGeom>
              <a:rect b="b" l="l" r="r" t="t"/>
              <a:pathLst>
                <a:path extrusionOk="0" h="6050" w="7720">
                  <a:moveTo>
                    <a:pt x="1" y="1"/>
                  </a:moveTo>
                  <a:lnTo>
                    <a:pt x="1" y="6050"/>
                  </a:lnTo>
                  <a:lnTo>
                    <a:pt x="3592" y="6050"/>
                  </a:lnTo>
                  <a:lnTo>
                    <a:pt x="3592" y="4821"/>
                  </a:lnTo>
                  <a:cubicBezTo>
                    <a:pt x="3592" y="4600"/>
                    <a:pt x="3781" y="4411"/>
                    <a:pt x="4002" y="4411"/>
                  </a:cubicBezTo>
                  <a:lnTo>
                    <a:pt x="6491" y="4411"/>
                  </a:lnTo>
                  <a:cubicBezTo>
                    <a:pt x="6743" y="4411"/>
                    <a:pt x="6932" y="4600"/>
                    <a:pt x="6932" y="4821"/>
                  </a:cubicBezTo>
                  <a:lnTo>
                    <a:pt x="6932" y="6050"/>
                  </a:lnTo>
                  <a:lnTo>
                    <a:pt x="7719" y="6050"/>
                  </a:lnTo>
                  <a:lnTo>
                    <a:pt x="77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48"/>
            <p:cNvSpPr/>
            <p:nvPr/>
          </p:nvSpPr>
          <p:spPr>
            <a:xfrm>
              <a:off x="-41880075" y="3493500"/>
              <a:ext cx="287500" cy="40975"/>
            </a:xfrm>
            <a:custGeom>
              <a:rect b="b" l="l" r="r" t="t"/>
              <a:pathLst>
                <a:path extrusionOk="0" h="1639" w="11500">
                  <a:moveTo>
                    <a:pt x="1639" y="0"/>
                  </a:moveTo>
                  <a:lnTo>
                    <a:pt x="0" y="1638"/>
                  </a:lnTo>
                  <a:lnTo>
                    <a:pt x="11500" y="1638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8"/>
            <p:cNvSpPr/>
            <p:nvPr/>
          </p:nvSpPr>
          <p:spPr>
            <a:xfrm>
              <a:off x="-41880875" y="3217225"/>
              <a:ext cx="288300" cy="83325"/>
            </a:xfrm>
            <a:custGeom>
              <a:rect b="b" l="l" r="r" t="t"/>
              <a:pathLst>
                <a:path extrusionOk="0" h="3333" w="11532">
                  <a:moveTo>
                    <a:pt x="5798" y="1033"/>
                  </a:moveTo>
                  <a:lnTo>
                    <a:pt x="6459" y="1694"/>
                  </a:lnTo>
                  <a:lnTo>
                    <a:pt x="5136" y="1694"/>
                  </a:lnTo>
                  <a:lnTo>
                    <a:pt x="5798" y="1033"/>
                  </a:lnTo>
                  <a:close/>
                  <a:moveTo>
                    <a:pt x="5750" y="1"/>
                  </a:moveTo>
                  <a:cubicBezTo>
                    <a:pt x="5640" y="1"/>
                    <a:pt x="5530" y="40"/>
                    <a:pt x="5451" y="119"/>
                  </a:cubicBezTo>
                  <a:lnTo>
                    <a:pt x="3939" y="1663"/>
                  </a:lnTo>
                  <a:lnTo>
                    <a:pt x="1" y="1663"/>
                  </a:lnTo>
                  <a:lnTo>
                    <a:pt x="1639" y="3332"/>
                  </a:lnTo>
                  <a:lnTo>
                    <a:pt x="9862" y="3332"/>
                  </a:lnTo>
                  <a:lnTo>
                    <a:pt x="11532" y="1663"/>
                  </a:lnTo>
                  <a:lnTo>
                    <a:pt x="7593" y="1663"/>
                  </a:lnTo>
                  <a:lnTo>
                    <a:pt x="6050" y="119"/>
                  </a:lnTo>
                  <a:cubicBezTo>
                    <a:pt x="5971" y="40"/>
                    <a:pt x="5861" y="1"/>
                    <a:pt x="5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4" name="Google Shape;984;p48"/>
          <p:cNvGrpSpPr/>
          <p:nvPr/>
        </p:nvGrpSpPr>
        <p:grpSpPr>
          <a:xfrm>
            <a:off x="2110148" y="1747412"/>
            <a:ext cx="371814" cy="369974"/>
            <a:chOff x="-41893475" y="3584850"/>
            <a:chExt cx="318225" cy="316650"/>
          </a:xfrm>
        </p:grpSpPr>
        <p:sp>
          <p:nvSpPr>
            <p:cNvPr id="985" name="Google Shape;985;p48"/>
            <p:cNvSpPr/>
            <p:nvPr/>
          </p:nvSpPr>
          <p:spPr>
            <a:xfrm>
              <a:off x="-41827300" y="371560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8"/>
            <p:cNvSpPr/>
            <p:nvPr/>
          </p:nvSpPr>
          <p:spPr>
            <a:xfrm>
              <a:off x="-41726500" y="3586725"/>
              <a:ext cx="151250" cy="147800"/>
            </a:xfrm>
            <a:custGeom>
              <a:rect b="b" l="l" r="r" t="t"/>
              <a:pathLst>
                <a:path extrusionOk="0" h="5912" w="605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48"/>
            <p:cNvSpPr/>
            <p:nvPr/>
          </p:nvSpPr>
          <p:spPr>
            <a:xfrm>
              <a:off x="-41808400" y="3584850"/>
              <a:ext cx="148100" cy="89825"/>
            </a:xfrm>
            <a:custGeom>
              <a:rect b="b" l="l" r="r" t="t"/>
              <a:pathLst>
                <a:path extrusionOk="0" h="3593" w="5924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8"/>
            <p:cNvSpPr/>
            <p:nvPr/>
          </p:nvSpPr>
          <p:spPr>
            <a:xfrm>
              <a:off x="-41893475" y="3586725"/>
              <a:ext cx="148875" cy="147025"/>
            </a:xfrm>
            <a:custGeom>
              <a:rect b="b" l="l" r="r" t="t"/>
              <a:pathLst>
                <a:path extrusionOk="0" h="5881" w="5955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9" name="Google Shape;989;p48"/>
          <p:cNvSpPr/>
          <p:nvPr/>
        </p:nvSpPr>
        <p:spPr>
          <a:xfrm>
            <a:off x="2113120" y="2191712"/>
            <a:ext cx="371814" cy="369302"/>
          </a:xfrm>
          <a:custGeom>
            <a:rect b="b" l="l" r="r" t="t"/>
            <a:pathLst>
              <a:path extrusionOk="0" h="12643" w="12729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8"/>
          <p:cNvSpPr/>
          <p:nvPr/>
        </p:nvSpPr>
        <p:spPr>
          <a:xfrm>
            <a:off x="824879" y="2684050"/>
            <a:ext cx="438997" cy="369039"/>
          </a:xfrm>
          <a:custGeom>
            <a:rect b="b" l="l" r="r" t="t"/>
            <a:pathLst>
              <a:path extrusionOk="0" h="12634" w="15029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1" name="Google Shape;991;p48"/>
          <p:cNvGrpSpPr/>
          <p:nvPr/>
        </p:nvGrpSpPr>
        <p:grpSpPr>
          <a:xfrm>
            <a:off x="880176" y="3142704"/>
            <a:ext cx="337522" cy="370909"/>
            <a:chOff x="-39998250" y="3605325"/>
            <a:chExt cx="288875" cy="317450"/>
          </a:xfrm>
        </p:grpSpPr>
        <p:sp>
          <p:nvSpPr>
            <p:cNvPr id="992" name="Google Shape;992;p48"/>
            <p:cNvSpPr/>
            <p:nvPr/>
          </p:nvSpPr>
          <p:spPr>
            <a:xfrm>
              <a:off x="-39998250" y="3799600"/>
              <a:ext cx="288875" cy="123175"/>
            </a:xfrm>
            <a:custGeom>
              <a:rect b="b" l="l" r="r" t="t"/>
              <a:pathLst>
                <a:path extrusionOk="0" h="4927" w="11555">
                  <a:moveTo>
                    <a:pt x="3679" y="2028"/>
                  </a:moveTo>
                  <a:cubicBezTo>
                    <a:pt x="3931" y="2028"/>
                    <a:pt x="4088" y="2217"/>
                    <a:pt x="4088" y="2469"/>
                  </a:cubicBezTo>
                  <a:cubicBezTo>
                    <a:pt x="4088" y="2721"/>
                    <a:pt x="3868" y="2878"/>
                    <a:pt x="3679" y="2878"/>
                  </a:cubicBezTo>
                  <a:cubicBezTo>
                    <a:pt x="3458" y="2878"/>
                    <a:pt x="3238" y="2658"/>
                    <a:pt x="3238" y="2469"/>
                  </a:cubicBezTo>
                  <a:cubicBezTo>
                    <a:pt x="3238" y="2185"/>
                    <a:pt x="3458" y="2028"/>
                    <a:pt x="3679" y="2028"/>
                  </a:cubicBezTo>
                  <a:close/>
                  <a:moveTo>
                    <a:pt x="7806" y="1618"/>
                  </a:moveTo>
                  <a:cubicBezTo>
                    <a:pt x="8278" y="1618"/>
                    <a:pt x="8656" y="1965"/>
                    <a:pt x="8656" y="2437"/>
                  </a:cubicBezTo>
                  <a:cubicBezTo>
                    <a:pt x="8656" y="2910"/>
                    <a:pt x="8278" y="3256"/>
                    <a:pt x="7806" y="3256"/>
                  </a:cubicBezTo>
                  <a:cubicBezTo>
                    <a:pt x="7333" y="3256"/>
                    <a:pt x="6987" y="2910"/>
                    <a:pt x="6987" y="2437"/>
                  </a:cubicBezTo>
                  <a:cubicBezTo>
                    <a:pt x="6987" y="1965"/>
                    <a:pt x="7333" y="1618"/>
                    <a:pt x="7806" y="1618"/>
                  </a:cubicBezTo>
                  <a:close/>
                  <a:moveTo>
                    <a:pt x="5348" y="2878"/>
                  </a:moveTo>
                  <a:cubicBezTo>
                    <a:pt x="5569" y="2878"/>
                    <a:pt x="5758" y="3067"/>
                    <a:pt x="5758" y="3256"/>
                  </a:cubicBezTo>
                  <a:cubicBezTo>
                    <a:pt x="5758" y="3509"/>
                    <a:pt x="5569" y="3698"/>
                    <a:pt x="5348" y="3698"/>
                  </a:cubicBezTo>
                  <a:cubicBezTo>
                    <a:pt x="5096" y="3698"/>
                    <a:pt x="4907" y="3509"/>
                    <a:pt x="4907" y="3256"/>
                  </a:cubicBezTo>
                  <a:cubicBezTo>
                    <a:pt x="4907" y="3004"/>
                    <a:pt x="5096" y="2878"/>
                    <a:pt x="5348" y="2878"/>
                  </a:cubicBezTo>
                  <a:close/>
                  <a:moveTo>
                    <a:pt x="8249" y="1"/>
                  </a:moveTo>
                  <a:cubicBezTo>
                    <a:pt x="6319" y="1"/>
                    <a:pt x="5400" y="1530"/>
                    <a:pt x="3381" y="1530"/>
                  </a:cubicBezTo>
                  <a:cubicBezTo>
                    <a:pt x="2909" y="1530"/>
                    <a:pt x="2377" y="1447"/>
                    <a:pt x="1757" y="1240"/>
                  </a:cubicBezTo>
                  <a:lnTo>
                    <a:pt x="560" y="2973"/>
                  </a:lnTo>
                  <a:cubicBezTo>
                    <a:pt x="0" y="3812"/>
                    <a:pt x="544" y="4927"/>
                    <a:pt x="1557" y="4927"/>
                  </a:cubicBezTo>
                  <a:cubicBezTo>
                    <a:pt x="1571" y="4927"/>
                    <a:pt x="1585" y="4927"/>
                    <a:pt x="1599" y="4926"/>
                  </a:cubicBezTo>
                  <a:lnTo>
                    <a:pt x="9980" y="4926"/>
                  </a:lnTo>
                  <a:cubicBezTo>
                    <a:pt x="10956" y="4926"/>
                    <a:pt x="11555" y="3761"/>
                    <a:pt x="11019" y="2941"/>
                  </a:cubicBezTo>
                  <a:lnTo>
                    <a:pt x="9003" y="75"/>
                  </a:lnTo>
                  <a:cubicBezTo>
                    <a:pt x="8734" y="24"/>
                    <a:pt x="8484" y="1"/>
                    <a:pt x="8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8"/>
            <p:cNvSpPr/>
            <p:nvPr/>
          </p:nvSpPr>
          <p:spPr>
            <a:xfrm>
              <a:off x="-39940950" y="3605325"/>
              <a:ext cx="160700" cy="212050"/>
            </a:xfrm>
            <a:custGeom>
              <a:rect b="b" l="l" r="r" t="t"/>
              <a:pathLst>
                <a:path extrusionOk="0" h="8482" w="6428">
                  <a:moveTo>
                    <a:pt x="1891" y="1"/>
                  </a:moveTo>
                  <a:cubicBezTo>
                    <a:pt x="1229" y="1"/>
                    <a:pt x="694" y="568"/>
                    <a:pt x="694" y="1261"/>
                  </a:cubicBezTo>
                  <a:cubicBezTo>
                    <a:pt x="694" y="1828"/>
                    <a:pt x="1040" y="2238"/>
                    <a:pt x="1513" y="2395"/>
                  </a:cubicBezTo>
                  <a:lnTo>
                    <a:pt x="1513" y="5829"/>
                  </a:lnTo>
                  <a:cubicBezTo>
                    <a:pt x="1481" y="6459"/>
                    <a:pt x="1072" y="6774"/>
                    <a:pt x="0" y="8318"/>
                  </a:cubicBezTo>
                  <a:cubicBezTo>
                    <a:pt x="441" y="8433"/>
                    <a:pt x="822" y="8482"/>
                    <a:pt x="1162" y="8482"/>
                  </a:cubicBezTo>
                  <a:cubicBezTo>
                    <a:pt x="3061" y="8482"/>
                    <a:pt x="3671" y="6963"/>
                    <a:pt x="6049" y="6963"/>
                  </a:cubicBezTo>
                  <a:lnTo>
                    <a:pt x="6112" y="6963"/>
                  </a:lnTo>
                  <a:cubicBezTo>
                    <a:pt x="5829" y="6585"/>
                    <a:pt x="5608" y="6333"/>
                    <a:pt x="5608" y="5861"/>
                  </a:cubicBezTo>
                  <a:lnTo>
                    <a:pt x="5608" y="2458"/>
                  </a:lnTo>
                  <a:cubicBezTo>
                    <a:pt x="6081" y="2301"/>
                    <a:pt x="6427" y="1828"/>
                    <a:pt x="6427" y="1261"/>
                  </a:cubicBezTo>
                  <a:cubicBezTo>
                    <a:pt x="6427" y="599"/>
                    <a:pt x="5892" y="1"/>
                    <a:pt x="51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4" name="Google Shape;994;p48"/>
          <p:cNvGrpSpPr/>
          <p:nvPr/>
        </p:nvGrpSpPr>
        <p:grpSpPr>
          <a:xfrm>
            <a:off x="863950" y="3601168"/>
            <a:ext cx="369974" cy="369945"/>
            <a:chOff x="-40011050" y="3972375"/>
            <a:chExt cx="316650" cy="316625"/>
          </a:xfrm>
        </p:grpSpPr>
        <p:sp>
          <p:nvSpPr>
            <p:cNvPr id="995" name="Google Shape;995;p48"/>
            <p:cNvSpPr/>
            <p:nvPr/>
          </p:nvSpPr>
          <p:spPr>
            <a:xfrm>
              <a:off x="-40011050" y="3972375"/>
              <a:ext cx="316650" cy="232350"/>
            </a:xfrm>
            <a:custGeom>
              <a:rect b="b" l="l" r="r" t="t"/>
              <a:pathLst>
                <a:path extrusionOk="0" h="9294" w="12666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48"/>
            <p:cNvSpPr/>
            <p:nvPr/>
          </p:nvSpPr>
          <p:spPr>
            <a:xfrm>
              <a:off x="-39950400" y="4225975"/>
              <a:ext cx="194575" cy="63025"/>
            </a:xfrm>
            <a:custGeom>
              <a:rect b="b" l="l" r="r" t="t"/>
              <a:pathLst>
                <a:path extrusionOk="0" h="2521" w="7783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7" name="Google Shape;997;p48"/>
          <p:cNvGrpSpPr/>
          <p:nvPr/>
        </p:nvGrpSpPr>
        <p:grpSpPr>
          <a:xfrm>
            <a:off x="3095881" y="2665867"/>
            <a:ext cx="266921" cy="369039"/>
            <a:chOff x="-38129425" y="3222550"/>
            <a:chExt cx="228450" cy="315850"/>
          </a:xfrm>
        </p:grpSpPr>
        <p:sp>
          <p:nvSpPr>
            <p:cNvPr id="998" name="Google Shape;998;p48"/>
            <p:cNvSpPr/>
            <p:nvPr/>
          </p:nvSpPr>
          <p:spPr>
            <a:xfrm>
              <a:off x="-38129425" y="3222550"/>
              <a:ext cx="228450" cy="227650"/>
            </a:xfrm>
            <a:custGeom>
              <a:rect b="b" l="l" r="r" t="t"/>
              <a:pathLst>
                <a:path extrusionOk="0" h="9106" w="9138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8"/>
            <p:cNvSpPr/>
            <p:nvPr/>
          </p:nvSpPr>
          <p:spPr>
            <a:xfrm>
              <a:off x="-38067200" y="3470650"/>
              <a:ext cx="103200" cy="67750"/>
            </a:xfrm>
            <a:custGeom>
              <a:rect b="b" l="l" r="r" t="t"/>
              <a:pathLst>
                <a:path extrusionOk="0" h="2710" w="4128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0" name="Google Shape;1000;p48"/>
          <p:cNvGrpSpPr/>
          <p:nvPr/>
        </p:nvGrpSpPr>
        <p:grpSpPr>
          <a:xfrm>
            <a:off x="3050850" y="3122462"/>
            <a:ext cx="371785" cy="369974"/>
            <a:chOff x="-38172725" y="3588000"/>
            <a:chExt cx="318200" cy="316650"/>
          </a:xfrm>
        </p:grpSpPr>
        <p:sp>
          <p:nvSpPr>
            <p:cNvPr id="1001" name="Google Shape;1001;p48"/>
            <p:cNvSpPr/>
            <p:nvPr/>
          </p:nvSpPr>
          <p:spPr>
            <a:xfrm>
              <a:off x="-38171150" y="3760050"/>
              <a:ext cx="98475" cy="91050"/>
            </a:xfrm>
            <a:custGeom>
              <a:rect b="b" l="l" r="r" t="t"/>
              <a:pathLst>
                <a:path extrusionOk="0" h="3642" w="3939">
                  <a:moveTo>
                    <a:pt x="739" y="1"/>
                  </a:moveTo>
                  <a:cubicBezTo>
                    <a:pt x="480" y="1"/>
                    <a:pt x="232" y="12"/>
                    <a:pt x="0" y="18"/>
                  </a:cubicBezTo>
                  <a:cubicBezTo>
                    <a:pt x="95" y="1341"/>
                    <a:pt x="630" y="2602"/>
                    <a:pt x="1512" y="3641"/>
                  </a:cubicBezTo>
                  <a:lnTo>
                    <a:pt x="3938" y="1247"/>
                  </a:lnTo>
                  <a:cubicBezTo>
                    <a:pt x="2844" y="153"/>
                    <a:pt x="1711" y="1"/>
                    <a:pt x="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8"/>
            <p:cNvSpPr/>
            <p:nvPr/>
          </p:nvSpPr>
          <p:spPr>
            <a:xfrm>
              <a:off x="-38172725" y="3641575"/>
              <a:ext cx="144150" cy="133900"/>
            </a:xfrm>
            <a:custGeom>
              <a:rect b="b" l="l" r="r" t="t"/>
              <a:pathLst>
                <a:path extrusionOk="0" h="5356" w="5766">
                  <a:moveTo>
                    <a:pt x="1575" y="0"/>
                  </a:moveTo>
                  <a:cubicBezTo>
                    <a:pt x="599" y="1103"/>
                    <a:pt x="95" y="2520"/>
                    <a:pt x="0" y="3907"/>
                  </a:cubicBezTo>
                  <a:cubicBezTo>
                    <a:pt x="213" y="3901"/>
                    <a:pt x="452" y="3891"/>
                    <a:pt x="712" y="3891"/>
                  </a:cubicBezTo>
                  <a:cubicBezTo>
                    <a:pt x="1801" y="3891"/>
                    <a:pt x="3246" y="4059"/>
                    <a:pt x="4568" y="5356"/>
                  </a:cubicBezTo>
                  <a:lnTo>
                    <a:pt x="5766" y="419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8"/>
            <p:cNvSpPr/>
            <p:nvPr/>
          </p:nvSpPr>
          <p:spPr>
            <a:xfrm>
              <a:off x="-38117600" y="3806975"/>
              <a:ext cx="77200" cy="94525"/>
            </a:xfrm>
            <a:custGeom>
              <a:rect b="b" l="l" r="r" t="t"/>
              <a:pathLst>
                <a:path extrusionOk="0" h="3781" w="3088">
                  <a:moveTo>
                    <a:pt x="2332" y="0"/>
                  </a:moveTo>
                  <a:lnTo>
                    <a:pt x="0" y="2331"/>
                  </a:lnTo>
                  <a:cubicBezTo>
                    <a:pt x="883" y="3088"/>
                    <a:pt x="1891" y="3592"/>
                    <a:pt x="2962" y="3781"/>
                  </a:cubicBezTo>
                  <a:cubicBezTo>
                    <a:pt x="3088" y="2363"/>
                    <a:pt x="3088" y="1197"/>
                    <a:pt x="23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8"/>
            <p:cNvSpPr/>
            <p:nvPr/>
          </p:nvSpPr>
          <p:spPr>
            <a:xfrm>
              <a:off x="-37997875" y="3716375"/>
              <a:ext cx="143350" cy="135500"/>
            </a:xfrm>
            <a:custGeom>
              <a:rect b="b" l="l" r="r" t="t"/>
              <a:pathLst>
                <a:path extrusionOk="0" h="5420" w="5734">
                  <a:moveTo>
                    <a:pt x="1197" y="1"/>
                  </a:moveTo>
                  <a:lnTo>
                    <a:pt x="0" y="1230"/>
                  </a:lnTo>
                  <a:lnTo>
                    <a:pt x="4159" y="5420"/>
                  </a:lnTo>
                  <a:cubicBezTo>
                    <a:pt x="5199" y="4191"/>
                    <a:pt x="5703" y="2773"/>
                    <a:pt x="5734" y="1324"/>
                  </a:cubicBezTo>
                  <a:cubicBezTo>
                    <a:pt x="5557" y="1324"/>
                    <a:pt x="5356" y="1329"/>
                    <a:pt x="5135" y="1329"/>
                  </a:cubicBezTo>
                  <a:cubicBezTo>
                    <a:pt x="4098" y="1329"/>
                    <a:pt x="2626" y="1222"/>
                    <a:pt x="11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8"/>
            <p:cNvSpPr/>
            <p:nvPr/>
          </p:nvSpPr>
          <p:spPr>
            <a:xfrm>
              <a:off x="-38044350" y="3761275"/>
              <a:ext cx="135500" cy="143375"/>
            </a:xfrm>
            <a:custGeom>
              <a:rect b="b" l="l" r="r" t="t"/>
              <a:pathLst>
                <a:path extrusionOk="0" h="5735" w="5420">
                  <a:moveTo>
                    <a:pt x="1261" y="1"/>
                  </a:moveTo>
                  <a:lnTo>
                    <a:pt x="0" y="1261"/>
                  </a:lnTo>
                  <a:cubicBezTo>
                    <a:pt x="1009" y="2679"/>
                    <a:pt x="1009" y="4002"/>
                    <a:pt x="851" y="5735"/>
                  </a:cubicBezTo>
                  <a:lnTo>
                    <a:pt x="1261" y="5735"/>
                  </a:lnTo>
                  <a:cubicBezTo>
                    <a:pt x="2773" y="5735"/>
                    <a:pt x="4254" y="5231"/>
                    <a:pt x="5419" y="4159"/>
                  </a:cubicBezTo>
                  <a:lnTo>
                    <a:pt x="12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8"/>
            <p:cNvSpPr/>
            <p:nvPr/>
          </p:nvSpPr>
          <p:spPr>
            <a:xfrm>
              <a:off x="-37997875" y="3588800"/>
              <a:ext cx="89025" cy="97675"/>
            </a:xfrm>
            <a:custGeom>
              <a:rect b="b" l="l" r="r" t="t"/>
              <a:pathLst>
                <a:path extrusionOk="0" h="3907" w="3561">
                  <a:moveTo>
                    <a:pt x="158" y="0"/>
                  </a:moveTo>
                  <a:lnTo>
                    <a:pt x="158" y="0"/>
                  </a:lnTo>
                  <a:cubicBezTo>
                    <a:pt x="126" y="977"/>
                    <a:pt x="0" y="2395"/>
                    <a:pt x="1260" y="3907"/>
                  </a:cubicBezTo>
                  <a:lnTo>
                    <a:pt x="3560" y="1544"/>
                  </a:lnTo>
                  <a:cubicBezTo>
                    <a:pt x="2584" y="662"/>
                    <a:pt x="1355" y="158"/>
                    <a:pt x="1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48"/>
            <p:cNvSpPr/>
            <p:nvPr/>
          </p:nvSpPr>
          <p:spPr>
            <a:xfrm>
              <a:off x="-38117600" y="3588000"/>
              <a:ext cx="135500" cy="143375"/>
            </a:xfrm>
            <a:custGeom>
              <a:rect b="b" l="l" r="r" t="t"/>
              <a:pathLst>
                <a:path extrusionOk="0" h="5735" w="5420">
                  <a:moveTo>
                    <a:pt x="4096" y="1"/>
                  </a:moveTo>
                  <a:lnTo>
                    <a:pt x="4096" y="1"/>
                  </a:lnTo>
                  <a:cubicBezTo>
                    <a:pt x="2647" y="32"/>
                    <a:pt x="1198" y="536"/>
                    <a:pt x="0" y="1576"/>
                  </a:cubicBezTo>
                  <a:lnTo>
                    <a:pt x="4191" y="5735"/>
                  </a:lnTo>
                  <a:lnTo>
                    <a:pt x="5419" y="4506"/>
                  </a:lnTo>
                  <a:cubicBezTo>
                    <a:pt x="3939" y="2805"/>
                    <a:pt x="4065" y="1135"/>
                    <a:pt x="40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8"/>
            <p:cNvSpPr/>
            <p:nvPr/>
          </p:nvSpPr>
          <p:spPr>
            <a:xfrm>
              <a:off x="-37953000" y="3641575"/>
              <a:ext cx="97700" cy="86350"/>
            </a:xfrm>
            <a:custGeom>
              <a:rect b="b" l="l" r="r" t="t"/>
              <a:pathLst>
                <a:path extrusionOk="0" h="3454" w="3908">
                  <a:moveTo>
                    <a:pt x="2364" y="0"/>
                  </a:moveTo>
                  <a:lnTo>
                    <a:pt x="1" y="2363"/>
                  </a:lnTo>
                  <a:cubicBezTo>
                    <a:pt x="1171" y="3313"/>
                    <a:pt x="2246" y="3453"/>
                    <a:pt x="3155" y="3453"/>
                  </a:cubicBezTo>
                  <a:cubicBezTo>
                    <a:pt x="3421" y="3453"/>
                    <a:pt x="3672" y="3441"/>
                    <a:pt x="3908" y="3434"/>
                  </a:cubicBezTo>
                  <a:cubicBezTo>
                    <a:pt x="3750" y="2205"/>
                    <a:pt x="3246" y="1008"/>
                    <a:pt x="2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48"/>
          <p:cNvGrpSpPr/>
          <p:nvPr/>
        </p:nvGrpSpPr>
        <p:grpSpPr>
          <a:xfrm>
            <a:off x="3126752" y="3580897"/>
            <a:ext cx="219981" cy="369974"/>
            <a:chOff x="-38109725" y="3955025"/>
            <a:chExt cx="188275" cy="316650"/>
          </a:xfrm>
        </p:grpSpPr>
        <p:sp>
          <p:nvSpPr>
            <p:cNvPr id="1010" name="Google Shape;1010;p48"/>
            <p:cNvSpPr/>
            <p:nvPr/>
          </p:nvSpPr>
          <p:spPr>
            <a:xfrm>
              <a:off x="-38109725" y="3955025"/>
              <a:ext cx="188275" cy="220575"/>
            </a:xfrm>
            <a:custGeom>
              <a:rect b="b" l="l" r="r" t="t"/>
              <a:pathLst>
                <a:path extrusionOk="0" h="8823" w="7531">
                  <a:moveTo>
                    <a:pt x="3372" y="1"/>
                  </a:moveTo>
                  <a:lnTo>
                    <a:pt x="95" y="5703"/>
                  </a:lnTo>
                  <a:cubicBezTo>
                    <a:pt x="1" y="5829"/>
                    <a:pt x="1" y="5987"/>
                    <a:pt x="95" y="6113"/>
                  </a:cubicBezTo>
                  <a:lnTo>
                    <a:pt x="1418" y="8822"/>
                  </a:lnTo>
                  <a:lnTo>
                    <a:pt x="6081" y="8822"/>
                  </a:lnTo>
                  <a:lnTo>
                    <a:pt x="7467" y="6113"/>
                  </a:lnTo>
                  <a:cubicBezTo>
                    <a:pt x="7530" y="5987"/>
                    <a:pt x="7499" y="5829"/>
                    <a:pt x="7467" y="5703"/>
                  </a:cubicBezTo>
                  <a:lnTo>
                    <a:pt x="4191" y="1"/>
                  </a:lnTo>
                  <a:lnTo>
                    <a:pt x="4191" y="4727"/>
                  </a:lnTo>
                  <a:cubicBezTo>
                    <a:pt x="4663" y="4884"/>
                    <a:pt x="5010" y="5357"/>
                    <a:pt x="5010" y="5892"/>
                  </a:cubicBezTo>
                  <a:cubicBezTo>
                    <a:pt x="5010" y="6585"/>
                    <a:pt x="4474" y="7121"/>
                    <a:pt x="3750" y="7121"/>
                  </a:cubicBezTo>
                  <a:cubicBezTo>
                    <a:pt x="3088" y="7121"/>
                    <a:pt x="2521" y="6585"/>
                    <a:pt x="2521" y="5892"/>
                  </a:cubicBezTo>
                  <a:cubicBezTo>
                    <a:pt x="2521" y="5357"/>
                    <a:pt x="2899" y="4916"/>
                    <a:pt x="3372" y="4727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48"/>
            <p:cNvSpPr/>
            <p:nvPr/>
          </p:nvSpPr>
          <p:spPr>
            <a:xfrm>
              <a:off x="-38067200" y="4196050"/>
              <a:ext cx="104775" cy="75625"/>
            </a:xfrm>
            <a:custGeom>
              <a:rect b="b" l="l" r="r" t="t"/>
              <a:pathLst>
                <a:path extrusionOk="0" h="3025" w="4191">
                  <a:moveTo>
                    <a:pt x="32" y="0"/>
                  </a:moveTo>
                  <a:lnTo>
                    <a:pt x="32" y="2615"/>
                  </a:lnTo>
                  <a:cubicBezTo>
                    <a:pt x="1" y="2836"/>
                    <a:pt x="190" y="3025"/>
                    <a:pt x="442" y="3025"/>
                  </a:cubicBezTo>
                  <a:lnTo>
                    <a:pt x="3750" y="3025"/>
                  </a:lnTo>
                  <a:cubicBezTo>
                    <a:pt x="3970" y="3025"/>
                    <a:pt x="4191" y="2836"/>
                    <a:pt x="4191" y="2615"/>
                  </a:cubicBezTo>
                  <a:lnTo>
                    <a:pt x="41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2" name="Google Shape;1012;p48"/>
          <p:cNvSpPr/>
          <p:nvPr/>
        </p:nvSpPr>
        <p:spPr>
          <a:xfrm>
            <a:off x="2228355" y="4040658"/>
            <a:ext cx="383790" cy="370266"/>
          </a:xfrm>
          <a:custGeom>
            <a:rect b="b" l="l" r="r" t="t"/>
            <a:pathLst>
              <a:path extrusionOk="0" h="12676" w="13139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3" name="Google Shape;1013;p48"/>
          <p:cNvGrpSpPr/>
          <p:nvPr/>
        </p:nvGrpSpPr>
        <p:grpSpPr>
          <a:xfrm>
            <a:off x="2542151" y="1312318"/>
            <a:ext cx="373654" cy="369068"/>
            <a:chOff x="-41530375" y="3218800"/>
            <a:chExt cx="319800" cy="315875"/>
          </a:xfrm>
        </p:grpSpPr>
        <p:sp>
          <p:nvSpPr>
            <p:cNvPr id="1014" name="Google Shape;1014;p48"/>
            <p:cNvSpPr/>
            <p:nvPr/>
          </p:nvSpPr>
          <p:spPr>
            <a:xfrm>
              <a:off x="-41530375" y="3337550"/>
              <a:ext cx="199300" cy="197125"/>
            </a:xfrm>
            <a:custGeom>
              <a:rect b="b" l="l" r="r" t="t"/>
              <a:pathLst>
                <a:path extrusionOk="0" h="7885" w="7972">
                  <a:moveTo>
                    <a:pt x="3245" y="0"/>
                  </a:moveTo>
                  <a:lnTo>
                    <a:pt x="473" y="2804"/>
                  </a:lnTo>
                  <a:cubicBezTo>
                    <a:pt x="0" y="3277"/>
                    <a:pt x="0" y="4064"/>
                    <a:pt x="473" y="4568"/>
                  </a:cubicBezTo>
                  <a:lnTo>
                    <a:pt x="3403" y="7530"/>
                  </a:lnTo>
                  <a:cubicBezTo>
                    <a:pt x="3639" y="7766"/>
                    <a:pt x="3954" y="7884"/>
                    <a:pt x="4277" y="7884"/>
                  </a:cubicBezTo>
                  <a:cubicBezTo>
                    <a:pt x="4600" y="7884"/>
                    <a:pt x="4931" y="7766"/>
                    <a:pt x="5199" y="7530"/>
                  </a:cubicBezTo>
                  <a:lnTo>
                    <a:pt x="7971" y="4726"/>
                  </a:lnTo>
                  <a:lnTo>
                    <a:pt x="32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8"/>
            <p:cNvSpPr/>
            <p:nvPr/>
          </p:nvSpPr>
          <p:spPr>
            <a:xfrm>
              <a:off x="-41435075" y="3218800"/>
              <a:ext cx="224500" cy="221950"/>
            </a:xfrm>
            <a:custGeom>
              <a:rect b="b" l="l" r="r" t="t"/>
              <a:pathLst>
                <a:path extrusionOk="0" h="8878" w="8980">
                  <a:moveTo>
                    <a:pt x="4395" y="1"/>
                  </a:moveTo>
                  <a:cubicBezTo>
                    <a:pt x="4285" y="1"/>
                    <a:pt x="4175" y="40"/>
                    <a:pt x="4096" y="119"/>
                  </a:cubicBezTo>
                  <a:lnTo>
                    <a:pt x="1" y="4152"/>
                  </a:lnTo>
                  <a:lnTo>
                    <a:pt x="4726" y="8877"/>
                  </a:lnTo>
                  <a:lnTo>
                    <a:pt x="8822" y="4845"/>
                  </a:lnTo>
                  <a:cubicBezTo>
                    <a:pt x="8979" y="4687"/>
                    <a:pt x="8979" y="4404"/>
                    <a:pt x="8822" y="4246"/>
                  </a:cubicBezTo>
                  <a:lnTo>
                    <a:pt x="4695" y="119"/>
                  </a:lnTo>
                  <a:cubicBezTo>
                    <a:pt x="4616" y="40"/>
                    <a:pt x="4506" y="1"/>
                    <a:pt x="43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6" name="Google Shape;1016;p48"/>
          <p:cNvGrpSpPr/>
          <p:nvPr/>
        </p:nvGrpSpPr>
        <p:grpSpPr>
          <a:xfrm>
            <a:off x="2544444" y="1827476"/>
            <a:ext cx="369068" cy="289004"/>
            <a:chOff x="-41526450" y="3653375"/>
            <a:chExt cx="315875" cy="247350"/>
          </a:xfrm>
        </p:grpSpPr>
        <p:sp>
          <p:nvSpPr>
            <p:cNvPr id="1017" name="Google Shape;1017;p48"/>
            <p:cNvSpPr/>
            <p:nvPr/>
          </p:nvSpPr>
          <p:spPr>
            <a:xfrm>
              <a:off x="-41526450" y="3860525"/>
              <a:ext cx="315875" cy="40200"/>
            </a:xfrm>
            <a:custGeom>
              <a:rect b="b" l="l" r="r" t="t"/>
              <a:pathLst>
                <a:path extrusionOk="0" h="1608" w="12635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48"/>
            <p:cNvSpPr/>
            <p:nvPr/>
          </p:nvSpPr>
          <p:spPr>
            <a:xfrm>
              <a:off x="-41506750" y="3653375"/>
              <a:ext cx="275700" cy="186700"/>
            </a:xfrm>
            <a:custGeom>
              <a:rect b="b" l="l" r="r" t="t"/>
              <a:pathLst>
                <a:path extrusionOk="0" h="7468" w="11028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9" name="Google Shape;1019;p48"/>
          <p:cNvGrpSpPr/>
          <p:nvPr/>
        </p:nvGrpSpPr>
        <p:grpSpPr>
          <a:xfrm>
            <a:off x="2545831" y="2190140"/>
            <a:ext cx="366293" cy="369974"/>
            <a:chOff x="-41526450" y="3951100"/>
            <a:chExt cx="313500" cy="316650"/>
          </a:xfrm>
        </p:grpSpPr>
        <p:sp>
          <p:nvSpPr>
            <p:cNvPr id="1020" name="Google Shape;1020;p48"/>
            <p:cNvSpPr/>
            <p:nvPr/>
          </p:nvSpPr>
          <p:spPr>
            <a:xfrm>
              <a:off x="-41483125" y="4041675"/>
              <a:ext cx="226075" cy="226075"/>
            </a:xfrm>
            <a:custGeom>
              <a:rect b="b" l="l" r="r" t="t"/>
              <a:pathLst>
                <a:path extrusionOk="0" h="9043" w="9043">
                  <a:moveTo>
                    <a:pt x="4506" y="2174"/>
                  </a:moveTo>
                  <a:cubicBezTo>
                    <a:pt x="6144" y="2174"/>
                    <a:pt x="7404" y="3466"/>
                    <a:pt x="7436" y="5041"/>
                  </a:cubicBezTo>
                  <a:cubicBezTo>
                    <a:pt x="7436" y="6648"/>
                    <a:pt x="6144" y="7908"/>
                    <a:pt x="4506" y="7908"/>
                  </a:cubicBezTo>
                  <a:cubicBezTo>
                    <a:pt x="2899" y="7908"/>
                    <a:pt x="1639" y="6616"/>
                    <a:pt x="1639" y="5041"/>
                  </a:cubicBezTo>
                  <a:cubicBezTo>
                    <a:pt x="1639" y="3466"/>
                    <a:pt x="2931" y="2174"/>
                    <a:pt x="4506" y="2174"/>
                  </a:cubicBezTo>
                  <a:close/>
                  <a:moveTo>
                    <a:pt x="4506" y="0"/>
                  </a:moveTo>
                  <a:lnTo>
                    <a:pt x="1" y="3214"/>
                  </a:lnTo>
                  <a:lnTo>
                    <a:pt x="1" y="8664"/>
                  </a:lnTo>
                  <a:cubicBezTo>
                    <a:pt x="1" y="8885"/>
                    <a:pt x="190" y="9042"/>
                    <a:pt x="379" y="9042"/>
                  </a:cubicBezTo>
                  <a:lnTo>
                    <a:pt x="8665" y="9042"/>
                  </a:lnTo>
                  <a:cubicBezTo>
                    <a:pt x="8885" y="9042"/>
                    <a:pt x="9043" y="8853"/>
                    <a:pt x="9043" y="8664"/>
                  </a:cubicBezTo>
                  <a:lnTo>
                    <a:pt x="9043" y="3214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8"/>
            <p:cNvSpPr/>
            <p:nvPr/>
          </p:nvSpPr>
          <p:spPr>
            <a:xfrm>
              <a:off x="-41422475" y="4114925"/>
              <a:ext cx="104775" cy="104775"/>
            </a:xfrm>
            <a:custGeom>
              <a:rect b="b" l="l" r="r" t="t"/>
              <a:pathLst>
                <a:path extrusionOk="0" h="4191" w="4191">
                  <a:moveTo>
                    <a:pt x="2080" y="1040"/>
                  </a:moveTo>
                  <a:cubicBezTo>
                    <a:pt x="2332" y="1040"/>
                    <a:pt x="2521" y="1229"/>
                    <a:pt x="2521" y="1450"/>
                  </a:cubicBezTo>
                  <a:lnTo>
                    <a:pt x="2521" y="1859"/>
                  </a:lnTo>
                  <a:lnTo>
                    <a:pt x="2931" y="1859"/>
                  </a:lnTo>
                  <a:cubicBezTo>
                    <a:pt x="3151" y="1859"/>
                    <a:pt x="3372" y="2080"/>
                    <a:pt x="3372" y="2269"/>
                  </a:cubicBezTo>
                  <a:cubicBezTo>
                    <a:pt x="3372" y="2489"/>
                    <a:pt x="3151" y="2710"/>
                    <a:pt x="2931" y="2710"/>
                  </a:cubicBezTo>
                  <a:lnTo>
                    <a:pt x="2080" y="2710"/>
                  </a:lnTo>
                  <a:cubicBezTo>
                    <a:pt x="1859" y="2710"/>
                    <a:pt x="1702" y="2489"/>
                    <a:pt x="1702" y="2269"/>
                  </a:cubicBezTo>
                  <a:lnTo>
                    <a:pt x="1702" y="1450"/>
                  </a:lnTo>
                  <a:cubicBezTo>
                    <a:pt x="1702" y="1198"/>
                    <a:pt x="1891" y="1040"/>
                    <a:pt x="2080" y="1040"/>
                  </a:cubicBezTo>
                  <a:close/>
                  <a:moveTo>
                    <a:pt x="2080" y="0"/>
                  </a:moveTo>
                  <a:cubicBezTo>
                    <a:pt x="946" y="0"/>
                    <a:pt x="64" y="946"/>
                    <a:pt x="1" y="2111"/>
                  </a:cubicBezTo>
                  <a:cubicBezTo>
                    <a:pt x="64" y="3277"/>
                    <a:pt x="946" y="4191"/>
                    <a:pt x="2080" y="4191"/>
                  </a:cubicBezTo>
                  <a:cubicBezTo>
                    <a:pt x="3246" y="4191"/>
                    <a:pt x="4128" y="3245"/>
                    <a:pt x="4191" y="2111"/>
                  </a:cubicBezTo>
                  <a:cubicBezTo>
                    <a:pt x="4191" y="977"/>
                    <a:pt x="3246" y="63"/>
                    <a:pt x="2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8"/>
            <p:cNvSpPr/>
            <p:nvPr/>
          </p:nvSpPr>
          <p:spPr>
            <a:xfrm>
              <a:off x="-41526450" y="3951100"/>
              <a:ext cx="313500" cy="165575"/>
            </a:xfrm>
            <a:custGeom>
              <a:rect b="b" l="l" r="r" t="t"/>
              <a:pathLst>
                <a:path extrusionOk="0" h="6623" w="12540">
                  <a:moveTo>
                    <a:pt x="6239" y="0"/>
                  </a:moveTo>
                  <a:cubicBezTo>
                    <a:pt x="6018" y="0"/>
                    <a:pt x="5861" y="189"/>
                    <a:pt x="5861" y="378"/>
                  </a:cubicBezTo>
                  <a:lnTo>
                    <a:pt x="5861" y="1859"/>
                  </a:lnTo>
                  <a:lnTo>
                    <a:pt x="1891" y="4695"/>
                  </a:lnTo>
                  <a:lnTo>
                    <a:pt x="222" y="5860"/>
                  </a:lnTo>
                  <a:cubicBezTo>
                    <a:pt x="32" y="5986"/>
                    <a:pt x="1" y="6270"/>
                    <a:pt x="159" y="6459"/>
                  </a:cubicBezTo>
                  <a:cubicBezTo>
                    <a:pt x="230" y="6566"/>
                    <a:pt x="342" y="6623"/>
                    <a:pt x="460" y="6623"/>
                  </a:cubicBezTo>
                  <a:cubicBezTo>
                    <a:pt x="550" y="6623"/>
                    <a:pt x="644" y="6590"/>
                    <a:pt x="726" y="6522"/>
                  </a:cubicBezTo>
                  <a:lnTo>
                    <a:pt x="6050" y="2741"/>
                  </a:lnTo>
                  <a:cubicBezTo>
                    <a:pt x="6129" y="2678"/>
                    <a:pt x="6215" y="2647"/>
                    <a:pt x="6298" y="2647"/>
                  </a:cubicBezTo>
                  <a:cubicBezTo>
                    <a:pt x="6381" y="2647"/>
                    <a:pt x="6459" y="2678"/>
                    <a:pt x="6523" y="2741"/>
                  </a:cubicBezTo>
                  <a:lnTo>
                    <a:pt x="11847" y="6522"/>
                  </a:lnTo>
                  <a:cubicBezTo>
                    <a:pt x="11926" y="6575"/>
                    <a:pt x="12016" y="6600"/>
                    <a:pt x="12105" y="6600"/>
                  </a:cubicBezTo>
                  <a:cubicBezTo>
                    <a:pt x="12230" y="6600"/>
                    <a:pt x="12354" y="6551"/>
                    <a:pt x="12445" y="6459"/>
                  </a:cubicBezTo>
                  <a:cubicBezTo>
                    <a:pt x="12540" y="6270"/>
                    <a:pt x="12508" y="6018"/>
                    <a:pt x="12351" y="5860"/>
                  </a:cubicBezTo>
                  <a:lnTo>
                    <a:pt x="10713" y="4695"/>
                  </a:lnTo>
                  <a:lnTo>
                    <a:pt x="6712" y="1859"/>
                  </a:lnTo>
                  <a:lnTo>
                    <a:pt x="6712" y="378"/>
                  </a:lnTo>
                  <a:cubicBezTo>
                    <a:pt x="6680" y="189"/>
                    <a:pt x="6491" y="0"/>
                    <a:pt x="62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3" name="Google Shape;1023;p48"/>
          <p:cNvGrpSpPr/>
          <p:nvPr/>
        </p:nvGrpSpPr>
        <p:grpSpPr>
          <a:xfrm>
            <a:off x="1311086" y="2684269"/>
            <a:ext cx="339595" cy="371814"/>
            <a:chOff x="-39625900" y="3238300"/>
            <a:chExt cx="290650" cy="318225"/>
          </a:xfrm>
        </p:grpSpPr>
        <p:sp>
          <p:nvSpPr>
            <p:cNvPr id="1024" name="Google Shape;1024;p48"/>
            <p:cNvSpPr/>
            <p:nvPr/>
          </p:nvSpPr>
          <p:spPr>
            <a:xfrm>
              <a:off x="-39625900" y="3238300"/>
              <a:ext cx="290650" cy="318225"/>
            </a:xfrm>
            <a:custGeom>
              <a:rect b="b" l="l" r="r" t="t"/>
              <a:pathLst>
                <a:path extrusionOk="0" h="12729" w="11626">
                  <a:moveTo>
                    <a:pt x="442" y="1"/>
                  </a:moveTo>
                  <a:cubicBezTo>
                    <a:pt x="221" y="1"/>
                    <a:pt x="32" y="190"/>
                    <a:pt x="32" y="442"/>
                  </a:cubicBezTo>
                  <a:lnTo>
                    <a:pt x="32" y="4159"/>
                  </a:lnTo>
                  <a:cubicBezTo>
                    <a:pt x="32" y="4317"/>
                    <a:pt x="126" y="4474"/>
                    <a:pt x="284" y="4569"/>
                  </a:cubicBezTo>
                  <a:cubicBezTo>
                    <a:pt x="1072" y="4821"/>
                    <a:pt x="1670" y="5640"/>
                    <a:pt x="1670" y="6491"/>
                  </a:cubicBezTo>
                  <a:cubicBezTo>
                    <a:pt x="1670" y="7404"/>
                    <a:pt x="1103" y="8129"/>
                    <a:pt x="284" y="8475"/>
                  </a:cubicBezTo>
                  <a:cubicBezTo>
                    <a:pt x="126" y="8507"/>
                    <a:pt x="0" y="8664"/>
                    <a:pt x="0" y="8853"/>
                  </a:cubicBezTo>
                  <a:lnTo>
                    <a:pt x="0" y="12319"/>
                  </a:lnTo>
                  <a:cubicBezTo>
                    <a:pt x="0" y="12571"/>
                    <a:pt x="221" y="12729"/>
                    <a:pt x="442" y="12729"/>
                  </a:cubicBezTo>
                  <a:lnTo>
                    <a:pt x="3308" y="12729"/>
                  </a:lnTo>
                  <a:lnTo>
                    <a:pt x="3308" y="4852"/>
                  </a:lnTo>
                  <a:cubicBezTo>
                    <a:pt x="3308" y="3687"/>
                    <a:pt x="4254" y="2805"/>
                    <a:pt x="5419" y="2741"/>
                  </a:cubicBezTo>
                  <a:lnTo>
                    <a:pt x="6238" y="2741"/>
                  </a:lnTo>
                  <a:cubicBezTo>
                    <a:pt x="7373" y="2741"/>
                    <a:pt x="8286" y="3687"/>
                    <a:pt x="8318" y="4852"/>
                  </a:cubicBezTo>
                  <a:lnTo>
                    <a:pt x="8318" y="12729"/>
                  </a:lnTo>
                  <a:lnTo>
                    <a:pt x="11216" y="12729"/>
                  </a:lnTo>
                  <a:cubicBezTo>
                    <a:pt x="11437" y="12729"/>
                    <a:pt x="11594" y="12508"/>
                    <a:pt x="11626" y="12319"/>
                  </a:cubicBezTo>
                  <a:lnTo>
                    <a:pt x="11626" y="8853"/>
                  </a:lnTo>
                  <a:cubicBezTo>
                    <a:pt x="11626" y="8696"/>
                    <a:pt x="11500" y="8538"/>
                    <a:pt x="11374" y="8475"/>
                  </a:cubicBezTo>
                  <a:cubicBezTo>
                    <a:pt x="10586" y="8192"/>
                    <a:pt x="9988" y="7404"/>
                    <a:pt x="9988" y="6491"/>
                  </a:cubicBezTo>
                  <a:cubicBezTo>
                    <a:pt x="9988" y="5577"/>
                    <a:pt x="10586" y="4852"/>
                    <a:pt x="11374" y="4569"/>
                  </a:cubicBezTo>
                  <a:cubicBezTo>
                    <a:pt x="11531" y="4537"/>
                    <a:pt x="11626" y="4380"/>
                    <a:pt x="11626" y="4159"/>
                  </a:cubicBezTo>
                  <a:lnTo>
                    <a:pt x="11626" y="442"/>
                  </a:lnTo>
                  <a:cubicBezTo>
                    <a:pt x="11626" y="190"/>
                    <a:pt x="11437" y="1"/>
                    <a:pt x="112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48"/>
            <p:cNvSpPr/>
            <p:nvPr/>
          </p:nvSpPr>
          <p:spPr>
            <a:xfrm>
              <a:off x="-39521150" y="3328875"/>
              <a:ext cx="82725" cy="227650"/>
            </a:xfrm>
            <a:custGeom>
              <a:rect b="b" l="l" r="r" t="t"/>
              <a:pathLst>
                <a:path extrusionOk="0" h="9106" w="3309">
                  <a:moveTo>
                    <a:pt x="1607" y="3309"/>
                  </a:moveTo>
                  <a:cubicBezTo>
                    <a:pt x="2080" y="3309"/>
                    <a:pt x="2426" y="3655"/>
                    <a:pt x="2426" y="4128"/>
                  </a:cubicBezTo>
                  <a:cubicBezTo>
                    <a:pt x="2426" y="4600"/>
                    <a:pt x="2080" y="4947"/>
                    <a:pt x="1607" y="4947"/>
                  </a:cubicBezTo>
                  <a:cubicBezTo>
                    <a:pt x="1135" y="4947"/>
                    <a:pt x="788" y="4600"/>
                    <a:pt x="788" y="4128"/>
                  </a:cubicBezTo>
                  <a:cubicBezTo>
                    <a:pt x="788" y="3655"/>
                    <a:pt x="1135" y="3309"/>
                    <a:pt x="1607" y="3309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lnTo>
                    <a:pt x="1" y="9106"/>
                  </a:lnTo>
                  <a:lnTo>
                    <a:pt x="3309" y="9106"/>
                  </a:lnTo>
                  <a:lnTo>
                    <a:pt x="3309" y="1229"/>
                  </a:lnTo>
                  <a:cubicBezTo>
                    <a:pt x="3309" y="536"/>
                    <a:pt x="2742" y="1"/>
                    <a:pt x="20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6" name="Google Shape;1026;p48"/>
          <p:cNvSpPr/>
          <p:nvPr/>
        </p:nvSpPr>
        <p:spPr>
          <a:xfrm>
            <a:off x="1333259" y="3143395"/>
            <a:ext cx="315672" cy="369974"/>
          </a:xfrm>
          <a:custGeom>
            <a:rect b="b" l="l" r="r" t="t"/>
            <a:pathLst>
              <a:path extrusionOk="0" h="12666" w="10807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7" name="Google Shape;1027;p48"/>
          <p:cNvGrpSpPr/>
          <p:nvPr/>
        </p:nvGrpSpPr>
        <p:grpSpPr>
          <a:xfrm>
            <a:off x="1305137" y="3600730"/>
            <a:ext cx="366293" cy="370441"/>
            <a:chOff x="-39647175" y="3972000"/>
            <a:chExt cx="313500" cy="317050"/>
          </a:xfrm>
        </p:grpSpPr>
        <p:sp>
          <p:nvSpPr>
            <p:cNvPr id="1028" name="Google Shape;1028;p48"/>
            <p:cNvSpPr/>
            <p:nvPr/>
          </p:nvSpPr>
          <p:spPr>
            <a:xfrm>
              <a:off x="-39647175" y="3972000"/>
              <a:ext cx="95325" cy="153975"/>
            </a:xfrm>
            <a:custGeom>
              <a:rect b="b" l="l" r="r" t="t"/>
              <a:pathLst>
                <a:path extrusionOk="0" h="6159" w="3813">
                  <a:moveTo>
                    <a:pt x="1698" y="1"/>
                  </a:moveTo>
                  <a:cubicBezTo>
                    <a:pt x="1520" y="1"/>
                    <a:pt x="1373" y="138"/>
                    <a:pt x="1293" y="299"/>
                  </a:cubicBezTo>
                  <a:lnTo>
                    <a:pt x="1" y="5119"/>
                  </a:lnTo>
                  <a:cubicBezTo>
                    <a:pt x="1" y="5308"/>
                    <a:pt x="127" y="5528"/>
                    <a:pt x="316" y="5623"/>
                  </a:cubicBezTo>
                  <a:lnTo>
                    <a:pt x="2332" y="6158"/>
                  </a:lnTo>
                  <a:cubicBezTo>
                    <a:pt x="3277" y="2630"/>
                    <a:pt x="2868" y="4111"/>
                    <a:pt x="3813" y="582"/>
                  </a:cubicBezTo>
                  <a:lnTo>
                    <a:pt x="1797" y="15"/>
                  </a:lnTo>
                  <a:cubicBezTo>
                    <a:pt x="1763" y="5"/>
                    <a:pt x="1730" y="1"/>
                    <a:pt x="16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8"/>
            <p:cNvSpPr/>
            <p:nvPr/>
          </p:nvSpPr>
          <p:spPr>
            <a:xfrm>
              <a:off x="-39588875" y="4011750"/>
              <a:ext cx="216600" cy="277300"/>
            </a:xfrm>
            <a:custGeom>
              <a:rect b="b" l="l" r="r" t="t"/>
              <a:pathLst>
                <a:path extrusionOk="0" h="11092" w="8664">
                  <a:moveTo>
                    <a:pt x="4348" y="3466"/>
                  </a:moveTo>
                  <a:cubicBezTo>
                    <a:pt x="4820" y="3466"/>
                    <a:pt x="5199" y="3844"/>
                    <a:pt x="5199" y="4316"/>
                  </a:cubicBezTo>
                  <a:cubicBezTo>
                    <a:pt x="5199" y="4789"/>
                    <a:pt x="4820" y="5136"/>
                    <a:pt x="4348" y="5136"/>
                  </a:cubicBezTo>
                  <a:cubicBezTo>
                    <a:pt x="3907" y="5136"/>
                    <a:pt x="3529" y="4789"/>
                    <a:pt x="3529" y="4316"/>
                  </a:cubicBezTo>
                  <a:cubicBezTo>
                    <a:pt x="3529" y="3875"/>
                    <a:pt x="3875" y="3466"/>
                    <a:pt x="4348" y="3466"/>
                  </a:cubicBezTo>
                  <a:close/>
                  <a:moveTo>
                    <a:pt x="5104" y="5766"/>
                  </a:moveTo>
                  <a:lnTo>
                    <a:pt x="6081" y="7624"/>
                  </a:lnTo>
                  <a:lnTo>
                    <a:pt x="2615" y="7624"/>
                  </a:lnTo>
                  <a:lnTo>
                    <a:pt x="3560" y="5766"/>
                  </a:lnTo>
                  <a:cubicBezTo>
                    <a:pt x="3812" y="5892"/>
                    <a:pt x="4096" y="5955"/>
                    <a:pt x="4348" y="5955"/>
                  </a:cubicBezTo>
                  <a:cubicBezTo>
                    <a:pt x="4631" y="5955"/>
                    <a:pt x="4883" y="5892"/>
                    <a:pt x="5104" y="5766"/>
                  </a:cubicBezTo>
                  <a:close/>
                  <a:moveTo>
                    <a:pt x="2048" y="0"/>
                  </a:moveTo>
                  <a:cubicBezTo>
                    <a:pt x="1386" y="2458"/>
                    <a:pt x="1638" y="1544"/>
                    <a:pt x="977" y="4001"/>
                  </a:cubicBezTo>
                  <a:lnTo>
                    <a:pt x="2678" y="4474"/>
                  </a:lnTo>
                  <a:cubicBezTo>
                    <a:pt x="2678" y="4726"/>
                    <a:pt x="2741" y="5010"/>
                    <a:pt x="2899" y="5199"/>
                  </a:cubicBezTo>
                  <a:lnTo>
                    <a:pt x="32" y="10523"/>
                  </a:lnTo>
                  <a:cubicBezTo>
                    <a:pt x="0" y="10680"/>
                    <a:pt x="63" y="10964"/>
                    <a:pt x="252" y="11027"/>
                  </a:cubicBezTo>
                  <a:cubicBezTo>
                    <a:pt x="328" y="11070"/>
                    <a:pt x="404" y="11091"/>
                    <a:pt x="475" y="11091"/>
                  </a:cubicBezTo>
                  <a:cubicBezTo>
                    <a:pt x="613" y="11091"/>
                    <a:pt x="737" y="11014"/>
                    <a:pt x="819" y="10869"/>
                  </a:cubicBezTo>
                  <a:lnTo>
                    <a:pt x="2143" y="8475"/>
                  </a:lnTo>
                  <a:lnTo>
                    <a:pt x="6490" y="8475"/>
                  </a:lnTo>
                  <a:lnTo>
                    <a:pt x="7845" y="10869"/>
                  </a:lnTo>
                  <a:cubicBezTo>
                    <a:pt x="7907" y="11014"/>
                    <a:pt x="8037" y="11091"/>
                    <a:pt x="8173" y="11091"/>
                  </a:cubicBezTo>
                  <a:cubicBezTo>
                    <a:pt x="8243" y="11091"/>
                    <a:pt x="8316" y="11070"/>
                    <a:pt x="8381" y="11027"/>
                  </a:cubicBezTo>
                  <a:cubicBezTo>
                    <a:pt x="8570" y="10932"/>
                    <a:pt x="8664" y="10680"/>
                    <a:pt x="8538" y="10491"/>
                  </a:cubicBezTo>
                  <a:lnTo>
                    <a:pt x="5734" y="5262"/>
                  </a:lnTo>
                  <a:lnTo>
                    <a:pt x="6585" y="5482"/>
                  </a:lnTo>
                  <a:cubicBezTo>
                    <a:pt x="7120" y="3434"/>
                    <a:pt x="6931" y="4222"/>
                    <a:pt x="7624" y="1513"/>
                  </a:cubicBezTo>
                  <a:lnTo>
                    <a:pt x="20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8"/>
            <p:cNvSpPr/>
            <p:nvPr/>
          </p:nvSpPr>
          <p:spPr>
            <a:xfrm>
              <a:off x="-39398275" y="4073975"/>
              <a:ext cx="64600" cy="71600"/>
            </a:xfrm>
            <a:custGeom>
              <a:rect b="b" l="l" r="r" t="t"/>
              <a:pathLst>
                <a:path extrusionOk="0" h="2864" w="2584">
                  <a:moveTo>
                    <a:pt x="630" y="0"/>
                  </a:moveTo>
                  <a:cubicBezTo>
                    <a:pt x="252" y="1449"/>
                    <a:pt x="410" y="945"/>
                    <a:pt x="0" y="2395"/>
                  </a:cubicBezTo>
                  <a:lnTo>
                    <a:pt x="1607" y="2836"/>
                  </a:lnTo>
                  <a:cubicBezTo>
                    <a:pt x="1658" y="2855"/>
                    <a:pt x="1707" y="2864"/>
                    <a:pt x="1753" y="2864"/>
                  </a:cubicBezTo>
                  <a:cubicBezTo>
                    <a:pt x="1932" y="2864"/>
                    <a:pt x="2067" y="2728"/>
                    <a:pt x="2143" y="2552"/>
                  </a:cubicBezTo>
                  <a:lnTo>
                    <a:pt x="2584" y="945"/>
                  </a:lnTo>
                  <a:cubicBezTo>
                    <a:pt x="2552" y="725"/>
                    <a:pt x="2458" y="473"/>
                    <a:pt x="2237" y="441"/>
                  </a:cubicBezTo>
                  <a:lnTo>
                    <a:pt x="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1" name="Google Shape;1031;p48"/>
          <p:cNvGrpSpPr/>
          <p:nvPr/>
        </p:nvGrpSpPr>
        <p:grpSpPr>
          <a:xfrm>
            <a:off x="3474265" y="2664728"/>
            <a:ext cx="375495" cy="370879"/>
            <a:chOff x="-37808850" y="3221575"/>
            <a:chExt cx="321375" cy="317425"/>
          </a:xfrm>
        </p:grpSpPr>
        <p:sp>
          <p:nvSpPr>
            <p:cNvPr id="1032" name="Google Shape;1032;p48"/>
            <p:cNvSpPr/>
            <p:nvPr/>
          </p:nvSpPr>
          <p:spPr>
            <a:xfrm>
              <a:off x="-37808850" y="3294050"/>
              <a:ext cx="261500" cy="244950"/>
            </a:xfrm>
            <a:custGeom>
              <a:rect b="b" l="l" r="r" t="t"/>
              <a:pathLst>
                <a:path extrusionOk="0" h="9798" w="10460">
                  <a:moveTo>
                    <a:pt x="6091" y="980"/>
                  </a:moveTo>
                  <a:cubicBezTo>
                    <a:pt x="6596" y="980"/>
                    <a:pt x="7119" y="1154"/>
                    <a:pt x="7562" y="1520"/>
                  </a:cubicBezTo>
                  <a:cubicBezTo>
                    <a:pt x="7719" y="1677"/>
                    <a:pt x="7751" y="1898"/>
                    <a:pt x="7593" y="2087"/>
                  </a:cubicBezTo>
                  <a:cubicBezTo>
                    <a:pt x="7518" y="2181"/>
                    <a:pt x="7387" y="2241"/>
                    <a:pt x="7260" y="2241"/>
                  </a:cubicBezTo>
                  <a:cubicBezTo>
                    <a:pt x="7174" y="2241"/>
                    <a:pt x="7090" y="2213"/>
                    <a:pt x="7026" y="2150"/>
                  </a:cubicBezTo>
                  <a:cubicBezTo>
                    <a:pt x="6747" y="1918"/>
                    <a:pt x="6415" y="1807"/>
                    <a:pt x="6101" y="1807"/>
                  </a:cubicBezTo>
                  <a:cubicBezTo>
                    <a:pt x="5776" y="1807"/>
                    <a:pt x="5470" y="1925"/>
                    <a:pt x="5262" y="2150"/>
                  </a:cubicBezTo>
                  <a:cubicBezTo>
                    <a:pt x="5183" y="2229"/>
                    <a:pt x="5073" y="2268"/>
                    <a:pt x="4962" y="2268"/>
                  </a:cubicBezTo>
                  <a:cubicBezTo>
                    <a:pt x="4852" y="2268"/>
                    <a:pt x="4742" y="2229"/>
                    <a:pt x="4663" y="2150"/>
                  </a:cubicBezTo>
                  <a:cubicBezTo>
                    <a:pt x="4506" y="1992"/>
                    <a:pt x="4506" y="1709"/>
                    <a:pt x="4663" y="1551"/>
                  </a:cubicBezTo>
                  <a:cubicBezTo>
                    <a:pt x="5037" y="1177"/>
                    <a:pt x="5553" y="980"/>
                    <a:pt x="6091" y="980"/>
                  </a:cubicBezTo>
                  <a:close/>
                  <a:moveTo>
                    <a:pt x="3781" y="7852"/>
                  </a:moveTo>
                  <a:lnTo>
                    <a:pt x="4348" y="8451"/>
                  </a:lnTo>
                  <a:lnTo>
                    <a:pt x="4002" y="8797"/>
                  </a:lnTo>
                  <a:cubicBezTo>
                    <a:pt x="3923" y="8876"/>
                    <a:pt x="3812" y="8915"/>
                    <a:pt x="3702" y="8915"/>
                  </a:cubicBezTo>
                  <a:cubicBezTo>
                    <a:pt x="3592" y="8915"/>
                    <a:pt x="3482" y="8876"/>
                    <a:pt x="3403" y="8797"/>
                  </a:cubicBezTo>
                  <a:cubicBezTo>
                    <a:pt x="3214" y="8640"/>
                    <a:pt x="3214" y="8356"/>
                    <a:pt x="3403" y="8199"/>
                  </a:cubicBezTo>
                  <a:lnTo>
                    <a:pt x="3781" y="7852"/>
                  </a:lnTo>
                  <a:close/>
                  <a:moveTo>
                    <a:pt x="6201" y="1"/>
                  </a:moveTo>
                  <a:cubicBezTo>
                    <a:pt x="5236" y="1"/>
                    <a:pt x="4264" y="375"/>
                    <a:pt x="3529" y="1110"/>
                  </a:cubicBezTo>
                  <a:lnTo>
                    <a:pt x="2363" y="2307"/>
                  </a:lnTo>
                  <a:cubicBezTo>
                    <a:pt x="2269" y="2370"/>
                    <a:pt x="2206" y="2402"/>
                    <a:pt x="2048" y="2402"/>
                  </a:cubicBezTo>
                  <a:cubicBezTo>
                    <a:pt x="1450" y="2465"/>
                    <a:pt x="851" y="2622"/>
                    <a:pt x="378" y="3095"/>
                  </a:cubicBezTo>
                  <a:cubicBezTo>
                    <a:pt x="0" y="3441"/>
                    <a:pt x="0" y="4040"/>
                    <a:pt x="347" y="4418"/>
                  </a:cubicBezTo>
                  <a:lnTo>
                    <a:pt x="3182" y="7254"/>
                  </a:lnTo>
                  <a:lnTo>
                    <a:pt x="2773" y="7663"/>
                  </a:lnTo>
                  <a:cubicBezTo>
                    <a:pt x="2300" y="8136"/>
                    <a:pt x="2300" y="8923"/>
                    <a:pt x="2773" y="9427"/>
                  </a:cubicBezTo>
                  <a:cubicBezTo>
                    <a:pt x="3009" y="9664"/>
                    <a:pt x="3324" y="9782"/>
                    <a:pt x="3647" y="9782"/>
                  </a:cubicBezTo>
                  <a:cubicBezTo>
                    <a:pt x="3970" y="9782"/>
                    <a:pt x="4301" y="9664"/>
                    <a:pt x="4569" y="9427"/>
                  </a:cubicBezTo>
                  <a:lnTo>
                    <a:pt x="4947" y="9018"/>
                  </a:lnTo>
                  <a:lnTo>
                    <a:pt x="5419" y="9490"/>
                  </a:lnTo>
                  <a:cubicBezTo>
                    <a:pt x="5624" y="9695"/>
                    <a:pt x="5868" y="9798"/>
                    <a:pt x="6112" y="9798"/>
                  </a:cubicBezTo>
                  <a:cubicBezTo>
                    <a:pt x="6357" y="9798"/>
                    <a:pt x="6601" y="9695"/>
                    <a:pt x="6805" y="9490"/>
                  </a:cubicBezTo>
                  <a:cubicBezTo>
                    <a:pt x="7278" y="9018"/>
                    <a:pt x="7436" y="8388"/>
                    <a:pt x="7467" y="7852"/>
                  </a:cubicBezTo>
                  <a:cubicBezTo>
                    <a:pt x="7467" y="7726"/>
                    <a:pt x="7499" y="7663"/>
                    <a:pt x="7593" y="7569"/>
                  </a:cubicBezTo>
                  <a:lnTo>
                    <a:pt x="8696" y="6466"/>
                  </a:lnTo>
                  <a:cubicBezTo>
                    <a:pt x="10460" y="4702"/>
                    <a:pt x="10145" y="1740"/>
                    <a:pt x="8066" y="511"/>
                  </a:cubicBezTo>
                  <a:cubicBezTo>
                    <a:pt x="7496" y="170"/>
                    <a:pt x="6850" y="1"/>
                    <a:pt x="6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8"/>
            <p:cNvSpPr/>
            <p:nvPr/>
          </p:nvSpPr>
          <p:spPr>
            <a:xfrm>
              <a:off x="-37601700" y="3221575"/>
              <a:ext cx="114225" cy="111275"/>
            </a:xfrm>
            <a:custGeom>
              <a:rect b="b" l="l" r="r" t="t"/>
              <a:pathLst>
                <a:path extrusionOk="0" h="4451" w="4569">
                  <a:moveTo>
                    <a:pt x="3226" y="0"/>
                  </a:moveTo>
                  <a:cubicBezTo>
                    <a:pt x="2907" y="0"/>
                    <a:pt x="2584" y="118"/>
                    <a:pt x="2332" y="355"/>
                  </a:cubicBezTo>
                  <a:lnTo>
                    <a:pt x="0" y="2686"/>
                  </a:lnTo>
                  <a:cubicBezTo>
                    <a:pt x="788" y="3095"/>
                    <a:pt x="1355" y="3631"/>
                    <a:pt x="1796" y="4450"/>
                  </a:cubicBezTo>
                  <a:lnTo>
                    <a:pt x="4096" y="2119"/>
                  </a:lnTo>
                  <a:cubicBezTo>
                    <a:pt x="4568" y="1646"/>
                    <a:pt x="4568" y="859"/>
                    <a:pt x="4096" y="355"/>
                  </a:cubicBezTo>
                  <a:cubicBezTo>
                    <a:pt x="3860" y="118"/>
                    <a:pt x="3545" y="0"/>
                    <a:pt x="3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48"/>
          <p:cNvGrpSpPr/>
          <p:nvPr/>
        </p:nvGrpSpPr>
        <p:grpSpPr>
          <a:xfrm>
            <a:off x="3483038" y="3186759"/>
            <a:ext cx="372749" cy="241158"/>
            <a:chOff x="-37806500" y="3643030"/>
            <a:chExt cx="319025" cy="206400"/>
          </a:xfrm>
        </p:grpSpPr>
        <p:sp>
          <p:nvSpPr>
            <p:cNvPr id="1035" name="Google Shape;1035;p48"/>
            <p:cNvSpPr/>
            <p:nvPr/>
          </p:nvSpPr>
          <p:spPr>
            <a:xfrm>
              <a:off x="-37615100" y="3759700"/>
              <a:ext cx="62250" cy="62250"/>
            </a:xfrm>
            <a:custGeom>
              <a:rect b="b" l="l" r="r" t="t"/>
              <a:pathLst>
                <a:path extrusionOk="0" h="2490" w="2490">
                  <a:moveTo>
                    <a:pt x="1229" y="1"/>
                  </a:moveTo>
                  <a:cubicBezTo>
                    <a:pt x="568" y="1"/>
                    <a:pt x="1" y="568"/>
                    <a:pt x="1" y="1261"/>
                  </a:cubicBezTo>
                  <a:cubicBezTo>
                    <a:pt x="1" y="1923"/>
                    <a:pt x="568" y="2490"/>
                    <a:pt x="1229" y="2490"/>
                  </a:cubicBezTo>
                  <a:cubicBezTo>
                    <a:pt x="1891" y="2490"/>
                    <a:pt x="2426" y="1954"/>
                    <a:pt x="2490" y="1261"/>
                  </a:cubicBezTo>
                  <a:cubicBezTo>
                    <a:pt x="2490" y="599"/>
                    <a:pt x="192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8"/>
            <p:cNvSpPr/>
            <p:nvPr/>
          </p:nvSpPr>
          <p:spPr>
            <a:xfrm>
              <a:off x="-37806500" y="3643030"/>
              <a:ext cx="319025" cy="206400"/>
            </a:xfrm>
            <a:custGeom>
              <a:rect b="b" l="l" r="r" t="t"/>
              <a:pathLst>
                <a:path extrusionOk="0" h="8256" w="12761">
                  <a:moveTo>
                    <a:pt x="5357" y="1702"/>
                  </a:moveTo>
                  <a:cubicBezTo>
                    <a:pt x="5609" y="1702"/>
                    <a:pt x="5798" y="1923"/>
                    <a:pt x="5798" y="2112"/>
                  </a:cubicBezTo>
                  <a:cubicBezTo>
                    <a:pt x="5766" y="2332"/>
                    <a:pt x="5609" y="2490"/>
                    <a:pt x="5357" y="2490"/>
                  </a:cubicBezTo>
                  <a:lnTo>
                    <a:pt x="2049" y="2490"/>
                  </a:lnTo>
                  <a:cubicBezTo>
                    <a:pt x="1828" y="2490"/>
                    <a:pt x="1639" y="2301"/>
                    <a:pt x="1639" y="2112"/>
                  </a:cubicBezTo>
                  <a:cubicBezTo>
                    <a:pt x="1639" y="1860"/>
                    <a:pt x="1828" y="1702"/>
                    <a:pt x="2049" y="1702"/>
                  </a:cubicBezTo>
                  <a:close/>
                  <a:moveTo>
                    <a:pt x="5357" y="3309"/>
                  </a:moveTo>
                  <a:cubicBezTo>
                    <a:pt x="5609" y="3309"/>
                    <a:pt x="5798" y="3529"/>
                    <a:pt x="5798" y="3750"/>
                  </a:cubicBezTo>
                  <a:cubicBezTo>
                    <a:pt x="5766" y="4002"/>
                    <a:pt x="5609" y="4160"/>
                    <a:pt x="5357" y="4160"/>
                  </a:cubicBezTo>
                  <a:lnTo>
                    <a:pt x="2049" y="4160"/>
                  </a:lnTo>
                  <a:cubicBezTo>
                    <a:pt x="1828" y="4160"/>
                    <a:pt x="1639" y="3939"/>
                    <a:pt x="1639" y="3750"/>
                  </a:cubicBezTo>
                  <a:cubicBezTo>
                    <a:pt x="1639" y="3529"/>
                    <a:pt x="1828" y="3309"/>
                    <a:pt x="2049" y="3309"/>
                  </a:cubicBezTo>
                  <a:close/>
                  <a:moveTo>
                    <a:pt x="5357" y="4979"/>
                  </a:moveTo>
                  <a:cubicBezTo>
                    <a:pt x="5609" y="4979"/>
                    <a:pt x="5798" y="5168"/>
                    <a:pt x="5798" y="5388"/>
                  </a:cubicBezTo>
                  <a:cubicBezTo>
                    <a:pt x="5766" y="5640"/>
                    <a:pt x="5609" y="5798"/>
                    <a:pt x="5357" y="5798"/>
                  </a:cubicBezTo>
                  <a:lnTo>
                    <a:pt x="2049" y="5798"/>
                  </a:lnTo>
                  <a:cubicBezTo>
                    <a:pt x="1828" y="5798"/>
                    <a:pt x="1639" y="5609"/>
                    <a:pt x="1639" y="5388"/>
                  </a:cubicBezTo>
                  <a:cubicBezTo>
                    <a:pt x="1639" y="5136"/>
                    <a:pt x="1828" y="4979"/>
                    <a:pt x="2049" y="4979"/>
                  </a:cubicBezTo>
                  <a:close/>
                  <a:moveTo>
                    <a:pt x="8948" y="1671"/>
                  </a:moveTo>
                  <a:cubicBezTo>
                    <a:pt x="10082" y="1671"/>
                    <a:pt x="10996" y="2584"/>
                    <a:pt x="11028" y="3750"/>
                  </a:cubicBezTo>
                  <a:cubicBezTo>
                    <a:pt x="10996" y="4916"/>
                    <a:pt x="10082" y="5798"/>
                    <a:pt x="8948" y="5798"/>
                  </a:cubicBezTo>
                  <a:cubicBezTo>
                    <a:pt x="7814" y="5798"/>
                    <a:pt x="6900" y="4853"/>
                    <a:pt x="6869" y="3750"/>
                  </a:cubicBezTo>
                  <a:cubicBezTo>
                    <a:pt x="6869" y="2616"/>
                    <a:pt x="7814" y="1702"/>
                    <a:pt x="8948" y="1671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68"/>
                    <a:pt x="1" y="1230"/>
                  </a:cubicBezTo>
                  <a:lnTo>
                    <a:pt x="1" y="6207"/>
                  </a:lnTo>
                  <a:cubicBezTo>
                    <a:pt x="1" y="6743"/>
                    <a:pt x="379" y="7184"/>
                    <a:pt x="852" y="7373"/>
                  </a:cubicBezTo>
                  <a:lnTo>
                    <a:pt x="852" y="7846"/>
                  </a:lnTo>
                  <a:cubicBezTo>
                    <a:pt x="852" y="8098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72" y="8066"/>
                    <a:pt x="3372" y="7846"/>
                  </a:cubicBezTo>
                  <a:lnTo>
                    <a:pt x="3372" y="7436"/>
                  </a:lnTo>
                  <a:lnTo>
                    <a:pt x="9421" y="7436"/>
                  </a:lnTo>
                  <a:lnTo>
                    <a:pt x="9421" y="7846"/>
                  </a:lnTo>
                  <a:cubicBezTo>
                    <a:pt x="9421" y="8098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46"/>
                  </a:cubicBezTo>
                  <a:lnTo>
                    <a:pt x="11941" y="7373"/>
                  </a:lnTo>
                  <a:cubicBezTo>
                    <a:pt x="12414" y="7215"/>
                    <a:pt x="12760" y="6743"/>
                    <a:pt x="12760" y="6207"/>
                  </a:cubicBezTo>
                  <a:lnTo>
                    <a:pt x="12760" y="1230"/>
                  </a:lnTo>
                  <a:cubicBezTo>
                    <a:pt x="12666" y="599"/>
                    <a:pt x="12099" y="1"/>
                    <a:pt x="1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7" name="Google Shape;1037;p48"/>
          <p:cNvGrpSpPr/>
          <p:nvPr/>
        </p:nvGrpSpPr>
        <p:grpSpPr>
          <a:xfrm>
            <a:off x="3485346" y="3579056"/>
            <a:ext cx="368134" cy="371814"/>
            <a:chOff x="-37804925" y="3953450"/>
            <a:chExt cx="315075" cy="318225"/>
          </a:xfrm>
        </p:grpSpPr>
        <p:sp>
          <p:nvSpPr>
            <p:cNvPr id="1038" name="Google Shape;1038;p48"/>
            <p:cNvSpPr/>
            <p:nvPr/>
          </p:nvSpPr>
          <p:spPr>
            <a:xfrm>
              <a:off x="-37614300" y="3955025"/>
              <a:ext cx="124450" cy="186200"/>
            </a:xfrm>
            <a:custGeom>
              <a:rect b="b" l="l" r="r" t="t"/>
              <a:pathLst>
                <a:path extrusionOk="0" h="7448" w="4978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8"/>
            <p:cNvSpPr/>
            <p:nvPr/>
          </p:nvSpPr>
          <p:spPr>
            <a:xfrm>
              <a:off x="-37761600" y="4230700"/>
              <a:ext cx="270175" cy="40975"/>
            </a:xfrm>
            <a:custGeom>
              <a:rect b="b" l="l" r="r" t="t"/>
              <a:pathLst>
                <a:path extrusionOk="0" h="1639" w="10807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8"/>
            <p:cNvSpPr/>
            <p:nvPr/>
          </p:nvSpPr>
          <p:spPr>
            <a:xfrm>
              <a:off x="-37804925" y="3953450"/>
              <a:ext cx="274125" cy="295675"/>
            </a:xfrm>
            <a:custGeom>
              <a:rect b="b" l="l" r="r" t="t"/>
              <a:pathLst>
                <a:path extrusionOk="0" h="11827" w="10965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1" name="Google Shape;1041;p48"/>
          <p:cNvSpPr/>
          <p:nvPr/>
        </p:nvSpPr>
        <p:spPr>
          <a:xfrm>
            <a:off x="2734290" y="4043800"/>
            <a:ext cx="265986" cy="369039"/>
          </a:xfrm>
          <a:custGeom>
            <a:rect b="b" l="l" r="r" t="t"/>
            <a:pathLst>
              <a:path extrusionOk="0" h="12634" w="9106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2" name="Google Shape;1042;p48"/>
          <p:cNvGrpSpPr/>
          <p:nvPr/>
        </p:nvGrpSpPr>
        <p:grpSpPr>
          <a:xfrm>
            <a:off x="4840364" y="1328538"/>
            <a:ext cx="355663" cy="308725"/>
            <a:chOff x="-28462125" y="3199700"/>
            <a:chExt cx="298550" cy="259150"/>
          </a:xfrm>
        </p:grpSpPr>
        <p:sp>
          <p:nvSpPr>
            <p:cNvPr id="1043" name="Google Shape;1043;p48"/>
            <p:cNvSpPr/>
            <p:nvPr/>
          </p:nvSpPr>
          <p:spPr>
            <a:xfrm>
              <a:off x="-28459750" y="3284775"/>
              <a:ext cx="296175" cy="104775"/>
            </a:xfrm>
            <a:custGeom>
              <a:rect b="b" l="l" r="r" t="t"/>
              <a:pathLst>
                <a:path extrusionOk="0" h="4191" w="11847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8"/>
            <p:cNvSpPr/>
            <p:nvPr/>
          </p:nvSpPr>
          <p:spPr>
            <a:xfrm>
              <a:off x="-28462125" y="3199700"/>
              <a:ext cx="295400" cy="125275"/>
            </a:xfrm>
            <a:custGeom>
              <a:rect b="b" l="l" r="r" t="t"/>
              <a:pathLst>
                <a:path extrusionOk="0" h="5011" w="11816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8"/>
            <p:cNvSpPr/>
            <p:nvPr/>
          </p:nvSpPr>
          <p:spPr>
            <a:xfrm>
              <a:off x="-28405400" y="3360375"/>
              <a:ext cx="186675" cy="98475"/>
            </a:xfrm>
            <a:custGeom>
              <a:rect b="b" l="l" r="r" t="t"/>
              <a:pathLst>
                <a:path extrusionOk="0" h="3939" w="7467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6" name="Google Shape;1046;p48"/>
          <p:cNvGrpSpPr/>
          <p:nvPr/>
        </p:nvGrpSpPr>
        <p:grpSpPr>
          <a:xfrm>
            <a:off x="4841317" y="1763228"/>
            <a:ext cx="353757" cy="352833"/>
            <a:chOff x="-28461325" y="3545475"/>
            <a:chExt cx="296950" cy="296175"/>
          </a:xfrm>
        </p:grpSpPr>
        <p:sp>
          <p:nvSpPr>
            <p:cNvPr id="1047" name="Google Shape;1047;p48"/>
            <p:cNvSpPr/>
            <p:nvPr/>
          </p:nvSpPr>
          <p:spPr>
            <a:xfrm>
              <a:off x="-28461325" y="3666775"/>
              <a:ext cx="34675" cy="52775"/>
            </a:xfrm>
            <a:custGeom>
              <a:rect b="b" l="l" r="r" t="t"/>
              <a:pathLst>
                <a:path extrusionOk="0" h="2111" w="1387">
                  <a:moveTo>
                    <a:pt x="0" y="0"/>
                  </a:moveTo>
                  <a:lnTo>
                    <a:pt x="0" y="2111"/>
                  </a:lnTo>
                  <a:lnTo>
                    <a:pt x="1386" y="2111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8"/>
            <p:cNvSpPr/>
            <p:nvPr/>
          </p:nvSpPr>
          <p:spPr>
            <a:xfrm>
              <a:off x="-28461325" y="3737650"/>
              <a:ext cx="52775" cy="17350"/>
            </a:xfrm>
            <a:custGeom>
              <a:rect b="b" l="l" r="r" t="t"/>
              <a:pathLst>
                <a:path extrusionOk="0" h="694" w="2111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6"/>
                    <a:pt x="2111" y="347"/>
                  </a:cubicBez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8"/>
            <p:cNvSpPr/>
            <p:nvPr/>
          </p:nvSpPr>
          <p:spPr>
            <a:xfrm>
              <a:off x="-28461325" y="3632100"/>
              <a:ext cx="52775" cy="17375"/>
            </a:xfrm>
            <a:custGeom>
              <a:rect b="b" l="l" r="r" t="t"/>
              <a:pathLst>
                <a:path extrusionOk="0" h="695" w="2111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7"/>
                    <a:pt x="2111" y="348"/>
                  </a:cubicBez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-28460550" y="3545475"/>
              <a:ext cx="296175" cy="296175"/>
            </a:xfrm>
            <a:custGeom>
              <a:rect b="b" l="l" r="r" t="t"/>
              <a:pathLst>
                <a:path extrusionOk="0" h="11847" w="11847">
                  <a:moveTo>
                    <a:pt x="2427" y="0"/>
                  </a:moveTo>
                  <a:cubicBezTo>
                    <a:pt x="1072" y="0"/>
                    <a:pt x="1" y="1103"/>
                    <a:pt x="1" y="2426"/>
                  </a:cubicBezTo>
                  <a:lnTo>
                    <a:pt x="1" y="2804"/>
                  </a:lnTo>
                  <a:lnTo>
                    <a:pt x="1355" y="2804"/>
                  </a:lnTo>
                  <a:lnTo>
                    <a:pt x="1355" y="2426"/>
                  </a:lnTo>
                  <a:cubicBezTo>
                    <a:pt x="1355" y="1859"/>
                    <a:pt x="1828" y="1418"/>
                    <a:pt x="2395" y="1418"/>
                  </a:cubicBezTo>
                  <a:lnTo>
                    <a:pt x="9358" y="1418"/>
                  </a:lnTo>
                  <a:cubicBezTo>
                    <a:pt x="9956" y="1418"/>
                    <a:pt x="10366" y="1891"/>
                    <a:pt x="10366" y="2426"/>
                  </a:cubicBezTo>
                  <a:lnTo>
                    <a:pt x="10366" y="9420"/>
                  </a:lnTo>
                  <a:cubicBezTo>
                    <a:pt x="10366" y="9987"/>
                    <a:pt x="9893" y="10429"/>
                    <a:pt x="9358" y="10429"/>
                  </a:cubicBezTo>
                  <a:lnTo>
                    <a:pt x="2395" y="10429"/>
                  </a:lnTo>
                  <a:cubicBezTo>
                    <a:pt x="1797" y="10429"/>
                    <a:pt x="1355" y="9956"/>
                    <a:pt x="1355" y="9420"/>
                  </a:cubicBezTo>
                  <a:lnTo>
                    <a:pt x="1355" y="9042"/>
                  </a:lnTo>
                  <a:lnTo>
                    <a:pt x="1" y="9042"/>
                  </a:lnTo>
                  <a:lnTo>
                    <a:pt x="1" y="9420"/>
                  </a:lnTo>
                  <a:cubicBezTo>
                    <a:pt x="1" y="10744"/>
                    <a:pt x="1103" y="11846"/>
                    <a:pt x="2427" y="11846"/>
                  </a:cubicBezTo>
                  <a:lnTo>
                    <a:pt x="9389" y="11846"/>
                  </a:lnTo>
                  <a:cubicBezTo>
                    <a:pt x="10744" y="11846"/>
                    <a:pt x="11847" y="10744"/>
                    <a:pt x="11847" y="9420"/>
                  </a:cubicBezTo>
                  <a:lnTo>
                    <a:pt x="11847" y="2426"/>
                  </a:lnTo>
                  <a:cubicBezTo>
                    <a:pt x="11847" y="1103"/>
                    <a:pt x="10744" y="0"/>
                    <a:pt x="93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-28347925" y="3649450"/>
              <a:ext cx="86675" cy="86650"/>
            </a:xfrm>
            <a:custGeom>
              <a:rect b="b" l="l" r="r" t="t"/>
              <a:pathLst>
                <a:path extrusionOk="0" h="3466" w="3467">
                  <a:moveTo>
                    <a:pt x="1387" y="0"/>
                  </a:moveTo>
                  <a:lnTo>
                    <a:pt x="1387" y="1040"/>
                  </a:lnTo>
                  <a:cubicBezTo>
                    <a:pt x="1387" y="1229"/>
                    <a:pt x="1230" y="1386"/>
                    <a:pt x="1041" y="1386"/>
                  </a:cubicBezTo>
                  <a:lnTo>
                    <a:pt x="1" y="1386"/>
                  </a:lnTo>
                  <a:lnTo>
                    <a:pt x="1" y="2111"/>
                  </a:lnTo>
                  <a:lnTo>
                    <a:pt x="1041" y="2111"/>
                  </a:lnTo>
                  <a:cubicBezTo>
                    <a:pt x="1230" y="2111"/>
                    <a:pt x="1387" y="2268"/>
                    <a:pt x="1387" y="2457"/>
                  </a:cubicBezTo>
                  <a:lnTo>
                    <a:pt x="1387" y="3466"/>
                  </a:lnTo>
                  <a:lnTo>
                    <a:pt x="2080" y="3466"/>
                  </a:lnTo>
                  <a:lnTo>
                    <a:pt x="2080" y="2457"/>
                  </a:lnTo>
                  <a:cubicBezTo>
                    <a:pt x="2080" y="2268"/>
                    <a:pt x="2238" y="2111"/>
                    <a:pt x="2458" y="2111"/>
                  </a:cubicBezTo>
                  <a:lnTo>
                    <a:pt x="3467" y="2111"/>
                  </a:lnTo>
                  <a:lnTo>
                    <a:pt x="3467" y="1386"/>
                  </a:lnTo>
                  <a:lnTo>
                    <a:pt x="2458" y="1386"/>
                  </a:lnTo>
                  <a:cubicBezTo>
                    <a:pt x="2238" y="1386"/>
                    <a:pt x="2080" y="1229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8"/>
            <p:cNvSpPr/>
            <p:nvPr/>
          </p:nvSpPr>
          <p:spPr>
            <a:xfrm>
              <a:off x="-28408550" y="3597450"/>
              <a:ext cx="191400" cy="192200"/>
            </a:xfrm>
            <a:custGeom>
              <a:rect b="b" l="l" r="r" t="t"/>
              <a:pathLst>
                <a:path extrusionOk="0" h="7688" w="7656">
                  <a:moveTo>
                    <a:pt x="4883" y="1418"/>
                  </a:moveTo>
                  <a:cubicBezTo>
                    <a:pt x="5072" y="1418"/>
                    <a:pt x="5230" y="1576"/>
                    <a:pt x="5230" y="1765"/>
                  </a:cubicBezTo>
                  <a:lnTo>
                    <a:pt x="5230" y="2805"/>
                  </a:lnTo>
                  <a:lnTo>
                    <a:pt x="6238" y="2805"/>
                  </a:lnTo>
                  <a:cubicBezTo>
                    <a:pt x="6459" y="2805"/>
                    <a:pt x="6616" y="2962"/>
                    <a:pt x="6616" y="3151"/>
                  </a:cubicBezTo>
                  <a:lnTo>
                    <a:pt x="6616" y="4537"/>
                  </a:lnTo>
                  <a:cubicBezTo>
                    <a:pt x="6616" y="4726"/>
                    <a:pt x="6459" y="4884"/>
                    <a:pt x="6238" y="4884"/>
                  </a:cubicBezTo>
                  <a:lnTo>
                    <a:pt x="5230" y="4884"/>
                  </a:lnTo>
                  <a:lnTo>
                    <a:pt x="5230" y="5924"/>
                  </a:lnTo>
                  <a:cubicBezTo>
                    <a:pt x="5230" y="6113"/>
                    <a:pt x="5072" y="6270"/>
                    <a:pt x="4883" y="6270"/>
                  </a:cubicBezTo>
                  <a:lnTo>
                    <a:pt x="3497" y="6270"/>
                  </a:lnTo>
                  <a:cubicBezTo>
                    <a:pt x="3308" y="6270"/>
                    <a:pt x="3151" y="6113"/>
                    <a:pt x="3151" y="5924"/>
                  </a:cubicBezTo>
                  <a:lnTo>
                    <a:pt x="3151" y="4884"/>
                  </a:lnTo>
                  <a:lnTo>
                    <a:pt x="2111" y="4884"/>
                  </a:lnTo>
                  <a:cubicBezTo>
                    <a:pt x="1922" y="4884"/>
                    <a:pt x="1764" y="4726"/>
                    <a:pt x="1764" y="4537"/>
                  </a:cubicBezTo>
                  <a:lnTo>
                    <a:pt x="1764" y="3151"/>
                  </a:lnTo>
                  <a:cubicBezTo>
                    <a:pt x="1764" y="2962"/>
                    <a:pt x="1922" y="2805"/>
                    <a:pt x="2111" y="2805"/>
                  </a:cubicBezTo>
                  <a:lnTo>
                    <a:pt x="3151" y="2805"/>
                  </a:lnTo>
                  <a:lnTo>
                    <a:pt x="3151" y="1765"/>
                  </a:lnTo>
                  <a:cubicBezTo>
                    <a:pt x="3151" y="1576"/>
                    <a:pt x="3308" y="1418"/>
                    <a:pt x="3497" y="141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757"/>
                  </a:lnTo>
                  <a:cubicBezTo>
                    <a:pt x="378" y="914"/>
                    <a:pt x="693" y="1261"/>
                    <a:pt x="693" y="1734"/>
                  </a:cubicBezTo>
                  <a:cubicBezTo>
                    <a:pt x="693" y="2175"/>
                    <a:pt x="378" y="2553"/>
                    <a:pt x="0" y="2710"/>
                  </a:cubicBezTo>
                  <a:lnTo>
                    <a:pt x="0" y="4979"/>
                  </a:lnTo>
                  <a:cubicBezTo>
                    <a:pt x="378" y="5136"/>
                    <a:pt x="693" y="5483"/>
                    <a:pt x="693" y="5955"/>
                  </a:cubicBezTo>
                  <a:cubicBezTo>
                    <a:pt x="693" y="6396"/>
                    <a:pt x="441" y="6774"/>
                    <a:pt x="0" y="6932"/>
                  </a:cubicBezTo>
                  <a:lnTo>
                    <a:pt x="0" y="7341"/>
                  </a:lnTo>
                  <a:cubicBezTo>
                    <a:pt x="0" y="7530"/>
                    <a:pt x="158" y="7688"/>
                    <a:pt x="347" y="7688"/>
                  </a:cubicBezTo>
                  <a:lnTo>
                    <a:pt x="7309" y="7688"/>
                  </a:lnTo>
                  <a:cubicBezTo>
                    <a:pt x="7498" y="7688"/>
                    <a:pt x="7656" y="7530"/>
                    <a:pt x="7656" y="7341"/>
                  </a:cubicBezTo>
                  <a:lnTo>
                    <a:pt x="7656" y="347"/>
                  </a:lnTo>
                  <a:cubicBezTo>
                    <a:pt x="7656" y="158"/>
                    <a:pt x="7498" y="1"/>
                    <a:pt x="7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3" name="Google Shape;1053;p48"/>
          <p:cNvGrpSpPr/>
          <p:nvPr/>
        </p:nvGrpSpPr>
        <p:grpSpPr>
          <a:xfrm>
            <a:off x="4837550" y="2213272"/>
            <a:ext cx="361292" cy="352803"/>
            <a:chOff x="-28463700" y="3914875"/>
            <a:chExt cx="303275" cy="296150"/>
          </a:xfrm>
        </p:grpSpPr>
        <p:sp>
          <p:nvSpPr>
            <p:cNvPr id="1054" name="Google Shape;1054;p48"/>
            <p:cNvSpPr/>
            <p:nvPr/>
          </p:nvSpPr>
          <p:spPr>
            <a:xfrm>
              <a:off x="-28333725" y="4057375"/>
              <a:ext cx="86650" cy="64650"/>
            </a:xfrm>
            <a:custGeom>
              <a:rect b="b" l="l" r="r" t="t"/>
              <a:pathLst>
                <a:path extrusionOk="0" h="2586" w="3466">
                  <a:moveTo>
                    <a:pt x="614" y="0"/>
                  </a:moveTo>
                  <a:cubicBezTo>
                    <a:pt x="287" y="0"/>
                    <a:pt x="0" y="305"/>
                    <a:pt x="0" y="696"/>
                  </a:cubicBezTo>
                  <a:cubicBezTo>
                    <a:pt x="0" y="1326"/>
                    <a:pt x="1008" y="2019"/>
                    <a:pt x="1733" y="2586"/>
                  </a:cubicBezTo>
                  <a:cubicBezTo>
                    <a:pt x="2426" y="2019"/>
                    <a:pt x="3466" y="1326"/>
                    <a:pt x="3466" y="696"/>
                  </a:cubicBezTo>
                  <a:cubicBezTo>
                    <a:pt x="3466" y="349"/>
                    <a:pt x="3214" y="3"/>
                    <a:pt x="2741" y="3"/>
                  </a:cubicBezTo>
                  <a:cubicBezTo>
                    <a:pt x="2237" y="3"/>
                    <a:pt x="2048" y="570"/>
                    <a:pt x="2048" y="570"/>
                  </a:cubicBezTo>
                  <a:cubicBezTo>
                    <a:pt x="2001" y="743"/>
                    <a:pt x="1851" y="830"/>
                    <a:pt x="1701" y="830"/>
                  </a:cubicBezTo>
                  <a:cubicBezTo>
                    <a:pt x="1552" y="830"/>
                    <a:pt x="1402" y="743"/>
                    <a:pt x="1355" y="570"/>
                  </a:cubicBezTo>
                  <a:cubicBezTo>
                    <a:pt x="1355" y="538"/>
                    <a:pt x="1166" y="3"/>
                    <a:pt x="662" y="3"/>
                  </a:cubicBezTo>
                  <a:cubicBezTo>
                    <a:pt x="646" y="1"/>
                    <a:pt x="630" y="0"/>
                    <a:pt x="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-28463700" y="3914875"/>
              <a:ext cx="303275" cy="296150"/>
            </a:xfrm>
            <a:custGeom>
              <a:rect b="b" l="l" r="r" t="t"/>
              <a:pathLst>
                <a:path extrusionOk="0" h="11846" w="12131">
                  <a:moveTo>
                    <a:pt x="3744" y="3555"/>
                  </a:moveTo>
                  <a:cubicBezTo>
                    <a:pt x="3907" y="3555"/>
                    <a:pt x="4040" y="3674"/>
                    <a:pt x="4096" y="3844"/>
                  </a:cubicBezTo>
                  <a:cubicBezTo>
                    <a:pt x="4128" y="4033"/>
                    <a:pt x="3970" y="4190"/>
                    <a:pt x="3813" y="4253"/>
                  </a:cubicBezTo>
                  <a:cubicBezTo>
                    <a:pt x="2931" y="4379"/>
                    <a:pt x="2427" y="5451"/>
                    <a:pt x="2899" y="6333"/>
                  </a:cubicBezTo>
                  <a:cubicBezTo>
                    <a:pt x="2994" y="6490"/>
                    <a:pt x="2931" y="6711"/>
                    <a:pt x="2773" y="6805"/>
                  </a:cubicBezTo>
                  <a:cubicBezTo>
                    <a:pt x="2723" y="6825"/>
                    <a:pt x="2667" y="6836"/>
                    <a:pt x="2611" y="6836"/>
                  </a:cubicBezTo>
                  <a:cubicBezTo>
                    <a:pt x="2489" y="6836"/>
                    <a:pt x="2365" y="6787"/>
                    <a:pt x="2301" y="6679"/>
                  </a:cubicBezTo>
                  <a:cubicBezTo>
                    <a:pt x="1608" y="5419"/>
                    <a:pt x="2364" y="3812"/>
                    <a:pt x="3687" y="3560"/>
                  </a:cubicBezTo>
                  <a:cubicBezTo>
                    <a:pt x="3706" y="3557"/>
                    <a:pt x="3726" y="3555"/>
                    <a:pt x="3744" y="3555"/>
                  </a:cubicBezTo>
                  <a:close/>
                  <a:moveTo>
                    <a:pt x="7940" y="4946"/>
                  </a:moveTo>
                  <a:cubicBezTo>
                    <a:pt x="8728" y="4946"/>
                    <a:pt x="9326" y="5577"/>
                    <a:pt x="9326" y="6364"/>
                  </a:cubicBezTo>
                  <a:cubicBezTo>
                    <a:pt x="9326" y="7341"/>
                    <a:pt x="8381" y="7939"/>
                    <a:pt x="7121" y="9011"/>
                  </a:cubicBezTo>
                  <a:cubicBezTo>
                    <a:pt x="7058" y="9074"/>
                    <a:pt x="6979" y="9105"/>
                    <a:pt x="6900" y="9105"/>
                  </a:cubicBezTo>
                  <a:cubicBezTo>
                    <a:pt x="6822" y="9105"/>
                    <a:pt x="6743" y="9074"/>
                    <a:pt x="6680" y="9011"/>
                  </a:cubicBezTo>
                  <a:cubicBezTo>
                    <a:pt x="5420" y="7971"/>
                    <a:pt x="4474" y="7341"/>
                    <a:pt x="4474" y="6364"/>
                  </a:cubicBezTo>
                  <a:cubicBezTo>
                    <a:pt x="4474" y="5577"/>
                    <a:pt x="5105" y="4946"/>
                    <a:pt x="5861" y="4946"/>
                  </a:cubicBezTo>
                  <a:cubicBezTo>
                    <a:pt x="6365" y="4946"/>
                    <a:pt x="6711" y="5230"/>
                    <a:pt x="6932" y="5451"/>
                  </a:cubicBezTo>
                  <a:cubicBezTo>
                    <a:pt x="7121" y="5198"/>
                    <a:pt x="7467" y="4946"/>
                    <a:pt x="7940" y="4946"/>
                  </a:cubicBezTo>
                  <a:close/>
                  <a:moveTo>
                    <a:pt x="7404" y="0"/>
                  </a:moveTo>
                  <a:cubicBezTo>
                    <a:pt x="6459" y="0"/>
                    <a:pt x="5703" y="788"/>
                    <a:pt x="5703" y="1733"/>
                  </a:cubicBezTo>
                  <a:lnTo>
                    <a:pt x="5703" y="2899"/>
                  </a:lnTo>
                  <a:cubicBezTo>
                    <a:pt x="5136" y="2395"/>
                    <a:pt x="4443" y="2111"/>
                    <a:pt x="3687" y="2111"/>
                  </a:cubicBezTo>
                  <a:cubicBezTo>
                    <a:pt x="1450" y="2111"/>
                    <a:pt x="1" y="4505"/>
                    <a:pt x="977" y="6616"/>
                  </a:cubicBezTo>
                  <a:lnTo>
                    <a:pt x="2899" y="10649"/>
                  </a:lnTo>
                  <a:cubicBezTo>
                    <a:pt x="3246" y="11373"/>
                    <a:pt x="3939" y="11846"/>
                    <a:pt x="4727" y="11846"/>
                  </a:cubicBezTo>
                  <a:cubicBezTo>
                    <a:pt x="5231" y="11846"/>
                    <a:pt x="5703" y="11657"/>
                    <a:pt x="6050" y="11342"/>
                  </a:cubicBezTo>
                  <a:cubicBezTo>
                    <a:pt x="6396" y="11688"/>
                    <a:pt x="6869" y="11846"/>
                    <a:pt x="7404" y="11846"/>
                  </a:cubicBezTo>
                  <a:cubicBezTo>
                    <a:pt x="8192" y="11846"/>
                    <a:pt x="8885" y="11405"/>
                    <a:pt x="9200" y="10649"/>
                  </a:cubicBezTo>
                  <a:lnTo>
                    <a:pt x="11122" y="6616"/>
                  </a:lnTo>
                  <a:cubicBezTo>
                    <a:pt x="12130" y="4505"/>
                    <a:pt x="10618" y="2111"/>
                    <a:pt x="8413" y="2111"/>
                  </a:cubicBezTo>
                  <a:cubicBezTo>
                    <a:pt x="7656" y="2111"/>
                    <a:pt x="6963" y="2395"/>
                    <a:pt x="6396" y="2899"/>
                  </a:cubicBezTo>
                  <a:lnTo>
                    <a:pt x="6396" y="1733"/>
                  </a:lnTo>
                  <a:cubicBezTo>
                    <a:pt x="6396" y="1166"/>
                    <a:pt x="6837" y="693"/>
                    <a:pt x="7404" y="693"/>
                  </a:cubicBezTo>
                  <a:cubicBezTo>
                    <a:pt x="7593" y="693"/>
                    <a:pt x="7751" y="536"/>
                    <a:pt x="7751" y="347"/>
                  </a:cubicBezTo>
                  <a:cubicBezTo>
                    <a:pt x="7751" y="158"/>
                    <a:pt x="7593" y="0"/>
                    <a:pt x="74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6" name="Google Shape;1056;p48"/>
          <p:cNvGrpSpPr/>
          <p:nvPr/>
        </p:nvGrpSpPr>
        <p:grpSpPr>
          <a:xfrm>
            <a:off x="7072335" y="1369355"/>
            <a:ext cx="351880" cy="227092"/>
            <a:chOff x="-26573400" y="3224125"/>
            <a:chExt cx="295375" cy="190625"/>
          </a:xfrm>
        </p:grpSpPr>
        <p:sp>
          <p:nvSpPr>
            <p:cNvPr id="1057" name="Google Shape;1057;p48"/>
            <p:cNvSpPr/>
            <p:nvPr/>
          </p:nvSpPr>
          <p:spPr>
            <a:xfrm>
              <a:off x="-26330800" y="3327900"/>
              <a:ext cx="52775" cy="68750"/>
            </a:xfrm>
            <a:custGeom>
              <a:rect b="b" l="l" r="r" t="t"/>
              <a:pathLst>
                <a:path extrusionOk="0" h="2750" w="2111">
                  <a:moveTo>
                    <a:pt x="1067" y="0"/>
                  </a:moveTo>
                  <a:cubicBezTo>
                    <a:pt x="953" y="0"/>
                    <a:pt x="835" y="55"/>
                    <a:pt x="756" y="166"/>
                  </a:cubicBezTo>
                  <a:cubicBezTo>
                    <a:pt x="536" y="481"/>
                    <a:pt x="0" y="1300"/>
                    <a:pt x="0" y="1741"/>
                  </a:cubicBezTo>
                  <a:cubicBezTo>
                    <a:pt x="0" y="2308"/>
                    <a:pt x="473" y="2749"/>
                    <a:pt x="1040" y="2749"/>
                  </a:cubicBezTo>
                  <a:cubicBezTo>
                    <a:pt x="1638" y="2749"/>
                    <a:pt x="2048" y="2276"/>
                    <a:pt x="2048" y="1741"/>
                  </a:cubicBezTo>
                  <a:cubicBezTo>
                    <a:pt x="2111" y="1300"/>
                    <a:pt x="1575" y="481"/>
                    <a:pt x="1355" y="166"/>
                  </a:cubicBezTo>
                  <a:cubicBezTo>
                    <a:pt x="1292" y="55"/>
                    <a:pt x="1182" y="0"/>
                    <a:pt x="1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-26573400" y="3224125"/>
              <a:ext cx="293025" cy="190625"/>
            </a:xfrm>
            <a:custGeom>
              <a:rect b="b" l="l" r="r" t="t"/>
              <a:pathLst>
                <a:path extrusionOk="0" h="7625" w="11721">
                  <a:moveTo>
                    <a:pt x="10775" y="2048"/>
                  </a:moveTo>
                  <a:cubicBezTo>
                    <a:pt x="10964" y="2048"/>
                    <a:pt x="11122" y="2206"/>
                    <a:pt x="11122" y="2426"/>
                  </a:cubicBezTo>
                  <a:cubicBezTo>
                    <a:pt x="11122" y="2615"/>
                    <a:pt x="10964" y="2773"/>
                    <a:pt x="10775" y="2773"/>
                  </a:cubicBezTo>
                  <a:lnTo>
                    <a:pt x="9830" y="2773"/>
                  </a:lnTo>
                  <a:lnTo>
                    <a:pt x="9988" y="2048"/>
                  </a:lnTo>
                  <a:close/>
                  <a:moveTo>
                    <a:pt x="4474" y="2773"/>
                  </a:moveTo>
                  <a:cubicBezTo>
                    <a:pt x="4663" y="2773"/>
                    <a:pt x="4821" y="2930"/>
                    <a:pt x="4821" y="3119"/>
                  </a:cubicBezTo>
                  <a:cubicBezTo>
                    <a:pt x="4821" y="3308"/>
                    <a:pt x="4663" y="3466"/>
                    <a:pt x="4474" y="3466"/>
                  </a:cubicBezTo>
                  <a:cubicBezTo>
                    <a:pt x="4285" y="3466"/>
                    <a:pt x="4128" y="3308"/>
                    <a:pt x="4128" y="3119"/>
                  </a:cubicBezTo>
                  <a:cubicBezTo>
                    <a:pt x="4128" y="2930"/>
                    <a:pt x="4285" y="2773"/>
                    <a:pt x="4474" y="2773"/>
                  </a:cubicBezTo>
                  <a:close/>
                  <a:moveTo>
                    <a:pt x="4474" y="4159"/>
                  </a:moveTo>
                  <a:cubicBezTo>
                    <a:pt x="4663" y="4159"/>
                    <a:pt x="4821" y="4317"/>
                    <a:pt x="4821" y="4506"/>
                  </a:cubicBezTo>
                  <a:cubicBezTo>
                    <a:pt x="4821" y="4695"/>
                    <a:pt x="4663" y="4852"/>
                    <a:pt x="4474" y="4852"/>
                  </a:cubicBezTo>
                  <a:cubicBezTo>
                    <a:pt x="4285" y="4852"/>
                    <a:pt x="4128" y="4695"/>
                    <a:pt x="4128" y="4506"/>
                  </a:cubicBezTo>
                  <a:cubicBezTo>
                    <a:pt x="4128" y="4317"/>
                    <a:pt x="4285" y="4159"/>
                    <a:pt x="4474" y="4159"/>
                  </a:cubicBezTo>
                  <a:close/>
                  <a:moveTo>
                    <a:pt x="4474" y="5514"/>
                  </a:moveTo>
                  <a:cubicBezTo>
                    <a:pt x="4663" y="5514"/>
                    <a:pt x="4821" y="5671"/>
                    <a:pt x="4821" y="5892"/>
                  </a:cubicBezTo>
                  <a:cubicBezTo>
                    <a:pt x="4821" y="6081"/>
                    <a:pt x="4663" y="6238"/>
                    <a:pt x="4474" y="6238"/>
                  </a:cubicBezTo>
                  <a:cubicBezTo>
                    <a:pt x="4285" y="6238"/>
                    <a:pt x="4128" y="6081"/>
                    <a:pt x="4128" y="5892"/>
                  </a:cubicBezTo>
                  <a:cubicBezTo>
                    <a:pt x="4128" y="5671"/>
                    <a:pt x="4285" y="5514"/>
                    <a:pt x="4474" y="5514"/>
                  </a:cubicBezTo>
                  <a:close/>
                  <a:moveTo>
                    <a:pt x="3088" y="0"/>
                  </a:moveTo>
                  <a:cubicBezTo>
                    <a:pt x="1355" y="0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6238"/>
                    <a:pt x="1418" y="7625"/>
                    <a:pt x="3088" y="7625"/>
                  </a:cubicBezTo>
                  <a:lnTo>
                    <a:pt x="6554" y="7625"/>
                  </a:lnTo>
                  <a:cubicBezTo>
                    <a:pt x="7152" y="7625"/>
                    <a:pt x="7593" y="7152"/>
                    <a:pt x="7593" y="6585"/>
                  </a:cubicBezTo>
                  <a:cubicBezTo>
                    <a:pt x="7593" y="6459"/>
                    <a:pt x="7562" y="6301"/>
                    <a:pt x="7499" y="6207"/>
                  </a:cubicBezTo>
                  <a:cubicBezTo>
                    <a:pt x="7940" y="6081"/>
                    <a:pt x="8255" y="5671"/>
                    <a:pt x="8255" y="5199"/>
                  </a:cubicBezTo>
                  <a:cubicBezTo>
                    <a:pt x="8255" y="5104"/>
                    <a:pt x="8223" y="4947"/>
                    <a:pt x="8192" y="4821"/>
                  </a:cubicBezTo>
                  <a:cubicBezTo>
                    <a:pt x="8633" y="4695"/>
                    <a:pt x="8948" y="4317"/>
                    <a:pt x="8948" y="3844"/>
                  </a:cubicBezTo>
                  <a:cubicBezTo>
                    <a:pt x="8948" y="3718"/>
                    <a:pt x="8885" y="3592"/>
                    <a:pt x="8854" y="3466"/>
                  </a:cubicBezTo>
                  <a:lnTo>
                    <a:pt x="10712" y="3466"/>
                  </a:lnTo>
                  <a:cubicBezTo>
                    <a:pt x="11311" y="3466"/>
                    <a:pt x="11721" y="2993"/>
                    <a:pt x="11721" y="2458"/>
                  </a:cubicBezTo>
                  <a:cubicBezTo>
                    <a:pt x="11721" y="1891"/>
                    <a:pt x="11342" y="1387"/>
                    <a:pt x="10775" y="1387"/>
                  </a:cubicBezTo>
                  <a:lnTo>
                    <a:pt x="6554" y="1387"/>
                  </a:lnTo>
                  <a:cubicBezTo>
                    <a:pt x="6806" y="1103"/>
                    <a:pt x="6932" y="757"/>
                    <a:pt x="6932" y="379"/>
                  </a:cubicBezTo>
                  <a:cubicBezTo>
                    <a:pt x="6932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9" name="Google Shape;1059;p48"/>
          <p:cNvGrpSpPr/>
          <p:nvPr/>
        </p:nvGrpSpPr>
        <p:grpSpPr>
          <a:xfrm>
            <a:off x="7072335" y="1763690"/>
            <a:ext cx="351880" cy="351910"/>
            <a:chOff x="-26573400" y="3546250"/>
            <a:chExt cx="295375" cy="295400"/>
          </a:xfrm>
        </p:grpSpPr>
        <p:sp>
          <p:nvSpPr>
            <p:cNvPr id="1060" name="Google Shape;1060;p48"/>
            <p:cNvSpPr/>
            <p:nvPr/>
          </p:nvSpPr>
          <p:spPr>
            <a:xfrm>
              <a:off x="-26464700" y="3599225"/>
              <a:ext cx="77200" cy="38425"/>
            </a:xfrm>
            <a:custGeom>
              <a:rect b="b" l="l" r="r" t="t"/>
              <a:pathLst>
                <a:path extrusionOk="0" h="1537" w="3088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8"/>
            <p:cNvSpPr/>
            <p:nvPr/>
          </p:nvSpPr>
          <p:spPr>
            <a:xfrm>
              <a:off x="-26434775" y="36864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8"/>
            <p:cNvSpPr/>
            <p:nvPr/>
          </p:nvSpPr>
          <p:spPr>
            <a:xfrm>
              <a:off x="-26520625" y="3703775"/>
              <a:ext cx="55950" cy="67775"/>
            </a:xfrm>
            <a:custGeom>
              <a:rect b="b" l="l" r="r" t="t"/>
              <a:pathLst>
                <a:path extrusionOk="0" h="2711" w="2238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8"/>
            <p:cNvSpPr/>
            <p:nvPr/>
          </p:nvSpPr>
          <p:spPr>
            <a:xfrm>
              <a:off x="-26387525" y="3703000"/>
              <a:ext cx="55950" cy="67750"/>
            </a:xfrm>
            <a:custGeom>
              <a:rect b="b" l="l" r="r" t="t"/>
              <a:pathLst>
                <a:path extrusionOk="0" h="2710" w="2238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8"/>
            <p:cNvSpPr/>
            <p:nvPr/>
          </p:nvSpPr>
          <p:spPr>
            <a:xfrm>
              <a:off x="-26573400" y="3546250"/>
              <a:ext cx="295375" cy="295400"/>
            </a:xfrm>
            <a:custGeom>
              <a:rect b="b" l="l" r="r" t="t"/>
              <a:pathLst>
                <a:path extrusionOk="0" h="11816" w="11815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5" name="Google Shape;1065;p48"/>
          <p:cNvGrpSpPr/>
          <p:nvPr/>
        </p:nvGrpSpPr>
        <p:grpSpPr>
          <a:xfrm>
            <a:off x="7060615" y="2213599"/>
            <a:ext cx="375319" cy="352148"/>
            <a:chOff x="-26583625" y="3917025"/>
            <a:chExt cx="315050" cy="295600"/>
          </a:xfrm>
        </p:grpSpPr>
        <p:sp>
          <p:nvSpPr>
            <p:cNvPr id="1066" name="Google Shape;1066;p48"/>
            <p:cNvSpPr/>
            <p:nvPr/>
          </p:nvSpPr>
          <p:spPr>
            <a:xfrm>
              <a:off x="-26413500" y="3918400"/>
              <a:ext cx="144925" cy="135125"/>
            </a:xfrm>
            <a:custGeom>
              <a:rect b="b" l="l" r="r" t="t"/>
              <a:pathLst>
                <a:path extrusionOk="0" h="5405" w="5797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8"/>
            <p:cNvSpPr/>
            <p:nvPr/>
          </p:nvSpPr>
          <p:spPr>
            <a:xfrm>
              <a:off x="-26466275" y="4026700"/>
              <a:ext cx="78775" cy="77225"/>
            </a:xfrm>
            <a:custGeom>
              <a:rect b="b" l="l" r="r" t="t"/>
              <a:pathLst>
                <a:path extrusionOk="0" h="3089" w="3151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8"/>
            <p:cNvSpPr/>
            <p:nvPr/>
          </p:nvSpPr>
          <p:spPr>
            <a:xfrm>
              <a:off x="-26583625" y="4077125"/>
              <a:ext cx="144925" cy="134700"/>
            </a:xfrm>
            <a:custGeom>
              <a:rect b="b" l="l" r="r" t="t"/>
              <a:pathLst>
                <a:path extrusionOk="0" h="5388" w="5797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8"/>
            <p:cNvSpPr/>
            <p:nvPr/>
          </p:nvSpPr>
          <p:spPr>
            <a:xfrm>
              <a:off x="-26581275" y="3917025"/>
              <a:ext cx="311125" cy="295600"/>
            </a:xfrm>
            <a:custGeom>
              <a:rect b="b" l="l" r="r" t="t"/>
              <a:pathLst>
                <a:path extrusionOk="0" h="11824" w="12445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0" name="Google Shape;1070;p48"/>
          <p:cNvSpPr/>
          <p:nvPr/>
        </p:nvSpPr>
        <p:spPr>
          <a:xfrm>
            <a:off x="5727703" y="2694114"/>
            <a:ext cx="352833" cy="351880"/>
          </a:xfrm>
          <a:custGeom>
            <a:rect b="b" l="l" r="r" t="t"/>
            <a:pathLst>
              <a:path extrusionOk="0" h="11815" w="11847">
                <a:moveTo>
                  <a:pt x="4915" y="662"/>
                </a:moveTo>
                <a:cubicBezTo>
                  <a:pt x="5671" y="662"/>
                  <a:pt x="6301" y="1292"/>
                  <a:pt x="6301" y="2048"/>
                </a:cubicBezTo>
                <a:cubicBezTo>
                  <a:pt x="6301" y="2520"/>
                  <a:pt x="6081" y="2961"/>
                  <a:pt x="5577" y="3245"/>
                </a:cubicBezTo>
                <a:cubicBezTo>
                  <a:pt x="5577" y="2489"/>
                  <a:pt x="5104" y="2079"/>
                  <a:pt x="4568" y="2079"/>
                </a:cubicBezTo>
                <a:lnTo>
                  <a:pt x="1418" y="2079"/>
                </a:lnTo>
                <a:cubicBezTo>
                  <a:pt x="1008" y="2079"/>
                  <a:pt x="693" y="1764"/>
                  <a:pt x="693" y="1386"/>
                </a:cubicBezTo>
                <a:cubicBezTo>
                  <a:pt x="693" y="977"/>
                  <a:pt x="1008" y="662"/>
                  <a:pt x="1418" y="662"/>
                </a:cubicBezTo>
                <a:close/>
                <a:moveTo>
                  <a:pt x="3198" y="4915"/>
                </a:moveTo>
                <a:cubicBezTo>
                  <a:pt x="3285" y="4915"/>
                  <a:pt x="3371" y="4946"/>
                  <a:pt x="3434" y="5009"/>
                </a:cubicBezTo>
                <a:cubicBezTo>
                  <a:pt x="3529" y="5135"/>
                  <a:pt x="3529" y="5324"/>
                  <a:pt x="3434" y="5482"/>
                </a:cubicBezTo>
                <a:cubicBezTo>
                  <a:pt x="3371" y="5545"/>
                  <a:pt x="3277" y="5576"/>
                  <a:pt x="3186" y="5576"/>
                </a:cubicBezTo>
                <a:cubicBezTo>
                  <a:pt x="3096" y="5576"/>
                  <a:pt x="3009" y="5545"/>
                  <a:pt x="2962" y="5482"/>
                </a:cubicBezTo>
                <a:cubicBezTo>
                  <a:pt x="2836" y="5356"/>
                  <a:pt x="2836" y="5135"/>
                  <a:pt x="2962" y="5009"/>
                </a:cubicBezTo>
                <a:cubicBezTo>
                  <a:pt x="3025" y="4946"/>
                  <a:pt x="3111" y="4915"/>
                  <a:pt x="3198" y="4915"/>
                </a:cubicBezTo>
                <a:close/>
                <a:moveTo>
                  <a:pt x="1386" y="0"/>
                </a:moveTo>
                <a:cubicBezTo>
                  <a:pt x="630" y="0"/>
                  <a:pt x="0" y="630"/>
                  <a:pt x="0" y="1386"/>
                </a:cubicBezTo>
                <a:lnTo>
                  <a:pt x="0" y="5230"/>
                </a:lnTo>
                <a:cubicBezTo>
                  <a:pt x="0" y="5797"/>
                  <a:pt x="284" y="6301"/>
                  <a:pt x="693" y="6616"/>
                </a:cubicBezTo>
                <a:lnTo>
                  <a:pt x="693" y="4474"/>
                </a:lnTo>
                <a:cubicBezTo>
                  <a:pt x="693" y="3529"/>
                  <a:pt x="1481" y="2741"/>
                  <a:pt x="2426" y="2741"/>
                </a:cubicBezTo>
                <a:lnTo>
                  <a:pt x="4568" y="2741"/>
                </a:lnTo>
                <a:cubicBezTo>
                  <a:pt x="4758" y="2741"/>
                  <a:pt x="4915" y="2898"/>
                  <a:pt x="4915" y="3119"/>
                </a:cubicBezTo>
                <a:lnTo>
                  <a:pt x="4915" y="3466"/>
                </a:lnTo>
                <a:lnTo>
                  <a:pt x="2426" y="3466"/>
                </a:lnTo>
                <a:cubicBezTo>
                  <a:pt x="1859" y="3466"/>
                  <a:pt x="1418" y="3938"/>
                  <a:pt x="1418" y="4474"/>
                </a:cubicBezTo>
                <a:lnTo>
                  <a:pt x="1418" y="7309"/>
                </a:lnTo>
                <a:cubicBezTo>
                  <a:pt x="1418" y="7908"/>
                  <a:pt x="1922" y="8349"/>
                  <a:pt x="2521" y="8349"/>
                </a:cubicBezTo>
                <a:lnTo>
                  <a:pt x="3592" y="8349"/>
                </a:lnTo>
                <a:cubicBezTo>
                  <a:pt x="3655" y="10271"/>
                  <a:pt x="5293" y="11814"/>
                  <a:pt x="7215" y="11814"/>
                </a:cubicBezTo>
                <a:cubicBezTo>
                  <a:pt x="9263" y="11814"/>
                  <a:pt x="10838" y="9483"/>
                  <a:pt x="10838" y="7467"/>
                </a:cubicBezTo>
                <a:lnTo>
                  <a:pt x="10838" y="6931"/>
                </a:lnTo>
                <a:cubicBezTo>
                  <a:pt x="11405" y="6774"/>
                  <a:pt x="11846" y="6206"/>
                  <a:pt x="11846" y="5576"/>
                </a:cubicBezTo>
                <a:cubicBezTo>
                  <a:pt x="11846" y="4852"/>
                  <a:pt x="11216" y="4222"/>
                  <a:pt x="10460" y="4222"/>
                </a:cubicBezTo>
                <a:cubicBezTo>
                  <a:pt x="9735" y="4222"/>
                  <a:pt x="9105" y="4852"/>
                  <a:pt x="9105" y="5576"/>
                </a:cubicBezTo>
                <a:cubicBezTo>
                  <a:pt x="9105" y="6206"/>
                  <a:pt x="9515" y="6774"/>
                  <a:pt x="10113" y="6931"/>
                </a:cubicBezTo>
                <a:lnTo>
                  <a:pt x="10113" y="7467"/>
                </a:lnTo>
                <a:cubicBezTo>
                  <a:pt x="10113" y="9136"/>
                  <a:pt x="8727" y="11090"/>
                  <a:pt x="7152" y="11090"/>
                </a:cubicBezTo>
                <a:cubicBezTo>
                  <a:pt x="5577" y="11090"/>
                  <a:pt x="4316" y="9893"/>
                  <a:pt x="4253" y="8349"/>
                </a:cubicBezTo>
                <a:lnTo>
                  <a:pt x="4947" y="8349"/>
                </a:lnTo>
                <a:cubicBezTo>
                  <a:pt x="5143" y="9193"/>
                  <a:pt x="5842" y="9760"/>
                  <a:pt x="6640" y="9760"/>
                </a:cubicBezTo>
                <a:cubicBezTo>
                  <a:pt x="6736" y="9760"/>
                  <a:pt x="6833" y="9752"/>
                  <a:pt x="6931" y="9735"/>
                </a:cubicBezTo>
                <a:cubicBezTo>
                  <a:pt x="7750" y="9609"/>
                  <a:pt x="8381" y="8821"/>
                  <a:pt x="8381" y="7971"/>
                </a:cubicBezTo>
                <a:lnTo>
                  <a:pt x="8381" y="3182"/>
                </a:lnTo>
                <a:cubicBezTo>
                  <a:pt x="8381" y="3024"/>
                  <a:pt x="8412" y="2867"/>
                  <a:pt x="8507" y="2709"/>
                </a:cubicBezTo>
                <a:cubicBezTo>
                  <a:pt x="8727" y="3182"/>
                  <a:pt x="9231" y="3560"/>
                  <a:pt x="9767" y="3560"/>
                </a:cubicBezTo>
                <a:cubicBezTo>
                  <a:pt x="10460" y="3560"/>
                  <a:pt x="11846" y="2993"/>
                  <a:pt x="11846" y="2174"/>
                </a:cubicBezTo>
                <a:cubicBezTo>
                  <a:pt x="11846" y="1292"/>
                  <a:pt x="10460" y="788"/>
                  <a:pt x="9767" y="788"/>
                </a:cubicBezTo>
                <a:cubicBezTo>
                  <a:pt x="9137" y="788"/>
                  <a:pt x="8570" y="1229"/>
                  <a:pt x="8412" y="1827"/>
                </a:cubicBezTo>
                <a:cubicBezTo>
                  <a:pt x="7940" y="2142"/>
                  <a:pt x="7687" y="2646"/>
                  <a:pt x="7687" y="3245"/>
                </a:cubicBezTo>
                <a:lnTo>
                  <a:pt x="7687" y="8002"/>
                </a:lnTo>
                <a:cubicBezTo>
                  <a:pt x="7687" y="8538"/>
                  <a:pt x="7309" y="9010"/>
                  <a:pt x="6805" y="9105"/>
                </a:cubicBezTo>
                <a:cubicBezTo>
                  <a:pt x="6755" y="9111"/>
                  <a:pt x="6705" y="9114"/>
                  <a:pt x="6654" y="9114"/>
                </a:cubicBezTo>
                <a:cubicBezTo>
                  <a:pt x="6204" y="9114"/>
                  <a:pt x="5781" y="8859"/>
                  <a:pt x="5640" y="8349"/>
                </a:cubicBezTo>
                <a:cubicBezTo>
                  <a:pt x="6364" y="8160"/>
                  <a:pt x="6963" y="7498"/>
                  <a:pt x="6963" y="6648"/>
                </a:cubicBezTo>
                <a:lnTo>
                  <a:pt x="6963" y="2079"/>
                </a:lnTo>
                <a:cubicBezTo>
                  <a:pt x="6963" y="945"/>
                  <a:pt x="6018" y="0"/>
                  <a:pt x="48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1" name="Google Shape;1071;p48"/>
          <p:cNvGrpSpPr/>
          <p:nvPr/>
        </p:nvGrpSpPr>
        <p:grpSpPr>
          <a:xfrm>
            <a:off x="5759130" y="3172629"/>
            <a:ext cx="289039" cy="352833"/>
            <a:chOff x="-24694925" y="3518700"/>
            <a:chExt cx="242625" cy="296175"/>
          </a:xfrm>
        </p:grpSpPr>
        <p:sp>
          <p:nvSpPr>
            <p:cNvPr id="1072" name="Google Shape;1072;p48"/>
            <p:cNvSpPr/>
            <p:nvPr/>
          </p:nvSpPr>
          <p:spPr>
            <a:xfrm>
              <a:off x="-24694925" y="3572250"/>
              <a:ext cx="104000" cy="112650"/>
            </a:xfrm>
            <a:custGeom>
              <a:rect b="b" l="l" r="r" t="t"/>
              <a:pathLst>
                <a:path extrusionOk="0" h="4506" w="416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8"/>
            <p:cNvSpPr/>
            <p:nvPr/>
          </p:nvSpPr>
          <p:spPr>
            <a:xfrm>
              <a:off x="-24556300" y="3648650"/>
              <a:ext cx="104000" cy="113450"/>
            </a:xfrm>
            <a:custGeom>
              <a:rect b="b" l="l" r="r" t="t"/>
              <a:pathLst>
                <a:path extrusionOk="0" h="4538" w="416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8"/>
            <p:cNvSpPr/>
            <p:nvPr/>
          </p:nvSpPr>
          <p:spPr>
            <a:xfrm>
              <a:off x="-24694925" y="3702200"/>
              <a:ext cx="104000" cy="112675"/>
            </a:xfrm>
            <a:custGeom>
              <a:rect b="b" l="l" r="r" t="t"/>
              <a:pathLst>
                <a:path extrusionOk="0" h="4507" w="416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8"/>
            <p:cNvSpPr/>
            <p:nvPr/>
          </p:nvSpPr>
          <p:spPr>
            <a:xfrm>
              <a:off x="-24556300" y="3518700"/>
              <a:ext cx="104000" cy="113425"/>
            </a:xfrm>
            <a:custGeom>
              <a:rect b="b" l="l" r="r" t="t"/>
              <a:pathLst>
                <a:path extrusionOk="0" h="4537" w="416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6" name="Google Shape;1076;p48"/>
          <p:cNvGrpSpPr/>
          <p:nvPr/>
        </p:nvGrpSpPr>
        <p:grpSpPr>
          <a:xfrm>
            <a:off x="5758668" y="3622657"/>
            <a:ext cx="289962" cy="352833"/>
            <a:chOff x="-24709100" y="3888875"/>
            <a:chExt cx="243400" cy="296175"/>
          </a:xfrm>
        </p:grpSpPr>
        <p:sp>
          <p:nvSpPr>
            <p:cNvPr id="1077" name="Google Shape;1077;p48"/>
            <p:cNvSpPr/>
            <p:nvPr/>
          </p:nvSpPr>
          <p:spPr>
            <a:xfrm>
              <a:off x="-24587800" y="3888875"/>
              <a:ext cx="105575" cy="227650"/>
            </a:xfrm>
            <a:custGeom>
              <a:rect b="b" l="l" r="r" t="t"/>
              <a:pathLst>
                <a:path extrusionOk="0" h="9106" w="4223">
                  <a:moveTo>
                    <a:pt x="2836" y="662"/>
                  </a:moveTo>
                  <a:lnTo>
                    <a:pt x="2836" y="1387"/>
                  </a:lnTo>
                  <a:lnTo>
                    <a:pt x="2143" y="1387"/>
                  </a:lnTo>
                  <a:lnTo>
                    <a:pt x="2143" y="662"/>
                  </a:lnTo>
                  <a:close/>
                  <a:moveTo>
                    <a:pt x="1072" y="4884"/>
                  </a:moveTo>
                  <a:cubicBezTo>
                    <a:pt x="1261" y="4884"/>
                    <a:pt x="1418" y="5041"/>
                    <a:pt x="1418" y="5230"/>
                  </a:cubicBezTo>
                  <a:cubicBezTo>
                    <a:pt x="1418" y="5451"/>
                    <a:pt x="1261" y="5608"/>
                    <a:pt x="1072" y="5608"/>
                  </a:cubicBezTo>
                  <a:cubicBezTo>
                    <a:pt x="851" y="5608"/>
                    <a:pt x="694" y="5451"/>
                    <a:pt x="694" y="5230"/>
                  </a:cubicBezTo>
                  <a:cubicBezTo>
                    <a:pt x="694" y="5041"/>
                    <a:pt x="851" y="4884"/>
                    <a:pt x="1072" y="4884"/>
                  </a:cubicBezTo>
                  <a:close/>
                  <a:moveTo>
                    <a:pt x="3498" y="6302"/>
                  </a:moveTo>
                  <a:lnTo>
                    <a:pt x="3498" y="6648"/>
                  </a:lnTo>
                  <a:cubicBezTo>
                    <a:pt x="3498" y="6869"/>
                    <a:pt x="3340" y="6995"/>
                    <a:pt x="3151" y="6995"/>
                  </a:cubicBezTo>
                  <a:lnTo>
                    <a:pt x="1765" y="6995"/>
                  </a:lnTo>
                  <a:cubicBezTo>
                    <a:pt x="1576" y="6995"/>
                    <a:pt x="1418" y="6869"/>
                    <a:pt x="1418" y="6648"/>
                  </a:cubicBezTo>
                  <a:lnTo>
                    <a:pt x="1418" y="6302"/>
                  </a:lnTo>
                  <a:close/>
                  <a:moveTo>
                    <a:pt x="1072" y="1"/>
                  </a:moveTo>
                  <a:cubicBezTo>
                    <a:pt x="851" y="1"/>
                    <a:pt x="694" y="158"/>
                    <a:pt x="694" y="347"/>
                  </a:cubicBezTo>
                  <a:cubicBezTo>
                    <a:pt x="694" y="568"/>
                    <a:pt x="851" y="725"/>
                    <a:pt x="1072" y="725"/>
                  </a:cubicBezTo>
                  <a:lnTo>
                    <a:pt x="1418" y="725"/>
                  </a:lnTo>
                  <a:lnTo>
                    <a:pt x="1418" y="1450"/>
                  </a:lnTo>
                  <a:cubicBezTo>
                    <a:pt x="1009" y="1576"/>
                    <a:pt x="694" y="1985"/>
                    <a:pt x="694" y="2458"/>
                  </a:cubicBezTo>
                  <a:lnTo>
                    <a:pt x="694" y="4285"/>
                  </a:lnTo>
                  <a:cubicBezTo>
                    <a:pt x="316" y="4443"/>
                    <a:pt x="1" y="4821"/>
                    <a:pt x="1" y="5293"/>
                  </a:cubicBezTo>
                  <a:cubicBezTo>
                    <a:pt x="1" y="5703"/>
                    <a:pt x="284" y="6112"/>
                    <a:pt x="694" y="6270"/>
                  </a:cubicBezTo>
                  <a:lnTo>
                    <a:pt x="694" y="6648"/>
                  </a:lnTo>
                  <a:cubicBezTo>
                    <a:pt x="694" y="7089"/>
                    <a:pt x="977" y="7499"/>
                    <a:pt x="1418" y="7656"/>
                  </a:cubicBezTo>
                  <a:lnTo>
                    <a:pt x="1418" y="8759"/>
                  </a:lnTo>
                  <a:cubicBezTo>
                    <a:pt x="1418" y="8948"/>
                    <a:pt x="1576" y="9105"/>
                    <a:pt x="1765" y="9105"/>
                  </a:cubicBezTo>
                  <a:lnTo>
                    <a:pt x="3151" y="9105"/>
                  </a:lnTo>
                  <a:cubicBezTo>
                    <a:pt x="3340" y="9105"/>
                    <a:pt x="3498" y="8948"/>
                    <a:pt x="3498" y="8759"/>
                  </a:cubicBezTo>
                  <a:lnTo>
                    <a:pt x="3498" y="7656"/>
                  </a:lnTo>
                  <a:cubicBezTo>
                    <a:pt x="3907" y="7499"/>
                    <a:pt x="4222" y="7121"/>
                    <a:pt x="4222" y="6648"/>
                  </a:cubicBezTo>
                  <a:lnTo>
                    <a:pt x="4222" y="5955"/>
                  </a:lnTo>
                  <a:lnTo>
                    <a:pt x="4222" y="2458"/>
                  </a:lnTo>
                  <a:cubicBezTo>
                    <a:pt x="4222" y="2017"/>
                    <a:pt x="3939" y="1607"/>
                    <a:pt x="3498" y="1450"/>
                  </a:cubicBezTo>
                  <a:lnTo>
                    <a:pt x="3498" y="725"/>
                  </a:lnTo>
                  <a:lnTo>
                    <a:pt x="3876" y="725"/>
                  </a:lnTo>
                  <a:cubicBezTo>
                    <a:pt x="4065" y="725"/>
                    <a:pt x="4222" y="568"/>
                    <a:pt x="4222" y="347"/>
                  </a:cubicBezTo>
                  <a:cubicBezTo>
                    <a:pt x="4222" y="158"/>
                    <a:pt x="4065" y="1"/>
                    <a:pt x="3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8"/>
            <p:cNvSpPr/>
            <p:nvPr/>
          </p:nvSpPr>
          <p:spPr>
            <a:xfrm>
              <a:off x="-24536600" y="4132250"/>
              <a:ext cx="70900" cy="17350"/>
            </a:xfrm>
            <a:custGeom>
              <a:rect b="b" l="l" r="r" t="t"/>
              <a:pathLst>
                <a:path extrusionOk="0" h="694" w="2836">
                  <a:moveTo>
                    <a:pt x="0" y="1"/>
                  </a:moveTo>
                  <a:lnTo>
                    <a:pt x="347" y="694"/>
                  </a:lnTo>
                  <a:lnTo>
                    <a:pt x="2489" y="694"/>
                  </a:lnTo>
                  <a:cubicBezTo>
                    <a:pt x="2678" y="694"/>
                    <a:pt x="2836" y="536"/>
                    <a:pt x="2836" y="347"/>
                  </a:cubicBezTo>
                  <a:cubicBezTo>
                    <a:pt x="2836" y="158"/>
                    <a:pt x="2678" y="1"/>
                    <a:pt x="2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8"/>
            <p:cNvSpPr/>
            <p:nvPr/>
          </p:nvSpPr>
          <p:spPr>
            <a:xfrm>
              <a:off x="-24709100" y="3963700"/>
              <a:ext cx="208750" cy="221350"/>
            </a:xfrm>
            <a:custGeom>
              <a:rect b="b" l="l" r="r" t="t"/>
              <a:pathLst>
                <a:path extrusionOk="0" h="8854" w="8350">
                  <a:moveTo>
                    <a:pt x="4884" y="1"/>
                  </a:moveTo>
                  <a:cubicBezTo>
                    <a:pt x="2931" y="473"/>
                    <a:pt x="1419" y="2237"/>
                    <a:pt x="1419" y="4380"/>
                  </a:cubicBezTo>
                  <a:lnTo>
                    <a:pt x="1419" y="8192"/>
                  </a:lnTo>
                  <a:lnTo>
                    <a:pt x="410" y="8192"/>
                  </a:lnTo>
                  <a:cubicBezTo>
                    <a:pt x="389" y="8189"/>
                    <a:pt x="368" y="8188"/>
                    <a:pt x="347" y="8188"/>
                  </a:cubicBezTo>
                  <a:cubicBezTo>
                    <a:pt x="132" y="8188"/>
                    <a:pt x="1" y="8334"/>
                    <a:pt x="1" y="8507"/>
                  </a:cubicBezTo>
                  <a:cubicBezTo>
                    <a:pt x="1" y="8696"/>
                    <a:pt x="158" y="8853"/>
                    <a:pt x="347" y="8853"/>
                  </a:cubicBezTo>
                  <a:lnTo>
                    <a:pt x="8003" y="8853"/>
                  </a:lnTo>
                  <a:cubicBezTo>
                    <a:pt x="8192" y="8853"/>
                    <a:pt x="8350" y="8696"/>
                    <a:pt x="8350" y="8507"/>
                  </a:cubicBezTo>
                  <a:cubicBezTo>
                    <a:pt x="8350" y="8318"/>
                    <a:pt x="8192" y="8160"/>
                    <a:pt x="8003" y="8160"/>
                  </a:cubicBezTo>
                  <a:lnTo>
                    <a:pt x="6806" y="8160"/>
                  </a:lnTo>
                  <a:lnTo>
                    <a:pt x="6239" y="6963"/>
                  </a:lnTo>
                  <a:cubicBezTo>
                    <a:pt x="6207" y="6869"/>
                    <a:pt x="6018" y="6774"/>
                    <a:pt x="5924" y="6774"/>
                  </a:cubicBezTo>
                  <a:lnTo>
                    <a:pt x="4191" y="6774"/>
                  </a:lnTo>
                  <a:lnTo>
                    <a:pt x="4191" y="3655"/>
                  </a:lnTo>
                  <a:cubicBezTo>
                    <a:pt x="4191" y="3435"/>
                    <a:pt x="4254" y="3245"/>
                    <a:pt x="4380" y="3088"/>
                  </a:cubicBezTo>
                  <a:cubicBezTo>
                    <a:pt x="4254" y="2836"/>
                    <a:pt x="4191" y="2552"/>
                    <a:pt x="4191" y="2300"/>
                  </a:cubicBezTo>
                  <a:cubicBezTo>
                    <a:pt x="4191" y="1733"/>
                    <a:pt x="4443" y="1229"/>
                    <a:pt x="4884" y="914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48"/>
          <p:cNvGrpSpPr/>
          <p:nvPr/>
        </p:nvGrpSpPr>
        <p:grpSpPr>
          <a:xfrm>
            <a:off x="7958668" y="2695320"/>
            <a:ext cx="356556" cy="349557"/>
            <a:chOff x="-22863675" y="3131775"/>
            <a:chExt cx="299300" cy="293425"/>
          </a:xfrm>
        </p:grpSpPr>
        <p:sp>
          <p:nvSpPr>
            <p:cNvPr id="1081" name="Google Shape;1081;p48"/>
            <p:cNvSpPr/>
            <p:nvPr/>
          </p:nvSpPr>
          <p:spPr>
            <a:xfrm>
              <a:off x="-22863675" y="3131775"/>
              <a:ext cx="299300" cy="293425"/>
            </a:xfrm>
            <a:custGeom>
              <a:rect b="b" l="l" r="r" t="t"/>
              <a:pathLst>
                <a:path extrusionOk="0" h="11737" w="11972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8"/>
            <p:cNvSpPr/>
            <p:nvPr/>
          </p:nvSpPr>
          <p:spPr>
            <a:xfrm>
              <a:off x="-22740025" y="3217825"/>
              <a:ext cx="52000" cy="51225"/>
            </a:xfrm>
            <a:custGeom>
              <a:rect b="b" l="l" r="r" t="t"/>
              <a:pathLst>
                <a:path extrusionOk="0" h="2049" w="208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8"/>
            <p:cNvSpPr/>
            <p:nvPr/>
          </p:nvSpPr>
          <p:spPr>
            <a:xfrm>
              <a:off x="-22705375" y="3321800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4" name="Google Shape;1084;p48"/>
          <p:cNvGrpSpPr/>
          <p:nvPr/>
        </p:nvGrpSpPr>
        <p:grpSpPr>
          <a:xfrm>
            <a:off x="5301532" y="1306499"/>
            <a:ext cx="310602" cy="352803"/>
            <a:chOff x="-28069875" y="3175300"/>
            <a:chExt cx="260725" cy="296150"/>
          </a:xfrm>
        </p:grpSpPr>
        <p:sp>
          <p:nvSpPr>
            <p:cNvPr id="1085" name="Google Shape;1085;p48"/>
            <p:cNvSpPr/>
            <p:nvPr/>
          </p:nvSpPr>
          <p:spPr>
            <a:xfrm>
              <a:off x="-28059650" y="3192625"/>
              <a:ext cx="26025" cy="70125"/>
            </a:xfrm>
            <a:custGeom>
              <a:rect b="b" l="l" r="r" t="t"/>
              <a:pathLst>
                <a:path extrusionOk="0" h="2805" w="1041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8"/>
            <p:cNvSpPr/>
            <p:nvPr/>
          </p:nvSpPr>
          <p:spPr>
            <a:xfrm>
              <a:off x="-27843050" y="3192625"/>
              <a:ext cx="26025" cy="69325"/>
            </a:xfrm>
            <a:custGeom>
              <a:rect b="b" l="l" r="r" t="t"/>
              <a:pathLst>
                <a:path extrusionOk="0" h="2773" w="1041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8"/>
            <p:cNvSpPr/>
            <p:nvPr/>
          </p:nvSpPr>
          <p:spPr>
            <a:xfrm>
              <a:off x="-27973000" y="3202075"/>
              <a:ext cx="26000" cy="57525"/>
            </a:xfrm>
            <a:custGeom>
              <a:rect b="b" l="l" r="r" t="t"/>
              <a:pathLst>
                <a:path extrusionOk="0" h="2301" w="104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8"/>
            <p:cNvSpPr/>
            <p:nvPr/>
          </p:nvSpPr>
          <p:spPr>
            <a:xfrm>
              <a:off x="-27929675" y="3202075"/>
              <a:ext cx="26000" cy="57525"/>
            </a:xfrm>
            <a:custGeom>
              <a:rect b="b" l="l" r="r" t="t"/>
              <a:pathLst>
                <a:path extrusionOk="0" h="2301" w="104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8"/>
            <p:cNvSpPr/>
            <p:nvPr/>
          </p:nvSpPr>
          <p:spPr>
            <a:xfrm>
              <a:off x="-28016325" y="3175300"/>
              <a:ext cx="26025" cy="91375"/>
            </a:xfrm>
            <a:custGeom>
              <a:rect b="b" l="l" r="r" t="t"/>
              <a:pathLst>
                <a:path extrusionOk="0" h="3655" w="1041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-27886375" y="3176075"/>
              <a:ext cx="26025" cy="91400"/>
            </a:xfrm>
            <a:custGeom>
              <a:rect b="b" l="l" r="r" t="t"/>
              <a:pathLst>
                <a:path extrusionOk="0" h="3656" w="1041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8"/>
            <p:cNvSpPr/>
            <p:nvPr/>
          </p:nvSpPr>
          <p:spPr>
            <a:xfrm>
              <a:off x="-28017900" y="3269025"/>
              <a:ext cx="161475" cy="133125"/>
            </a:xfrm>
            <a:custGeom>
              <a:rect b="b" l="l" r="r" t="t"/>
              <a:pathLst>
                <a:path extrusionOk="0" h="5325" w="6459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8"/>
            <p:cNvSpPr/>
            <p:nvPr/>
          </p:nvSpPr>
          <p:spPr>
            <a:xfrm>
              <a:off x="-27930475" y="3269800"/>
              <a:ext cx="121325" cy="201650"/>
            </a:xfrm>
            <a:custGeom>
              <a:rect b="b" l="l" r="r" t="t"/>
              <a:pathLst>
                <a:path extrusionOk="0" h="8066" w="4853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8"/>
            <p:cNvSpPr/>
            <p:nvPr/>
          </p:nvSpPr>
          <p:spPr>
            <a:xfrm>
              <a:off x="-28069875" y="3271375"/>
              <a:ext cx="122875" cy="200075"/>
            </a:xfrm>
            <a:custGeom>
              <a:rect b="b" l="l" r="r" t="t"/>
              <a:pathLst>
                <a:path extrusionOk="0" h="8003" w="4915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4" name="Google Shape;1094;p48"/>
          <p:cNvSpPr/>
          <p:nvPr/>
        </p:nvSpPr>
        <p:spPr>
          <a:xfrm>
            <a:off x="5280965" y="1764235"/>
            <a:ext cx="352803" cy="350719"/>
          </a:xfrm>
          <a:custGeom>
            <a:rect b="b" l="l" r="r" t="t"/>
            <a:pathLst>
              <a:path extrusionOk="0" h="11776" w="11846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5" name="Google Shape;1095;p48"/>
          <p:cNvGrpSpPr/>
          <p:nvPr/>
        </p:nvGrpSpPr>
        <p:grpSpPr>
          <a:xfrm>
            <a:off x="5342810" y="2213733"/>
            <a:ext cx="228045" cy="351880"/>
            <a:chOff x="-28032075" y="3916450"/>
            <a:chExt cx="191425" cy="295375"/>
          </a:xfrm>
        </p:grpSpPr>
        <p:sp>
          <p:nvSpPr>
            <p:cNvPr id="1096" name="Google Shape;1096;p48"/>
            <p:cNvSpPr/>
            <p:nvPr/>
          </p:nvSpPr>
          <p:spPr>
            <a:xfrm>
              <a:off x="-27996625" y="3916450"/>
              <a:ext cx="120525" cy="51225"/>
            </a:xfrm>
            <a:custGeom>
              <a:rect b="b" l="l" r="r" t="t"/>
              <a:pathLst>
                <a:path extrusionOk="0" h="2049" w="4821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40" y="2048"/>
                  </a:cubicBezTo>
                  <a:lnTo>
                    <a:pt x="3781" y="2048"/>
                  </a:lnTo>
                  <a:cubicBezTo>
                    <a:pt x="4379" y="2048"/>
                    <a:pt x="4820" y="1575"/>
                    <a:pt x="4820" y="1040"/>
                  </a:cubicBezTo>
                  <a:cubicBezTo>
                    <a:pt x="4820" y="441"/>
                    <a:pt x="4348" y="0"/>
                    <a:pt x="37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8"/>
            <p:cNvSpPr/>
            <p:nvPr/>
          </p:nvSpPr>
          <p:spPr>
            <a:xfrm>
              <a:off x="-28032075" y="4089975"/>
              <a:ext cx="191425" cy="121850"/>
            </a:xfrm>
            <a:custGeom>
              <a:rect b="b" l="l" r="r" t="t"/>
              <a:pathLst>
                <a:path extrusionOk="0" h="4874" w="7657">
                  <a:moveTo>
                    <a:pt x="1733" y="715"/>
                  </a:moveTo>
                  <a:cubicBezTo>
                    <a:pt x="1954" y="715"/>
                    <a:pt x="2111" y="872"/>
                    <a:pt x="2111" y="1061"/>
                  </a:cubicBezTo>
                  <a:cubicBezTo>
                    <a:pt x="2111" y="1250"/>
                    <a:pt x="1954" y="1408"/>
                    <a:pt x="1733" y="1408"/>
                  </a:cubicBezTo>
                  <a:cubicBezTo>
                    <a:pt x="1544" y="1408"/>
                    <a:pt x="1387" y="1250"/>
                    <a:pt x="1387" y="1061"/>
                  </a:cubicBezTo>
                  <a:cubicBezTo>
                    <a:pt x="1418" y="872"/>
                    <a:pt x="1576" y="715"/>
                    <a:pt x="1733" y="715"/>
                  </a:cubicBezTo>
                  <a:close/>
                  <a:moveTo>
                    <a:pt x="3151" y="1376"/>
                  </a:moveTo>
                  <a:cubicBezTo>
                    <a:pt x="3372" y="1376"/>
                    <a:pt x="3529" y="1534"/>
                    <a:pt x="3529" y="1723"/>
                  </a:cubicBezTo>
                  <a:cubicBezTo>
                    <a:pt x="3529" y="1912"/>
                    <a:pt x="3372" y="2070"/>
                    <a:pt x="3151" y="2070"/>
                  </a:cubicBezTo>
                  <a:cubicBezTo>
                    <a:pt x="2962" y="2070"/>
                    <a:pt x="2804" y="1912"/>
                    <a:pt x="2804" y="1723"/>
                  </a:cubicBezTo>
                  <a:cubicBezTo>
                    <a:pt x="2804" y="1534"/>
                    <a:pt x="2962" y="1376"/>
                    <a:pt x="3151" y="1376"/>
                  </a:cubicBezTo>
                  <a:close/>
                  <a:moveTo>
                    <a:pt x="5199" y="2070"/>
                  </a:moveTo>
                  <a:cubicBezTo>
                    <a:pt x="5419" y="2070"/>
                    <a:pt x="5577" y="2227"/>
                    <a:pt x="5577" y="2448"/>
                  </a:cubicBezTo>
                  <a:cubicBezTo>
                    <a:pt x="5577" y="2637"/>
                    <a:pt x="5419" y="2794"/>
                    <a:pt x="5199" y="2794"/>
                  </a:cubicBezTo>
                  <a:cubicBezTo>
                    <a:pt x="5010" y="2794"/>
                    <a:pt x="4852" y="2637"/>
                    <a:pt x="4852" y="2448"/>
                  </a:cubicBezTo>
                  <a:cubicBezTo>
                    <a:pt x="4884" y="2227"/>
                    <a:pt x="5041" y="2070"/>
                    <a:pt x="5199" y="2070"/>
                  </a:cubicBezTo>
                  <a:close/>
                  <a:moveTo>
                    <a:pt x="3151" y="2794"/>
                  </a:moveTo>
                  <a:cubicBezTo>
                    <a:pt x="3372" y="2794"/>
                    <a:pt x="3529" y="2952"/>
                    <a:pt x="3529" y="3141"/>
                  </a:cubicBezTo>
                  <a:cubicBezTo>
                    <a:pt x="3529" y="3330"/>
                    <a:pt x="3372" y="3487"/>
                    <a:pt x="3151" y="3487"/>
                  </a:cubicBezTo>
                  <a:cubicBezTo>
                    <a:pt x="2962" y="3487"/>
                    <a:pt x="2804" y="3330"/>
                    <a:pt x="2804" y="3141"/>
                  </a:cubicBezTo>
                  <a:cubicBezTo>
                    <a:pt x="2804" y="2952"/>
                    <a:pt x="2962" y="2794"/>
                    <a:pt x="3151" y="2794"/>
                  </a:cubicBezTo>
                  <a:close/>
                  <a:moveTo>
                    <a:pt x="1748" y="1"/>
                  </a:moveTo>
                  <a:cubicBezTo>
                    <a:pt x="1181" y="1"/>
                    <a:pt x="615" y="166"/>
                    <a:pt x="63" y="494"/>
                  </a:cubicBezTo>
                  <a:cubicBezTo>
                    <a:pt x="63" y="715"/>
                    <a:pt x="0" y="872"/>
                    <a:pt x="0" y="1061"/>
                  </a:cubicBezTo>
                  <a:cubicBezTo>
                    <a:pt x="0" y="2196"/>
                    <a:pt x="536" y="3298"/>
                    <a:pt x="1418" y="4023"/>
                  </a:cubicBezTo>
                  <a:cubicBezTo>
                    <a:pt x="2111" y="4558"/>
                    <a:pt x="2962" y="4874"/>
                    <a:pt x="3844" y="4874"/>
                  </a:cubicBezTo>
                  <a:cubicBezTo>
                    <a:pt x="4096" y="4874"/>
                    <a:pt x="4380" y="4842"/>
                    <a:pt x="4663" y="4811"/>
                  </a:cubicBezTo>
                  <a:cubicBezTo>
                    <a:pt x="6144" y="4495"/>
                    <a:pt x="7341" y="3267"/>
                    <a:pt x="7625" y="1723"/>
                  </a:cubicBezTo>
                  <a:cubicBezTo>
                    <a:pt x="7656" y="1439"/>
                    <a:pt x="7656" y="1219"/>
                    <a:pt x="7656" y="935"/>
                  </a:cubicBezTo>
                  <a:lnTo>
                    <a:pt x="7656" y="935"/>
                  </a:lnTo>
                  <a:cubicBezTo>
                    <a:pt x="7033" y="1235"/>
                    <a:pt x="6444" y="1354"/>
                    <a:pt x="5904" y="1354"/>
                  </a:cubicBezTo>
                  <a:cubicBezTo>
                    <a:pt x="4969" y="1354"/>
                    <a:pt x="4183" y="1000"/>
                    <a:pt x="3624" y="620"/>
                  </a:cubicBezTo>
                  <a:cubicBezTo>
                    <a:pt x="3010" y="206"/>
                    <a:pt x="2378" y="1"/>
                    <a:pt x="17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8"/>
            <p:cNvSpPr/>
            <p:nvPr/>
          </p:nvSpPr>
          <p:spPr>
            <a:xfrm>
              <a:off x="-28024975" y="3985750"/>
              <a:ext cx="181950" cy="121975"/>
            </a:xfrm>
            <a:custGeom>
              <a:rect b="b" l="l" r="r" t="t"/>
              <a:pathLst>
                <a:path extrusionOk="0" h="4879" w="7278">
                  <a:moveTo>
                    <a:pt x="1827" y="1"/>
                  </a:moveTo>
                  <a:lnTo>
                    <a:pt x="1827" y="1639"/>
                  </a:lnTo>
                  <a:cubicBezTo>
                    <a:pt x="1827" y="1765"/>
                    <a:pt x="1733" y="1891"/>
                    <a:pt x="1607" y="1922"/>
                  </a:cubicBezTo>
                  <a:cubicBezTo>
                    <a:pt x="914" y="2363"/>
                    <a:pt x="315" y="3025"/>
                    <a:pt x="0" y="3813"/>
                  </a:cubicBezTo>
                  <a:cubicBezTo>
                    <a:pt x="492" y="3611"/>
                    <a:pt x="988" y="3505"/>
                    <a:pt x="1488" y="3505"/>
                  </a:cubicBezTo>
                  <a:cubicBezTo>
                    <a:pt x="2237" y="3505"/>
                    <a:pt x="2993" y="3743"/>
                    <a:pt x="3749" y="4254"/>
                  </a:cubicBezTo>
                  <a:cubicBezTo>
                    <a:pt x="4370" y="4673"/>
                    <a:pt x="5000" y="4878"/>
                    <a:pt x="5629" y="4878"/>
                  </a:cubicBezTo>
                  <a:cubicBezTo>
                    <a:pt x="6181" y="4878"/>
                    <a:pt x="6733" y="4721"/>
                    <a:pt x="7278" y="4411"/>
                  </a:cubicBezTo>
                  <a:cubicBezTo>
                    <a:pt x="7057" y="3372"/>
                    <a:pt x="6427" y="2427"/>
                    <a:pt x="5450" y="1922"/>
                  </a:cubicBezTo>
                  <a:cubicBezTo>
                    <a:pt x="5356" y="1859"/>
                    <a:pt x="5293" y="1765"/>
                    <a:pt x="5293" y="1639"/>
                  </a:cubicBezTo>
                  <a:lnTo>
                    <a:pt x="5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48"/>
          <p:cNvGrpSpPr/>
          <p:nvPr/>
        </p:nvGrpSpPr>
        <p:grpSpPr>
          <a:xfrm>
            <a:off x="7508157" y="1306484"/>
            <a:ext cx="352833" cy="352833"/>
            <a:chOff x="-26201650" y="3176075"/>
            <a:chExt cx="296175" cy="296175"/>
          </a:xfrm>
        </p:grpSpPr>
        <p:sp>
          <p:nvSpPr>
            <p:cNvPr id="1100" name="Google Shape;1100;p48"/>
            <p:cNvSpPr/>
            <p:nvPr/>
          </p:nvSpPr>
          <p:spPr>
            <a:xfrm>
              <a:off x="-26082700" y="3176075"/>
              <a:ext cx="51200" cy="226875"/>
            </a:xfrm>
            <a:custGeom>
              <a:rect b="b" l="l" r="r" t="t"/>
              <a:pathLst>
                <a:path extrusionOk="0" h="9075" w="2048">
                  <a:moveTo>
                    <a:pt x="1071" y="1"/>
                  </a:moveTo>
                  <a:cubicBezTo>
                    <a:pt x="882" y="1"/>
                    <a:pt x="725" y="158"/>
                    <a:pt x="725" y="347"/>
                  </a:cubicBezTo>
                  <a:lnTo>
                    <a:pt x="725" y="6554"/>
                  </a:lnTo>
                  <a:cubicBezTo>
                    <a:pt x="473" y="6900"/>
                    <a:pt x="0" y="7656"/>
                    <a:pt x="0" y="8034"/>
                  </a:cubicBezTo>
                  <a:cubicBezTo>
                    <a:pt x="0" y="8633"/>
                    <a:pt x="473" y="9074"/>
                    <a:pt x="1040" y="9074"/>
                  </a:cubicBezTo>
                  <a:cubicBezTo>
                    <a:pt x="1638" y="9074"/>
                    <a:pt x="2048" y="8602"/>
                    <a:pt x="2048" y="8034"/>
                  </a:cubicBezTo>
                  <a:cubicBezTo>
                    <a:pt x="2048" y="7656"/>
                    <a:pt x="1638" y="6900"/>
                    <a:pt x="1355" y="6554"/>
                  </a:cubicBezTo>
                  <a:lnTo>
                    <a:pt x="1355" y="347"/>
                  </a:lnTo>
                  <a:cubicBezTo>
                    <a:pt x="1386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8"/>
            <p:cNvSpPr/>
            <p:nvPr/>
          </p:nvSpPr>
          <p:spPr>
            <a:xfrm>
              <a:off x="-26201650" y="3317075"/>
              <a:ext cx="296175" cy="155175"/>
            </a:xfrm>
            <a:custGeom>
              <a:rect b="b" l="l" r="r" t="t"/>
              <a:pathLst>
                <a:path extrusionOk="0" h="6207" w="11847">
                  <a:moveTo>
                    <a:pt x="3939" y="662"/>
                  </a:moveTo>
                  <a:cubicBezTo>
                    <a:pt x="3876" y="914"/>
                    <a:pt x="3750" y="1134"/>
                    <a:pt x="3624" y="1323"/>
                  </a:cubicBezTo>
                  <a:cubicBezTo>
                    <a:pt x="3624" y="1386"/>
                    <a:pt x="3593" y="1418"/>
                    <a:pt x="3593" y="1481"/>
                  </a:cubicBezTo>
                  <a:cubicBezTo>
                    <a:pt x="3277" y="1292"/>
                    <a:pt x="2836" y="1229"/>
                    <a:pt x="2490" y="1229"/>
                  </a:cubicBezTo>
                  <a:cubicBezTo>
                    <a:pt x="1986" y="1229"/>
                    <a:pt x="1293" y="1386"/>
                    <a:pt x="1041" y="1859"/>
                  </a:cubicBezTo>
                  <a:cubicBezTo>
                    <a:pt x="915" y="2048"/>
                    <a:pt x="757" y="2111"/>
                    <a:pt x="568" y="2111"/>
                  </a:cubicBezTo>
                  <a:lnTo>
                    <a:pt x="568" y="1008"/>
                  </a:lnTo>
                  <a:cubicBezTo>
                    <a:pt x="568" y="819"/>
                    <a:pt x="726" y="662"/>
                    <a:pt x="915" y="662"/>
                  </a:cubicBezTo>
                  <a:close/>
                  <a:moveTo>
                    <a:pt x="10681" y="662"/>
                  </a:moveTo>
                  <a:cubicBezTo>
                    <a:pt x="10870" y="662"/>
                    <a:pt x="11028" y="819"/>
                    <a:pt x="11028" y="1008"/>
                  </a:cubicBezTo>
                  <a:lnTo>
                    <a:pt x="11028" y="2111"/>
                  </a:lnTo>
                  <a:cubicBezTo>
                    <a:pt x="10870" y="2111"/>
                    <a:pt x="10681" y="2048"/>
                    <a:pt x="10555" y="1859"/>
                  </a:cubicBezTo>
                  <a:cubicBezTo>
                    <a:pt x="10335" y="1449"/>
                    <a:pt x="9894" y="1229"/>
                    <a:pt x="9452" y="1229"/>
                  </a:cubicBezTo>
                  <a:cubicBezTo>
                    <a:pt x="9011" y="1229"/>
                    <a:pt x="8602" y="1449"/>
                    <a:pt x="8350" y="1859"/>
                  </a:cubicBezTo>
                  <a:cubicBezTo>
                    <a:pt x="8318" y="1922"/>
                    <a:pt x="8224" y="2016"/>
                    <a:pt x="8192" y="2048"/>
                  </a:cubicBezTo>
                  <a:cubicBezTo>
                    <a:pt x="8161" y="1733"/>
                    <a:pt x="8003" y="1292"/>
                    <a:pt x="7657" y="662"/>
                  </a:cubicBezTo>
                  <a:close/>
                  <a:moveTo>
                    <a:pt x="2332" y="2741"/>
                  </a:moveTo>
                  <a:cubicBezTo>
                    <a:pt x="2521" y="2741"/>
                    <a:pt x="2679" y="2899"/>
                    <a:pt x="2679" y="3119"/>
                  </a:cubicBezTo>
                  <a:cubicBezTo>
                    <a:pt x="2679" y="3308"/>
                    <a:pt x="2521" y="3466"/>
                    <a:pt x="2332" y="3466"/>
                  </a:cubicBezTo>
                  <a:cubicBezTo>
                    <a:pt x="2143" y="3466"/>
                    <a:pt x="1986" y="3308"/>
                    <a:pt x="1986" y="3119"/>
                  </a:cubicBezTo>
                  <a:cubicBezTo>
                    <a:pt x="1986" y="2899"/>
                    <a:pt x="2143" y="2741"/>
                    <a:pt x="2332" y="2741"/>
                  </a:cubicBezTo>
                  <a:close/>
                  <a:moveTo>
                    <a:pt x="9295" y="2741"/>
                  </a:moveTo>
                  <a:cubicBezTo>
                    <a:pt x="9484" y="2741"/>
                    <a:pt x="9641" y="2899"/>
                    <a:pt x="9641" y="3119"/>
                  </a:cubicBezTo>
                  <a:cubicBezTo>
                    <a:pt x="9641" y="3308"/>
                    <a:pt x="9484" y="3466"/>
                    <a:pt x="9295" y="3466"/>
                  </a:cubicBezTo>
                  <a:cubicBezTo>
                    <a:pt x="9106" y="3466"/>
                    <a:pt x="8948" y="3308"/>
                    <a:pt x="8948" y="3119"/>
                  </a:cubicBezTo>
                  <a:cubicBezTo>
                    <a:pt x="8948" y="2899"/>
                    <a:pt x="9106" y="2741"/>
                    <a:pt x="9295" y="2741"/>
                  </a:cubicBezTo>
                  <a:close/>
                  <a:moveTo>
                    <a:pt x="1608" y="4127"/>
                  </a:moveTo>
                  <a:cubicBezTo>
                    <a:pt x="1828" y="4127"/>
                    <a:pt x="1986" y="4285"/>
                    <a:pt x="1986" y="4474"/>
                  </a:cubicBezTo>
                  <a:cubicBezTo>
                    <a:pt x="1986" y="4694"/>
                    <a:pt x="1828" y="4852"/>
                    <a:pt x="1608" y="4852"/>
                  </a:cubicBezTo>
                  <a:cubicBezTo>
                    <a:pt x="1419" y="4852"/>
                    <a:pt x="1261" y="4694"/>
                    <a:pt x="1261" y="4474"/>
                  </a:cubicBezTo>
                  <a:cubicBezTo>
                    <a:pt x="1261" y="4285"/>
                    <a:pt x="1419" y="4127"/>
                    <a:pt x="1608" y="4127"/>
                  </a:cubicBezTo>
                  <a:close/>
                  <a:moveTo>
                    <a:pt x="3025" y="4127"/>
                  </a:moveTo>
                  <a:cubicBezTo>
                    <a:pt x="3246" y="4127"/>
                    <a:pt x="3404" y="4285"/>
                    <a:pt x="3404" y="4474"/>
                  </a:cubicBezTo>
                  <a:cubicBezTo>
                    <a:pt x="3404" y="4694"/>
                    <a:pt x="3183" y="4852"/>
                    <a:pt x="3025" y="4852"/>
                  </a:cubicBezTo>
                  <a:cubicBezTo>
                    <a:pt x="2836" y="4852"/>
                    <a:pt x="2679" y="4694"/>
                    <a:pt x="2679" y="4474"/>
                  </a:cubicBezTo>
                  <a:cubicBezTo>
                    <a:pt x="2679" y="4285"/>
                    <a:pt x="2836" y="4127"/>
                    <a:pt x="3025" y="4127"/>
                  </a:cubicBezTo>
                  <a:close/>
                  <a:moveTo>
                    <a:pt x="8602" y="4127"/>
                  </a:moveTo>
                  <a:cubicBezTo>
                    <a:pt x="8791" y="4127"/>
                    <a:pt x="8948" y="4285"/>
                    <a:pt x="8948" y="4474"/>
                  </a:cubicBezTo>
                  <a:cubicBezTo>
                    <a:pt x="8948" y="4694"/>
                    <a:pt x="8791" y="4852"/>
                    <a:pt x="8602" y="4852"/>
                  </a:cubicBezTo>
                  <a:cubicBezTo>
                    <a:pt x="8381" y="4852"/>
                    <a:pt x="8224" y="4694"/>
                    <a:pt x="8224" y="4474"/>
                  </a:cubicBezTo>
                  <a:cubicBezTo>
                    <a:pt x="8224" y="4285"/>
                    <a:pt x="8381" y="4127"/>
                    <a:pt x="8602" y="4127"/>
                  </a:cubicBezTo>
                  <a:close/>
                  <a:moveTo>
                    <a:pt x="9957" y="4127"/>
                  </a:moveTo>
                  <a:cubicBezTo>
                    <a:pt x="10177" y="4127"/>
                    <a:pt x="10335" y="4285"/>
                    <a:pt x="10335" y="4474"/>
                  </a:cubicBezTo>
                  <a:cubicBezTo>
                    <a:pt x="10335" y="4694"/>
                    <a:pt x="10177" y="4852"/>
                    <a:pt x="9957" y="4852"/>
                  </a:cubicBezTo>
                  <a:cubicBezTo>
                    <a:pt x="9768" y="4852"/>
                    <a:pt x="9610" y="4694"/>
                    <a:pt x="9610" y="4474"/>
                  </a:cubicBezTo>
                  <a:cubicBezTo>
                    <a:pt x="9610" y="4285"/>
                    <a:pt x="9768" y="4127"/>
                    <a:pt x="9957" y="4127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08"/>
                  </a:cubicBezTo>
                  <a:lnTo>
                    <a:pt x="1" y="5860"/>
                  </a:lnTo>
                  <a:cubicBezTo>
                    <a:pt x="1" y="6049"/>
                    <a:pt x="159" y="6207"/>
                    <a:pt x="348" y="6207"/>
                  </a:cubicBezTo>
                  <a:lnTo>
                    <a:pt x="11500" y="6207"/>
                  </a:lnTo>
                  <a:cubicBezTo>
                    <a:pt x="11689" y="6207"/>
                    <a:pt x="11847" y="6049"/>
                    <a:pt x="11847" y="5860"/>
                  </a:cubicBezTo>
                  <a:lnTo>
                    <a:pt x="11847" y="1008"/>
                  </a:lnTo>
                  <a:cubicBezTo>
                    <a:pt x="11752" y="441"/>
                    <a:pt x="11280" y="0"/>
                    <a:pt x="10713" y="0"/>
                  </a:cubicBezTo>
                  <a:lnTo>
                    <a:pt x="7058" y="0"/>
                  </a:lnTo>
                  <a:cubicBezTo>
                    <a:pt x="6775" y="0"/>
                    <a:pt x="6617" y="315"/>
                    <a:pt x="6775" y="536"/>
                  </a:cubicBezTo>
                  <a:cubicBezTo>
                    <a:pt x="7342" y="1323"/>
                    <a:pt x="7594" y="1953"/>
                    <a:pt x="7594" y="2426"/>
                  </a:cubicBezTo>
                  <a:cubicBezTo>
                    <a:pt x="7594" y="2899"/>
                    <a:pt x="7405" y="3371"/>
                    <a:pt x="7027" y="3749"/>
                  </a:cubicBezTo>
                  <a:cubicBezTo>
                    <a:pt x="6686" y="4033"/>
                    <a:pt x="6243" y="4163"/>
                    <a:pt x="5813" y="4163"/>
                  </a:cubicBezTo>
                  <a:cubicBezTo>
                    <a:pt x="5766" y="4163"/>
                    <a:pt x="5719" y="4162"/>
                    <a:pt x="5672" y="4159"/>
                  </a:cubicBezTo>
                  <a:cubicBezTo>
                    <a:pt x="5168" y="4127"/>
                    <a:pt x="4695" y="3812"/>
                    <a:pt x="4443" y="3340"/>
                  </a:cubicBezTo>
                  <a:cubicBezTo>
                    <a:pt x="4128" y="2835"/>
                    <a:pt x="4097" y="2205"/>
                    <a:pt x="4349" y="1638"/>
                  </a:cubicBezTo>
                  <a:cubicBezTo>
                    <a:pt x="4506" y="1323"/>
                    <a:pt x="4695" y="945"/>
                    <a:pt x="4979" y="536"/>
                  </a:cubicBezTo>
                  <a:cubicBezTo>
                    <a:pt x="5136" y="315"/>
                    <a:pt x="4979" y="0"/>
                    <a:pt x="4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2" name="Google Shape;1102;p48"/>
          <p:cNvGrpSpPr/>
          <p:nvPr/>
        </p:nvGrpSpPr>
        <p:grpSpPr>
          <a:xfrm>
            <a:off x="7507680" y="1763705"/>
            <a:ext cx="353786" cy="351880"/>
            <a:chOff x="-26204800" y="3547050"/>
            <a:chExt cx="296975" cy="295375"/>
          </a:xfrm>
        </p:grpSpPr>
        <p:sp>
          <p:nvSpPr>
            <p:cNvPr id="1103" name="Google Shape;1103;p48"/>
            <p:cNvSpPr/>
            <p:nvPr/>
          </p:nvSpPr>
          <p:spPr>
            <a:xfrm>
              <a:off x="-26204000" y="3669125"/>
              <a:ext cx="296175" cy="173300"/>
            </a:xfrm>
            <a:custGeom>
              <a:rect b="b" l="l" r="r" t="t"/>
              <a:pathLst>
                <a:path extrusionOk="0" h="6932" w="11847">
                  <a:moveTo>
                    <a:pt x="7656" y="3466"/>
                  </a:moveTo>
                  <a:lnTo>
                    <a:pt x="7656" y="4852"/>
                  </a:lnTo>
                  <a:lnTo>
                    <a:pt x="6963" y="4852"/>
                  </a:lnTo>
                  <a:lnTo>
                    <a:pt x="6963" y="3466"/>
                  </a:lnTo>
                  <a:close/>
                  <a:moveTo>
                    <a:pt x="9074" y="3466"/>
                  </a:moveTo>
                  <a:lnTo>
                    <a:pt x="9074" y="4852"/>
                  </a:lnTo>
                  <a:lnTo>
                    <a:pt x="8381" y="4852"/>
                  </a:lnTo>
                  <a:lnTo>
                    <a:pt x="8381" y="3466"/>
                  </a:lnTo>
                  <a:close/>
                  <a:moveTo>
                    <a:pt x="10460" y="3435"/>
                  </a:moveTo>
                  <a:lnTo>
                    <a:pt x="10460" y="4852"/>
                  </a:lnTo>
                  <a:lnTo>
                    <a:pt x="9735" y="4852"/>
                  </a:lnTo>
                  <a:lnTo>
                    <a:pt x="9735" y="3466"/>
                  </a:lnTo>
                  <a:lnTo>
                    <a:pt x="10114" y="3466"/>
                  </a:lnTo>
                  <a:cubicBezTo>
                    <a:pt x="10208" y="3466"/>
                    <a:pt x="10334" y="3466"/>
                    <a:pt x="10460" y="3435"/>
                  </a:cubicBezTo>
                  <a:close/>
                  <a:moveTo>
                    <a:pt x="10114" y="1"/>
                  </a:moveTo>
                  <a:cubicBezTo>
                    <a:pt x="9515" y="1"/>
                    <a:pt x="9042" y="442"/>
                    <a:pt x="8633" y="788"/>
                  </a:cubicBezTo>
                  <a:cubicBezTo>
                    <a:pt x="8318" y="1103"/>
                    <a:pt x="8034" y="1387"/>
                    <a:pt x="7656" y="1387"/>
                  </a:cubicBezTo>
                  <a:cubicBezTo>
                    <a:pt x="7404" y="1387"/>
                    <a:pt x="7121" y="1229"/>
                    <a:pt x="7026" y="946"/>
                  </a:cubicBezTo>
                  <a:cubicBezTo>
                    <a:pt x="6974" y="815"/>
                    <a:pt x="6855" y="749"/>
                    <a:pt x="6708" y="749"/>
                  </a:cubicBezTo>
                  <a:cubicBezTo>
                    <a:pt x="6679" y="749"/>
                    <a:pt x="6648" y="752"/>
                    <a:pt x="6617" y="757"/>
                  </a:cubicBezTo>
                  <a:cubicBezTo>
                    <a:pt x="6018" y="914"/>
                    <a:pt x="5577" y="1481"/>
                    <a:pt x="5577" y="2080"/>
                  </a:cubicBezTo>
                  <a:cubicBezTo>
                    <a:pt x="5577" y="2616"/>
                    <a:pt x="5860" y="3025"/>
                    <a:pt x="6301" y="3277"/>
                  </a:cubicBezTo>
                  <a:lnTo>
                    <a:pt x="6301" y="4758"/>
                  </a:lnTo>
                  <a:cubicBezTo>
                    <a:pt x="6238" y="4758"/>
                    <a:pt x="6207" y="4726"/>
                    <a:pt x="6144" y="4726"/>
                  </a:cubicBezTo>
                  <a:lnTo>
                    <a:pt x="4443" y="3813"/>
                  </a:lnTo>
                  <a:cubicBezTo>
                    <a:pt x="4002" y="3592"/>
                    <a:pt x="3498" y="3466"/>
                    <a:pt x="2993" y="3466"/>
                  </a:cubicBezTo>
                  <a:lnTo>
                    <a:pt x="347" y="3466"/>
                  </a:lnTo>
                  <a:cubicBezTo>
                    <a:pt x="158" y="3466"/>
                    <a:pt x="0" y="3624"/>
                    <a:pt x="0" y="3813"/>
                  </a:cubicBezTo>
                  <a:lnTo>
                    <a:pt x="0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2993" y="5546"/>
                  </a:lnTo>
                  <a:cubicBezTo>
                    <a:pt x="3371" y="5546"/>
                    <a:pt x="3781" y="5672"/>
                    <a:pt x="4128" y="5829"/>
                  </a:cubicBezTo>
                  <a:lnTo>
                    <a:pt x="5829" y="6743"/>
                  </a:lnTo>
                  <a:cubicBezTo>
                    <a:pt x="6049" y="6869"/>
                    <a:pt x="6364" y="6932"/>
                    <a:pt x="6648" y="6932"/>
                  </a:cubicBezTo>
                  <a:lnTo>
                    <a:pt x="10807" y="6932"/>
                  </a:lnTo>
                  <a:cubicBezTo>
                    <a:pt x="11405" y="6932"/>
                    <a:pt x="11846" y="6459"/>
                    <a:pt x="11846" y="5924"/>
                  </a:cubicBezTo>
                  <a:cubicBezTo>
                    <a:pt x="11846" y="5483"/>
                    <a:pt x="11563" y="5073"/>
                    <a:pt x="11122" y="4915"/>
                  </a:cubicBezTo>
                  <a:lnTo>
                    <a:pt x="11122" y="3120"/>
                  </a:lnTo>
                  <a:cubicBezTo>
                    <a:pt x="11563" y="2805"/>
                    <a:pt x="11846" y="2301"/>
                    <a:pt x="11846" y="1733"/>
                  </a:cubicBezTo>
                  <a:cubicBezTo>
                    <a:pt x="11846" y="788"/>
                    <a:pt x="11059" y="1"/>
                    <a:pt x="101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8"/>
            <p:cNvSpPr/>
            <p:nvPr/>
          </p:nvSpPr>
          <p:spPr>
            <a:xfrm>
              <a:off x="-26204800" y="3547050"/>
              <a:ext cx="296975" cy="122100"/>
            </a:xfrm>
            <a:custGeom>
              <a:rect b="b" l="l" r="r" t="t"/>
              <a:pathLst>
                <a:path extrusionOk="0" h="4884" w="11879">
                  <a:moveTo>
                    <a:pt x="10839" y="1702"/>
                  </a:moveTo>
                  <a:cubicBezTo>
                    <a:pt x="11028" y="1702"/>
                    <a:pt x="11185" y="1859"/>
                    <a:pt x="11185" y="2048"/>
                  </a:cubicBezTo>
                  <a:cubicBezTo>
                    <a:pt x="11154" y="2269"/>
                    <a:pt x="10996" y="2426"/>
                    <a:pt x="10839" y="2426"/>
                  </a:cubicBezTo>
                  <a:lnTo>
                    <a:pt x="10492" y="2426"/>
                  </a:lnTo>
                  <a:lnTo>
                    <a:pt x="10492" y="1702"/>
                  </a:lnTo>
                  <a:close/>
                  <a:moveTo>
                    <a:pt x="726" y="725"/>
                  </a:moveTo>
                  <a:lnTo>
                    <a:pt x="1419" y="757"/>
                  </a:lnTo>
                  <a:lnTo>
                    <a:pt x="1419" y="4002"/>
                  </a:lnTo>
                  <a:lnTo>
                    <a:pt x="726" y="4096"/>
                  </a:lnTo>
                  <a:lnTo>
                    <a:pt x="726" y="725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37"/>
                  </a:lnTo>
                  <a:cubicBezTo>
                    <a:pt x="1" y="4726"/>
                    <a:pt x="221" y="4884"/>
                    <a:pt x="411" y="4884"/>
                  </a:cubicBezTo>
                  <a:lnTo>
                    <a:pt x="9578" y="3592"/>
                  </a:lnTo>
                  <a:cubicBezTo>
                    <a:pt x="9862" y="3561"/>
                    <a:pt x="10083" y="3403"/>
                    <a:pt x="10240" y="3151"/>
                  </a:cubicBezTo>
                  <a:lnTo>
                    <a:pt x="10807" y="3151"/>
                  </a:lnTo>
                  <a:cubicBezTo>
                    <a:pt x="11406" y="3151"/>
                    <a:pt x="11815" y="2678"/>
                    <a:pt x="11815" y="2143"/>
                  </a:cubicBezTo>
                  <a:cubicBezTo>
                    <a:pt x="11878" y="1513"/>
                    <a:pt x="11406" y="1040"/>
                    <a:pt x="10839" y="1040"/>
                  </a:cubicBezTo>
                  <a:lnTo>
                    <a:pt x="10240" y="1040"/>
                  </a:lnTo>
                  <a:cubicBezTo>
                    <a:pt x="10083" y="788"/>
                    <a:pt x="9831" y="694"/>
                    <a:pt x="9515" y="631"/>
                  </a:cubicBezTo>
                  <a:lnTo>
                    <a:pt x="3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5" name="Google Shape;1105;p48"/>
          <p:cNvSpPr/>
          <p:nvPr/>
        </p:nvSpPr>
        <p:spPr>
          <a:xfrm>
            <a:off x="7540567" y="2213200"/>
            <a:ext cx="289009" cy="352833"/>
          </a:xfrm>
          <a:custGeom>
            <a:rect b="b" l="l" r="r" t="t"/>
            <a:pathLst>
              <a:path extrusionOk="0" h="11847" w="9704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48"/>
          <p:cNvGrpSpPr/>
          <p:nvPr/>
        </p:nvGrpSpPr>
        <p:grpSpPr>
          <a:xfrm>
            <a:off x="6178935" y="2693683"/>
            <a:ext cx="345328" cy="352833"/>
            <a:chOff x="-24353875" y="3147725"/>
            <a:chExt cx="289875" cy="296175"/>
          </a:xfrm>
        </p:grpSpPr>
        <p:sp>
          <p:nvSpPr>
            <p:cNvPr id="1107" name="Google Shape;1107;p48"/>
            <p:cNvSpPr/>
            <p:nvPr/>
          </p:nvSpPr>
          <p:spPr>
            <a:xfrm>
              <a:off x="-24238100" y="3271375"/>
              <a:ext cx="52025" cy="51225"/>
            </a:xfrm>
            <a:custGeom>
              <a:rect b="b" l="l" r="r" t="t"/>
              <a:pathLst>
                <a:path extrusionOk="0" h="2049" w="2081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8"/>
            <p:cNvSpPr/>
            <p:nvPr/>
          </p:nvSpPr>
          <p:spPr>
            <a:xfrm>
              <a:off x="-24353875" y="3147725"/>
              <a:ext cx="289875" cy="296175"/>
            </a:xfrm>
            <a:custGeom>
              <a:rect b="b" l="l" r="r" t="t"/>
              <a:pathLst>
                <a:path extrusionOk="0" h="11847" w="11595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9" name="Google Shape;1109;p48"/>
          <p:cNvGrpSpPr/>
          <p:nvPr/>
        </p:nvGrpSpPr>
        <p:grpSpPr>
          <a:xfrm>
            <a:off x="6186917" y="3173090"/>
            <a:ext cx="329365" cy="351910"/>
            <a:chOff x="-24344425" y="3519475"/>
            <a:chExt cx="276475" cy="295400"/>
          </a:xfrm>
        </p:grpSpPr>
        <p:sp>
          <p:nvSpPr>
            <p:cNvPr id="1110" name="Google Shape;1110;p48"/>
            <p:cNvSpPr/>
            <p:nvPr/>
          </p:nvSpPr>
          <p:spPr>
            <a:xfrm>
              <a:off x="-24240450" y="3554150"/>
              <a:ext cx="69325" cy="34450"/>
            </a:xfrm>
            <a:custGeom>
              <a:rect b="b" l="l" r="r" t="t"/>
              <a:pathLst>
                <a:path extrusionOk="0" h="1378" w="2773">
                  <a:moveTo>
                    <a:pt x="1387" y="0"/>
                  </a:moveTo>
                  <a:cubicBezTo>
                    <a:pt x="788" y="0"/>
                    <a:pt x="284" y="347"/>
                    <a:pt x="95" y="914"/>
                  </a:cubicBezTo>
                  <a:cubicBezTo>
                    <a:pt x="0" y="1071"/>
                    <a:pt x="95" y="1260"/>
                    <a:pt x="284" y="1355"/>
                  </a:cubicBezTo>
                  <a:cubicBezTo>
                    <a:pt x="318" y="1366"/>
                    <a:pt x="352" y="1371"/>
                    <a:pt x="385" y="1371"/>
                  </a:cubicBezTo>
                  <a:cubicBezTo>
                    <a:pt x="537" y="1371"/>
                    <a:pt x="673" y="1263"/>
                    <a:pt x="725" y="1134"/>
                  </a:cubicBezTo>
                  <a:cubicBezTo>
                    <a:pt x="788" y="882"/>
                    <a:pt x="1072" y="662"/>
                    <a:pt x="1387" y="662"/>
                  </a:cubicBezTo>
                  <a:cubicBezTo>
                    <a:pt x="1702" y="662"/>
                    <a:pt x="1922" y="882"/>
                    <a:pt x="2048" y="1134"/>
                  </a:cubicBezTo>
                  <a:cubicBezTo>
                    <a:pt x="2120" y="1301"/>
                    <a:pt x="2246" y="1378"/>
                    <a:pt x="2371" y="1378"/>
                  </a:cubicBezTo>
                  <a:cubicBezTo>
                    <a:pt x="2411" y="1378"/>
                    <a:pt x="2451" y="1370"/>
                    <a:pt x="2489" y="1355"/>
                  </a:cubicBezTo>
                  <a:cubicBezTo>
                    <a:pt x="2678" y="1260"/>
                    <a:pt x="2773" y="1071"/>
                    <a:pt x="2678" y="914"/>
                  </a:cubicBezTo>
                  <a:cubicBezTo>
                    <a:pt x="2489" y="347"/>
                    <a:pt x="1985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8"/>
            <p:cNvSpPr/>
            <p:nvPr/>
          </p:nvSpPr>
          <p:spPr>
            <a:xfrm>
              <a:off x="-24344425" y="3519475"/>
              <a:ext cx="276475" cy="295400"/>
            </a:xfrm>
            <a:custGeom>
              <a:rect b="b" l="l" r="r" t="t"/>
              <a:pathLst>
                <a:path extrusionOk="0" h="11816" w="11059">
                  <a:moveTo>
                    <a:pt x="5546" y="694"/>
                  </a:moveTo>
                  <a:cubicBezTo>
                    <a:pt x="6743" y="694"/>
                    <a:pt x="7625" y="1608"/>
                    <a:pt x="7625" y="2773"/>
                  </a:cubicBezTo>
                  <a:lnTo>
                    <a:pt x="7625" y="3120"/>
                  </a:lnTo>
                  <a:cubicBezTo>
                    <a:pt x="7625" y="3309"/>
                    <a:pt x="7467" y="3466"/>
                    <a:pt x="7278" y="3466"/>
                  </a:cubicBezTo>
                  <a:lnTo>
                    <a:pt x="5892" y="3466"/>
                  </a:lnTo>
                  <a:lnTo>
                    <a:pt x="5892" y="3120"/>
                  </a:lnTo>
                  <a:cubicBezTo>
                    <a:pt x="5892" y="2931"/>
                    <a:pt x="5735" y="2773"/>
                    <a:pt x="5546" y="2773"/>
                  </a:cubicBezTo>
                  <a:cubicBezTo>
                    <a:pt x="5357" y="2773"/>
                    <a:pt x="5199" y="2931"/>
                    <a:pt x="5199" y="3120"/>
                  </a:cubicBezTo>
                  <a:lnTo>
                    <a:pt x="5199" y="3466"/>
                  </a:lnTo>
                  <a:lnTo>
                    <a:pt x="3813" y="3466"/>
                  </a:lnTo>
                  <a:cubicBezTo>
                    <a:pt x="3624" y="3466"/>
                    <a:pt x="3466" y="3309"/>
                    <a:pt x="3466" y="3120"/>
                  </a:cubicBezTo>
                  <a:lnTo>
                    <a:pt x="3466" y="2773"/>
                  </a:lnTo>
                  <a:cubicBezTo>
                    <a:pt x="3466" y="1639"/>
                    <a:pt x="4411" y="694"/>
                    <a:pt x="5546" y="694"/>
                  </a:cubicBezTo>
                  <a:close/>
                  <a:moveTo>
                    <a:pt x="7940" y="4821"/>
                  </a:moveTo>
                  <a:cubicBezTo>
                    <a:pt x="8160" y="4821"/>
                    <a:pt x="8318" y="4979"/>
                    <a:pt x="8318" y="5168"/>
                  </a:cubicBezTo>
                  <a:cubicBezTo>
                    <a:pt x="8318" y="5357"/>
                    <a:pt x="8160" y="5514"/>
                    <a:pt x="7940" y="5514"/>
                  </a:cubicBezTo>
                  <a:lnTo>
                    <a:pt x="3088" y="5514"/>
                  </a:lnTo>
                  <a:cubicBezTo>
                    <a:pt x="2899" y="5514"/>
                    <a:pt x="2742" y="5357"/>
                    <a:pt x="2742" y="5168"/>
                  </a:cubicBezTo>
                  <a:cubicBezTo>
                    <a:pt x="2742" y="4979"/>
                    <a:pt x="2899" y="4821"/>
                    <a:pt x="3088" y="4821"/>
                  </a:cubicBezTo>
                  <a:close/>
                  <a:moveTo>
                    <a:pt x="4128" y="6932"/>
                  </a:moveTo>
                  <a:cubicBezTo>
                    <a:pt x="4317" y="6932"/>
                    <a:pt x="4474" y="7089"/>
                    <a:pt x="4474" y="7310"/>
                  </a:cubicBezTo>
                  <a:cubicBezTo>
                    <a:pt x="4474" y="7499"/>
                    <a:pt x="4317" y="7656"/>
                    <a:pt x="4128" y="7656"/>
                  </a:cubicBezTo>
                  <a:lnTo>
                    <a:pt x="3088" y="7656"/>
                  </a:lnTo>
                  <a:cubicBezTo>
                    <a:pt x="2899" y="7656"/>
                    <a:pt x="2742" y="7499"/>
                    <a:pt x="2742" y="7310"/>
                  </a:cubicBezTo>
                  <a:cubicBezTo>
                    <a:pt x="2742" y="7089"/>
                    <a:pt x="2899" y="6932"/>
                    <a:pt x="3088" y="6932"/>
                  </a:cubicBezTo>
                  <a:close/>
                  <a:moveTo>
                    <a:pt x="7940" y="6932"/>
                  </a:moveTo>
                  <a:cubicBezTo>
                    <a:pt x="8160" y="6932"/>
                    <a:pt x="8318" y="7089"/>
                    <a:pt x="8318" y="7310"/>
                  </a:cubicBezTo>
                  <a:cubicBezTo>
                    <a:pt x="8286" y="7499"/>
                    <a:pt x="8160" y="7656"/>
                    <a:pt x="7940" y="7656"/>
                  </a:cubicBezTo>
                  <a:lnTo>
                    <a:pt x="6932" y="7656"/>
                  </a:lnTo>
                  <a:cubicBezTo>
                    <a:pt x="6743" y="7656"/>
                    <a:pt x="6585" y="7499"/>
                    <a:pt x="6585" y="7310"/>
                  </a:cubicBezTo>
                  <a:cubicBezTo>
                    <a:pt x="6585" y="7089"/>
                    <a:pt x="6743" y="6932"/>
                    <a:pt x="6932" y="6932"/>
                  </a:cubicBezTo>
                  <a:close/>
                  <a:moveTo>
                    <a:pt x="3781" y="8318"/>
                  </a:moveTo>
                  <a:cubicBezTo>
                    <a:pt x="4002" y="8350"/>
                    <a:pt x="4128" y="8507"/>
                    <a:pt x="4128" y="8665"/>
                  </a:cubicBezTo>
                  <a:cubicBezTo>
                    <a:pt x="4128" y="8885"/>
                    <a:pt x="3970" y="9043"/>
                    <a:pt x="3781" y="9043"/>
                  </a:cubicBezTo>
                  <a:lnTo>
                    <a:pt x="3057" y="9043"/>
                  </a:lnTo>
                  <a:cubicBezTo>
                    <a:pt x="2868" y="9043"/>
                    <a:pt x="2710" y="8885"/>
                    <a:pt x="2710" y="8665"/>
                  </a:cubicBezTo>
                  <a:cubicBezTo>
                    <a:pt x="2710" y="8476"/>
                    <a:pt x="2868" y="8318"/>
                    <a:pt x="3057" y="8318"/>
                  </a:cubicBezTo>
                  <a:close/>
                  <a:moveTo>
                    <a:pt x="7940" y="8318"/>
                  </a:moveTo>
                  <a:cubicBezTo>
                    <a:pt x="8160" y="8350"/>
                    <a:pt x="8286" y="8507"/>
                    <a:pt x="8286" y="8665"/>
                  </a:cubicBezTo>
                  <a:cubicBezTo>
                    <a:pt x="8286" y="8885"/>
                    <a:pt x="8129" y="9043"/>
                    <a:pt x="7940" y="9043"/>
                  </a:cubicBezTo>
                  <a:lnTo>
                    <a:pt x="7247" y="9043"/>
                  </a:lnTo>
                  <a:cubicBezTo>
                    <a:pt x="7026" y="9043"/>
                    <a:pt x="6869" y="8885"/>
                    <a:pt x="6869" y="8665"/>
                  </a:cubicBezTo>
                  <a:cubicBezTo>
                    <a:pt x="6869" y="8476"/>
                    <a:pt x="7026" y="8318"/>
                    <a:pt x="7247" y="8318"/>
                  </a:cubicBezTo>
                  <a:close/>
                  <a:moveTo>
                    <a:pt x="2868" y="2049"/>
                  </a:moveTo>
                  <a:lnTo>
                    <a:pt x="2868" y="2049"/>
                  </a:lnTo>
                  <a:cubicBezTo>
                    <a:pt x="2805" y="2332"/>
                    <a:pt x="2805" y="2521"/>
                    <a:pt x="2805" y="2805"/>
                  </a:cubicBezTo>
                  <a:cubicBezTo>
                    <a:pt x="2395" y="2962"/>
                    <a:pt x="2080" y="3309"/>
                    <a:pt x="2080" y="3781"/>
                  </a:cubicBezTo>
                  <a:lnTo>
                    <a:pt x="2080" y="8665"/>
                  </a:lnTo>
                  <a:cubicBezTo>
                    <a:pt x="2080" y="9263"/>
                    <a:pt x="2553" y="9704"/>
                    <a:pt x="3088" y="9704"/>
                  </a:cubicBezTo>
                  <a:lnTo>
                    <a:pt x="5199" y="9704"/>
                  </a:lnTo>
                  <a:lnTo>
                    <a:pt x="5199" y="7247"/>
                  </a:lnTo>
                  <a:cubicBezTo>
                    <a:pt x="5199" y="7058"/>
                    <a:pt x="5357" y="6900"/>
                    <a:pt x="5546" y="6900"/>
                  </a:cubicBezTo>
                  <a:cubicBezTo>
                    <a:pt x="5735" y="6900"/>
                    <a:pt x="5892" y="7058"/>
                    <a:pt x="5892" y="7247"/>
                  </a:cubicBezTo>
                  <a:lnTo>
                    <a:pt x="5892" y="9704"/>
                  </a:lnTo>
                  <a:lnTo>
                    <a:pt x="8003" y="9704"/>
                  </a:lnTo>
                  <a:cubicBezTo>
                    <a:pt x="8570" y="9704"/>
                    <a:pt x="9011" y="9232"/>
                    <a:pt x="9011" y="8665"/>
                  </a:cubicBezTo>
                  <a:lnTo>
                    <a:pt x="9011" y="3844"/>
                  </a:lnTo>
                  <a:cubicBezTo>
                    <a:pt x="9011" y="3372"/>
                    <a:pt x="8728" y="2994"/>
                    <a:pt x="8318" y="2836"/>
                  </a:cubicBezTo>
                  <a:cubicBezTo>
                    <a:pt x="8318" y="2584"/>
                    <a:pt x="8318" y="2364"/>
                    <a:pt x="8223" y="2112"/>
                  </a:cubicBezTo>
                  <a:lnTo>
                    <a:pt x="8223" y="2112"/>
                  </a:lnTo>
                  <a:cubicBezTo>
                    <a:pt x="9043" y="2269"/>
                    <a:pt x="9736" y="2962"/>
                    <a:pt x="9736" y="3844"/>
                  </a:cubicBezTo>
                  <a:lnTo>
                    <a:pt x="9736" y="8696"/>
                  </a:lnTo>
                  <a:cubicBezTo>
                    <a:pt x="9736" y="9641"/>
                    <a:pt x="8948" y="10429"/>
                    <a:pt x="8003" y="10429"/>
                  </a:cubicBezTo>
                  <a:lnTo>
                    <a:pt x="3151" y="10429"/>
                  </a:lnTo>
                  <a:cubicBezTo>
                    <a:pt x="2206" y="10429"/>
                    <a:pt x="1418" y="9641"/>
                    <a:pt x="1418" y="8696"/>
                  </a:cubicBezTo>
                  <a:lnTo>
                    <a:pt x="1418" y="3781"/>
                  </a:lnTo>
                  <a:lnTo>
                    <a:pt x="1355" y="3781"/>
                  </a:lnTo>
                  <a:cubicBezTo>
                    <a:pt x="1355" y="2931"/>
                    <a:pt x="1985" y="2206"/>
                    <a:pt x="2868" y="2049"/>
                  </a:cubicBezTo>
                  <a:close/>
                  <a:moveTo>
                    <a:pt x="3088" y="1"/>
                  </a:moveTo>
                  <a:cubicBezTo>
                    <a:pt x="1355" y="1"/>
                    <a:pt x="1" y="1419"/>
                    <a:pt x="1" y="3120"/>
                  </a:cubicBezTo>
                  <a:lnTo>
                    <a:pt x="1" y="8728"/>
                  </a:lnTo>
                  <a:cubicBezTo>
                    <a:pt x="1" y="10397"/>
                    <a:pt x="1355" y="11815"/>
                    <a:pt x="3088" y="11815"/>
                  </a:cubicBezTo>
                  <a:lnTo>
                    <a:pt x="7940" y="11815"/>
                  </a:lnTo>
                  <a:cubicBezTo>
                    <a:pt x="9673" y="11815"/>
                    <a:pt x="11059" y="10397"/>
                    <a:pt x="11059" y="8728"/>
                  </a:cubicBezTo>
                  <a:lnTo>
                    <a:pt x="11059" y="3120"/>
                  </a:lnTo>
                  <a:cubicBezTo>
                    <a:pt x="11059" y="1387"/>
                    <a:pt x="9641" y="1"/>
                    <a:pt x="79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2" name="Google Shape;1112;p48"/>
          <p:cNvGrpSpPr/>
          <p:nvPr/>
        </p:nvGrpSpPr>
        <p:grpSpPr>
          <a:xfrm>
            <a:off x="6176597" y="3625010"/>
            <a:ext cx="350004" cy="348128"/>
            <a:chOff x="-24353075" y="3891250"/>
            <a:chExt cx="293800" cy="292225"/>
          </a:xfrm>
        </p:grpSpPr>
        <p:sp>
          <p:nvSpPr>
            <p:cNvPr id="1113" name="Google Shape;1113;p48"/>
            <p:cNvSpPr/>
            <p:nvPr/>
          </p:nvSpPr>
          <p:spPr>
            <a:xfrm>
              <a:off x="-24251475" y="4012525"/>
              <a:ext cx="88225" cy="65400"/>
            </a:xfrm>
            <a:custGeom>
              <a:rect b="b" l="l" r="r" t="t"/>
              <a:pathLst>
                <a:path extrusionOk="0" h="2616" w="3529">
                  <a:moveTo>
                    <a:pt x="725" y="1"/>
                  </a:moveTo>
                  <a:cubicBezTo>
                    <a:pt x="315" y="1"/>
                    <a:pt x="0" y="347"/>
                    <a:pt x="0" y="725"/>
                  </a:cubicBezTo>
                  <a:cubicBezTo>
                    <a:pt x="0" y="1356"/>
                    <a:pt x="1040" y="2049"/>
                    <a:pt x="1733" y="2616"/>
                  </a:cubicBezTo>
                  <a:cubicBezTo>
                    <a:pt x="2458" y="2017"/>
                    <a:pt x="3466" y="1356"/>
                    <a:pt x="3466" y="725"/>
                  </a:cubicBezTo>
                  <a:cubicBezTo>
                    <a:pt x="3529" y="410"/>
                    <a:pt x="3277" y="1"/>
                    <a:pt x="2804" y="1"/>
                  </a:cubicBezTo>
                  <a:cubicBezTo>
                    <a:pt x="2300" y="1"/>
                    <a:pt x="2111" y="599"/>
                    <a:pt x="2111" y="599"/>
                  </a:cubicBezTo>
                  <a:cubicBezTo>
                    <a:pt x="2063" y="745"/>
                    <a:pt x="1906" y="824"/>
                    <a:pt x="1753" y="824"/>
                  </a:cubicBezTo>
                  <a:cubicBezTo>
                    <a:pt x="1607" y="824"/>
                    <a:pt x="1464" y="753"/>
                    <a:pt x="1418" y="599"/>
                  </a:cubicBezTo>
                  <a:cubicBezTo>
                    <a:pt x="1418" y="568"/>
                    <a:pt x="1229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8"/>
            <p:cNvSpPr/>
            <p:nvPr/>
          </p:nvSpPr>
          <p:spPr>
            <a:xfrm>
              <a:off x="-24353075" y="3891250"/>
              <a:ext cx="293800" cy="292225"/>
            </a:xfrm>
            <a:custGeom>
              <a:rect b="b" l="l" r="r" t="t"/>
              <a:pathLst>
                <a:path extrusionOk="0" h="11689" w="11752">
                  <a:moveTo>
                    <a:pt x="6837" y="4159"/>
                  </a:moveTo>
                  <a:cubicBezTo>
                    <a:pt x="7624" y="4159"/>
                    <a:pt x="8223" y="4789"/>
                    <a:pt x="8223" y="5576"/>
                  </a:cubicBezTo>
                  <a:cubicBezTo>
                    <a:pt x="8254" y="6616"/>
                    <a:pt x="7309" y="7183"/>
                    <a:pt x="6049" y="8223"/>
                  </a:cubicBezTo>
                  <a:cubicBezTo>
                    <a:pt x="5986" y="8286"/>
                    <a:pt x="5907" y="8317"/>
                    <a:pt x="5829" y="8317"/>
                  </a:cubicBezTo>
                  <a:cubicBezTo>
                    <a:pt x="5750" y="8317"/>
                    <a:pt x="5671" y="8286"/>
                    <a:pt x="5608" y="8223"/>
                  </a:cubicBezTo>
                  <a:cubicBezTo>
                    <a:pt x="4348" y="7183"/>
                    <a:pt x="3403" y="6585"/>
                    <a:pt x="3403" y="5576"/>
                  </a:cubicBezTo>
                  <a:cubicBezTo>
                    <a:pt x="3403" y="4789"/>
                    <a:pt x="4033" y="4159"/>
                    <a:pt x="4789" y="4159"/>
                  </a:cubicBezTo>
                  <a:cubicBezTo>
                    <a:pt x="5293" y="4159"/>
                    <a:pt x="5608" y="4411"/>
                    <a:pt x="5797" y="4663"/>
                  </a:cubicBezTo>
                  <a:cubicBezTo>
                    <a:pt x="6018" y="4411"/>
                    <a:pt x="6364" y="4159"/>
                    <a:pt x="6837" y="4159"/>
                  </a:cubicBezTo>
                  <a:close/>
                  <a:moveTo>
                    <a:pt x="4474" y="0"/>
                  </a:moveTo>
                  <a:cubicBezTo>
                    <a:pt x="3875" y="0"/>
                    <a:pt x="3466" y="473"/>
                    <a:pt x="3466" y="1008"/>
                  </a:cubicBezTo>
                  <a:lnTo>
                    <a:pt x="3466" y="3466"/>
                  </a:lnTo>
                  <a:lnTo>
                    <a:pt x="1008" y="3466"/>
                  </a:lnTo>
                  <a:cubicBezTo>
                    <a:pt x="410" y="3466"/>
                    <a:pt x="0" y="3938"/>
                    <a:pt x="0" y="4474"/>
                  </a:cubicBezTo>
                  <a:lnTo>
                    <a:pt x="0" y="7246"/>
                  </a:lnTo>
                  <a:cubicBezTo>
                    <a:pt x="0" y="7813"/>
                    <a:pt x="473" y="8254"/>
                    <a:pt x="1008" y="8254"/>
                  </a:cubicBezTo>
                  <a:lnTo>
                    <a:pt x="3466" y="8254"/>
                  </a:lnTo>
                  <a:lnTo>
                    <a:pt x="3466" y="10649"/>
                  </a:lnTo>
                  <a:cubicBezTo>
                    <a:pt x="3466" y="11247"/>
                    <a:pt x="3938" y="11688"/>
                    <a:pt x="4474" y="11688"/>
                  </a:cubicBezTo>
                  <a:lnTo>
                    <a:pt x="7246" y="11688"/>
                  </a:lnTo>
                  <a:cubicBezTo>
                    <a:pt x="7813" y="11688"/>
                    <a:pt x="8254" y="11216"/>
                    <a:pt x="8254" y="10649"/>
                  </a:cubicBezTo>
                  <a:lnTo>
                    <a:pt x="8254" y="8254"/>
                  </a:lnTo>
                  <a:lnTo>
                    <a:pt x="10680" y="8254"/>
                  </a:lnTo>
                  <a:cubicBezTo>
                    <a:pt x="11279" y="8254"/>
                    <a:pt x="11720" y="7782"/>
                    <a:pt x="11720" y="7246"/>
                  </a:cubicBezTo>
                  <a:lnTo>
                    <a:pt x="11720" y="4474"/>
                  </a:lnTo>
                  <a:cubicBezTo>
                    <a:pt x="11751" y="3938"/>
                    <a:pt x="11279" y="3466"/>
                    <a:pt x="10680" y="3466"/>
                  </a:cubicBezTo>
                  <a:lnTo>
                    <a:pt x="8254" y="3466"/>
                  </a:lnTo>
                  <a:lnTo>
                    <a:pt x="8254" y="1008"/>
                  </a:lnTo>
                  <a:cubicBezTo>
                    <a:pt x="8254" y="410"/>
                    <a:pt x="7782" y="0"/>
                    <a:pt x="7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48"/>
          <p:cNvGrpSpPr/>
          <p:nvPr/>
        </p:nvGrpSpPr>
        <p:grpSpPr>
          <a:xfrm>
            <a:off x="7960068" y="3173313"/>
            <a:ext cx="353757" cy="351463"/>
            <a:chOff x="-22845575" y="3504075"/>
            <a:chExt cx="296950" cy="295025"/>
          </a:xfrm>
        </p:grpSpPr>
        <p:sp>
          <p:nvSpPr>
            <p:cNvPr id="1116" name="Google Shape;1116;p48"/>
            <p:cNvSpPr/>
            <p:nvPr/>
          </p:nvSpPr>
          <p:spPr>
            <a:xfrm>
              <a:off x="-22688825" y="3504100"/>
              <a:ext cx="140200" cy="295000"/>
            </a:xfrm>
            <a:custGeom>
              <a:rect b="b" l="l" r="r" t="t"/>
              <a:pathLst>
                <a:path extrusionOk="0" h="11800" w="5608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8"/>
            <p:cNvSpPr/>
            <p:nvPr/>
          </p:nvSpPr>
          <p:spPr>
            <a:xfrm>
              <a:off x="-22845575" y="3504075"/>
              <a:ext cx="139425" cy="294250"/>
            </a:xfrm>
            <a:custGeom>
              <a:rect b="b" l="l" r="r" t="t"/>
              <a:pathLst>
                <a:path extrusionOk="0" h="11770" w="5577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48"/>
          <p:cNvGrpSpPr/>
          <p:nvPr/>
        </p:nvGrpSpPr>
        <p:grpSpPr>
          <a:xfrm>
            <a:off x="5753249" y="1306961"/>
            <a:ext cx="299344" cy="351880"/>
            <a:chOff x="-27691025" y="3175300"/>
            <a:chExt cx="251275" cy="295375"/>
          </a:xfrm>
        </p:grpSpPr>
        <p:sp>
          <p:nvSpPr>
            <p:cNvPr id="1119" name="Google Shape;1119;p48"/>
            <p:cNvSpPr/>
            <p:nvPr/>
          </p:nvSpPr>
          <p:spPr>
            <a:xfrm>
              <a:off x="-27492550" y="3298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8"/>
            <p:cNvSpPr/>
            <p:nvPr/>
          </p:nvSpPr>
          <p:spPr>
            <a:xfrm>
              <a:off x="-27613050" y="3175300"/>
              <a:ext cx="60650" cy="105550"/>
            </a:xfrm>
            <a:custGeom>
              <a:rect b="b" l="l" r="r" t="t"/>
              <a:pathLst>
                <a:path extrusionOk="0" h="4222" w="2426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8"/>
            <p:cNvSpPr/>
            <p:nvPr/>
          </p:nvSpPr>
          <p:spPr>
            <a:xfrm>
              <a:off x="-27691025" y="3175300"/>
              <a:ext cx="60650" cy="105550"/>
            </a:xfrm>
            <a:custGeom>
              <a:rect b="b" l="l" r="r" t="t"/>
              <a:pathLst>
                <a:path extrusionOk="0" h="4222" w="2426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48"/>
            <p:cNvSpPr/>
            <p:nvPr/>
          </p:nvSpPr>
          <p:spPr>
            <a:xfrm>
              <a:off x="-27691025" y="3263500"/>
              <a:ext cx="251275" cy="207175"/>
            </a:xfrm>
            <a:custGeom>
              <a:rect b="b" l="l" r="r" t="t"/>
              <a:pathLst>
                <a:path extrusionOk="0" h="8287" w="10051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3" name="Google Shape;1123;p48"/>
          <p:cNvGrpSpPr/>
          <p:nvPr/>
        </p:nvGrpSpPr>
        <p:grpSpPr>
          <a:xfrm>
            <a:off x="5725566" y="1825637"/>
            <a:ext cx="354710" cy="228015"/>
            <a:chOff x="-27721750" y="3598250"/>
            <a:chExt cx="297750" cy="191400"/>
          </a:xfrm>
        </p:grpSpPr>
        <p:sp>
          <p:nvSpPr>
            <p:cNvPr id="1124" name="Google Shape;1124;p48"/>
            <p:cNvSpPr/>
            <p:nvPr/>
          </p:nvSpPr>
          <p:spPr>
            <a:xfrm>
              <a:off x="-27616200" y="3651800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386" y="662"/>
                  </a:moveTo>
                  <a:cubicBezTo>
                    <a:pt x="1764" y="662"/>
                    <a:pt x="2079" y="977"/>
                    <a:pt x="2079" y="1387"/>
                  </a:cubicBezTo>
                  <a:cubicBezTo>
                    <a:pt x="2079" y="1765"/>
                    <a:pt x="1764" y="2080"/>
                    <a:pt x="1386" y="2080"/>
                  </a:cubicBezTo>
                  <a:cubicBezTo>
                    <a:pt x="977" y="2080"/>
                    <a:pt x="662" y="1765"/>
                    <a:pt x="662" y="1387"/>
                  </a:cubicBezTo>
                  <a:cubicBezTo>
                    <a:pt x="662" y="977"/>
                    <a:pt x="977" y="662"/>
                    <a:pt x="1386" y="662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8"/>
            <p:cNvSpPr/>
            <p:nvPr/>
          </p:nvSpPr>
          <p:spPr>
            <a:xfrm>
              <a:off x="-27721750" y="3598250"/>
              <a:ext cx="297750" cy="191400"/>
            </a:xfrm>
            <a:custGeom>
              <a:rect b="b" l="l" r="r" t="t"/>
              <a:pathLst>
                <a:path extrusionOk="0" h="7656" w="11910">
                  <a:moveTo>
                    <a:pt x="5955" y="1418"/>
                  </a:moveTo>
                  <a:cubicBezTo>
                    <a:pt x="7278" y="1418"/>
                    <a:pt x="8381" y="2521"/>
                    <a:pt x="8381" y="3875"/>
                  </a:cubicBezTo>
                  <a:cubicBezTo>
                    <a:pt x="8381" y="5199"/>
                    <a:pt x="7278" y="6301"/>
                    <a:pt x="5955" y="6301"/>
                  </a:cubicBezTo>
                  <a:cubicBezTo>
                    <a:pt x="4600" y="6301"/>
                    <a:pt x="3497" y="5199"/>
                    <a:pt x="3497" y="3875"/>
                  </a:cubicBezTo>
                  <a:cubicBezTo>
                    <a:pt x="3497" y="2521"/>
                    <a:pt x="4600" y="1418"/>
                    <a:pt x="5955" y="1418"/>
                  </a:cubicBezTo>
                  <a:close/>
                  <a:moveTo>
                    <a:pt x="5955" y="0"/>
                  </a:moveTo>
                  <a:cubicBezTo>
                    <a:pt x="2710" y="0"/>
                    <a:pt x="189" y="3466"/>
                    <a:pt x="95" y="3623"/>
                  </a:cubicBezTo>
                  <a:cubicBezTo>
                    <a:pt x="0" y="3749"/>
                    <a:pt x="0" y="3907"/>
                    <a:pt x="95" y="4033"/>
                  </a:cubicBezTo>
                  <a:cubicBezTo>
                    <a:pt x="189" y="4190"/>
                    <a:pt x="2773" y="7656"/>
                    <a:pt x="5955" y="7656"/>
                  </a:cubicBezTo>
                  <a:cubicBezTo>
                    <a:pt x="9137" y="7656"/>
                    <a:pt x="11689" y="4190"/>
                    <a:pt x="11815" y="4033"/>
                  </a:cubicBezTo>
                  <a:cubicBezTo>
                    <a:pt x="11909" y="3907"/>
                    <a:pt x="11909" y="3749"/>
                    <a:pt x="11815" y="3623"/>
                  </a:cubicBezTo>
                  <a:cubicBezTo>
                    <a:pt x="11689" y="3466"/>
                    <a:pt x="9168" y="0"/>
                    <a:pt x="59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48"/>
          <p:cNvGrpSpPr/>
          <p:nvPr/>
        </p:nvGrpSpPr>
        <p:grpSpPr>
          <a:xfrm>
            <a:off x="5726966" y="2219183"/>
            <a:ext cx="351910" cy="340980"/>
            <a:chOff x="-27719400" y="3925600"/>
            <a:chExt cx="295400" cy="286225"/>
          </a:xfrm>
        </p:grpSpPr>
        <p:sp>
          <p:nvSpPr>
            <p:cNvPr id="1127" name="Google Shape;1127;p48"/>
            <p:cNvSpPr/>
            <p:nvPr/>
          </p:nvSpPr>
          <p:spPr>
            <a:xfrm>
              <a:off x="-27596525" y="3925600"/>
              <a:ext cx="172525" cy="162575"/>
            </a:xfrm>
            <a:custGeom>
              <a:rect b="b" l="l" r="r" t="t"/>
              <a:pathLst>
                <a:path extrusionOk="0" h="6503" w="6901">
                  <a:moveTo>
                    <a:pt x="5042" y="0"/>
                  </a:moveTo>
                  <a:cubicBezTo>
                    <a:pt x="4425" y="0"/>
                    <a:pt x="3809" y="237"/>
                    <a:pt x="3340" y="705"/>
                  </a:cubicBezTo>
                  <a:lnTo>
                    <a:pt x="1765" y="2281"/>
                  </a:lnTo>
                  <a:cubicBezTo>
                    <a:pt x="1639" y="2407"/>
                    <a:pt x="1639" y="2627"/>
                    <a:pt x="1765" y="2785"/>
                  </a:cubicBezTo>
                  <a:cubicBezTo>
                    <a:pt x="1860" y="2879"/>
                    <a:pt x="1891" y="2942"/>
                    <a:pt x="1891" y="3037"/>
                  </a:cubicBezTo>
                  <a:cubicBezTo>
                    <a:pt x="1891" y="3100"/>
                    <a:pt x="1860" y="3226"/>
                    <a:pt x="1765" y="3257"/>
                  </a:cubicBezTo>
                  <a:lnTo>
                    <a:pt x="1229" y="3824"/>
                  </a:lnTo>
                  <a:cubicBezTo>
                    <a:pt x="1009" y="3856"/>
                    <a:pt x="820" y="3919"/>
                    <a:pt x="662" y="4045"/>
                  </a:cubicBezTo>
                  <a:lnTo>
                    <a:pt x="1" y="4643"/>
                  </a:lnTo>
                  <a:lnTo>
                    <a:pt x="1860" y="6502"/>
                  </a:lnTo>
                  <a:lnTo>
                    <a:pt x="2427" y="5809"/>
                  </a:lnTo>
                  <a:cubicBezTo>
                    <a:pt x="2553" y="5652"/>
                    <a:pt x="2647" y="5494"/>
                    <a:pt x="2679" y="5305"/>
                  </a:cubicBezTo>
                  <a:lnTo>
                    <a:pt x="6774" y="1209"/>
                  </a:lnTo>
                  <a:cubicBezTo>
                    <a:pt x="6900" y="1083"/>
                    <a:pt x="6900" y="863"/>
                    <a:pt x="6774" y="737"/>
                  </a:cubicBezTo>
                  <a:cubicBezTo>
                    <a:pt x="6298" y="245"/>
                    <a:pt x="5669" y="0"/>
                    <a:pt x="50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8"/>
            <p:cNvSpPr/>
            <p:nvPr/>
          </p:nvSpPr>
          <p:spPr>
            <a:xfrm>
              <a:off x="-27719400" y="4054275"/>
              <a:ext cx="157550" cy="157550"/>
            </a:xfrm>
            <a:custGeom>
              <a:rect b="b" l="l" r="r" t="t"/>
              <a:pathLst>
                <a:path extrusionOk="0" h="6302" w="6302">
                  <a:moveTo>
                    <a:pt x="4412" y="1"/>
                  </a:moveTo>
                  <a:lnTo>
                    <a:pt x="537" y="3466"/>
                  </a:lnTo>
                  <a:cubicBezTo>
                    <a:pt x="190" y="3781"/>
                    <a:pt x="1" y="4222"/>
                    <a:pt x="1" y="4695"/>
                  </a:cubicBezTo>
                  <a:cubicBezTo>
                    <a:pt x="1" y="5136"/>
                    <a:pt x="158" y="5545"/>
                    <a:pt x="474" y="5829"/>
                  </a:cubicBezTo>
                  <a:cubicBezTo>
                    <a:pt x="789" y="6144"/>
                    <a:pt x="1167" y="6302"/>
                    <a:pt x="1608" y="6302"/>
                  </a:cubicBezTo>
                  <a:lnTo>
                    <a:pt x="1639" y="6302"/>
                  </a:lnTo>
                  <a:cubicBezTo>
                    <a:pt x="1954" y="6302"/>
                    <a:pt x="2269" y="6175"/>
                    <a:pt x="2553" y="5986"/>
                  </a:cubicBezTo>
                  <a:lnTo>
                    <a:pt x="1482" y="4915"/>
                  </a:lnTo>
                  <a:cubicBezTo>
                    <a:pt x="1356" y="4789"/>
                    <a:pt x="1356" y="4569"/>
                    <a:pt x="1482" y="4443"/>
                  </a:cubicBezTo>
                  <a:cubicBezTo>
                    <a:pt x="1545" y="4395"/>
                    <a:pt x="1631" y="4372"/>
                    <a:pt x="1718" y="4372"/>
                  </a:cubicBezTo>
                  <a:cubicBezTo>
                    <a:pt x="1805" y="4372"/>
                    <a:pt x="1891" y="4395"/>
                    <a:pt x="1954" y="4443"/>
                  </a:cubicBezTo>
                  <a:lnTo>
                    <a:pt x="3025" y="5514"/>
                  </a:lnTo>
                  <a:lnTo>
                    <a:pt x="3498" y="5010"/>
                  </a:lnTo>
                  <a:lnTo>
                    <a:pt x="2521" y="4002"/>
                  </a:lnTo>
                  <a:cubicBezTo>
                    <a:pt x="2395" y="3907"/>
                    <a:pt x="2395" y="3655"/>
                    <a:pt x="2521" y="3561"/>
                  </a:cubicBezTo>
                  <a:cubicBezTo>
                    <a:pt x="2569" y="3498"/>
                    <a:pt x="2655" y="3466"/>
                    <a:pt x="2746" y="3466"/>
                  </a:cubicBezTo>
                  <a:cubicBezTo>
                    <a:pt x="2836" y="3466"/>
                    <a:pt x="2931" y="3498"/>
                    <a:pt x="2994" y="3561"/>
                  </a:cubicBezTo>
                  <a:lnTo>
                    <a:pt x="3939" y="4474"/>
                  </a:lnTo>
                  <a:lnTo>
                    <a:pt x="4412" y="3970"/>
                  </a:lnTo>
                  <a:lnTo>
                    <a:pt x="3530" y="3120"/>
                  </a:lnTo>
                  <a:cubicBezTo>
                    <a:pt x="3403" y="2994"/>
                    <a:pt x="3403" y="2773"/>
                    <a:pt x="3530" y="2647"/>
                  </a:cubicBezTo>
                  <a:cubicBezTo>
                    <a:pt x="3593" y="2584"/>
                    <a:pt x="3679" y="2552"/>
                    <a:pt x="3766" y="2552"/>
                  </a:cubicBezTo>
                  <a:cubicBezTo>
                    <a:pt x="3852" y="2552"/>
                    <a:pt x="3939" y="2584"/>
                    <a:pt x="4002" y="2647"/>
                  </a:cubicBezTo>
                  <a:lnTo>
                    <a:pt x="4884" y="3498"/>
                  </a:lnTo>
                  <a:lnTo>
                    <a:pt x="5357" y="2994"/>
                  </a:lnTo>
                  <a:lnTo>
                    <a:pt x="4601" y="2237"/>
                  </a:lnTo>
                  <a:cubicBezTo>
                    <a:pt x="4475" y="2111"/>
                    <a:pt x="4475" y="1891"/>
                    <a:pt x="4601" y="1765"/>
                  </a:cubicBezTo>
                  <a:cubicBezTo>
                    <a:pt x="4671" y="1624"/>
                    <a:pt x="4771" y="1562"/>
                    <a:pt x="4867" y="1562"/>
                  </a:cubicBezTo>
                  <a:cubicBezTo>
                    <a:pt x="4944" y="1562"/>
                    <a:pt x="5018" y="1601"/>
                    <a:pt x="5073" y="1670"/>
                  </a:cubicBezTo>
                  <a:lnTo>
                    <a:pt x="5829" y="2395"/>
                  </a:lnTo>
                  <a:lnTo>
                    <a:pt x="6302" y="1891"/>
                  </a:lnTo>
                  <a:lnTo>
                    <a:pt x="4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48"/>
          <p:cNvGrpSpPr/>
          <p:nvPr/>
        </p:nvGrpSpPr>
        <p:grpSpPr>
          <a:xfrm>
            <a:off x="7948238" y="1306023"/>
            <a:ext cx="353757" cy="353757"/>
            <a:chOff x="-25834600" y="3176875"/>
            <a:chExt cx="296950" cy="296950"/>
          </a:xfrm>
        </p:grpSpPr>
        <p:sp>
          <p:nvSpPr>
            <p:cNvPr id="1130" name="Google Shape;1130;p48"/>
            <p:cNvSpPr/>
            <p:nvPr/>
          </p:nvSpPr>
          <p:spPr>
            <a:xfrm>
              <a:off x="-25625875" y="3316275"/>
              <a:ext cx="69325" cy="85875"/>
            </a:xfrm>
            <a:custGeom>
              <a:rect b="b" l="l" r="r" t="t"/>
              <a:pathLst>
                <a:path extrusionOk="0" h="3435" w="2773">
                  <a:moveTo>
                    <a:pt x="0" y="1"/>
                  </a:moveTo>
                  <a:lnTo>
                    <a:pt x="0" y="3435"/>
                  </a:lnTo>
                  <a:lnTo>
                    <a:pt x="2773" y="3435"/>
                  </a:lnTo>
                  <a:lnTo>
                    <a:pt x="2773" y="2741"/>
                  </a:lnTo>
                  <a:lnTo>
                    <a:pt x="1040" y="2741"/>
                  </a:lnTo>
                  <a:cubicBezTo>
                    <a:pt x="851" y="2741"/>
                    <a:pt x="693" y="2584"/>
                    <a:pt x="693" y="2395"/>
                  </a:cubicBezTo>
                  <a:cubicBezTo>
                    <a:pt x="693" y="2206"/>
                    <a:pt x="851" y="2048"/>
                    <a:pt x="1040" y="2048"/>
                  </a:cubicBezTo>
                  <a:lnTo>
                    <a:pt x="2773" y="2048"/>
                  </a:lnTo>
                  <a:lnTo>
                    <a:pt x="2773" y="1324"/>
                  </a:lnTo>
                  <a:lnTo>
                    <a:pt x="1040" y="1324"/>
                  </a:lnTo>
                  <a:cubicBezTo>
                    <a:pt x="851" y="1324"/>
                    <a:pt x="693" y="1166"/>
                    <a:pt x="693" y="977"/>
                  </a:cubicBezTo>
                  <a:cubicBezTo>
                    <a:pt x="693" y="851"/>
                    <a:pt x="851" y="694"/>
                    <a:pt x="1040" y="694"/>
                  </a:cubicBezTo>
                  <a:lnTo>
                    <a:pt x="2773" y="69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8"/>
            <p:cNvSpPr/>
            <p:nvPr/>
          </p:nvSpPr>
          <p:spPr>
            <a:xfrm>
              <a:off x="-25729075" y="3176875"/>
              <a:ext cx="191425" cy="296950"/>
            </a:xfrm>
            <a:custGeom>
              <a:rect b="b" l="l" r="r" t="t"/>
              <a:pathLst>
                <a:path extrusionOk="0" h="11878" w="7657">
                  <a:moveTo>
                    <a:pt x="2049" y="693"/>
                  </a:moveTo>
                  <a:lnTo>
                    <a:pt x="2049" y="2773"/>
                  </a:lnTo>
                  <a:lnTo>
                    <a:pt x="1356" y="2773"/>
                  </a:lnTo>
                  <a:lnTo>
                    <a:pt x="1356" y="693"/>
                  </a:lnTo>
                  <a:close/>
                  <a:moveTo>
                    <a:pt x="3435" y="693"/>
                  </a:moveTo>
                  <a:lnTo>
                    <a:pt x="3435" y="2773"/>
                  </a:lnTo>
                  <a:lnTo>
                    <a:pt x="2710" y="2773"/>
                  </a:lnTo>
                  <a:lnTo>
                    <a:pt x="2710" y="693"/>
                  </a:lnTo>
                  <a:close/>
                  <a:moveTo>
                    <a:pt x="4821" y="693"/>
                  </a:moveTo>
                  <a:lnTo>
                    <a:pt x="4821" y="2773"/>
                  </a:lnTo>
                  <a:lnTo>
                    <a:pt x="4097" y="2773"/>
                  </a:lnTo>
                  <a:lnTo>
                    <a:pt x="4097" y="693"/>
                  </a:lnTo>
                  <a:close/>
                  <a:moveTo>
                    <a:pt x="6176" y="693"/>
                  </a:moveTo>
                  <a:lnTo>
                    <a:pt x="6176" y="2773"/>
                  </a:lnTo>
                  <a:lnTo>
                    <a:pt x="5483" y="2773"/>
                  </a:lnTo>
                  <a:lnTo>
                    <a:pt x="5483" y="693"/>
                  </a:ln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308"/>
                    <a:pt x="158" y="3466"/>
                    <a:pt x="379" y="3466"/>
                  </a:cubicBezTo>
                  <a:lnTo>
                    <a:pt x="726" y="3466"/>
                  </a:lnTo>
                  <a:lnTo>
                    <a:pt x="726" y="4883"/>
                  </a:lnTo>
                  <a:lnTo>
                    <a:pt x="2458" y="4883"/>
                  </a:lnTo>
                  <a:cubicBezTo>
                    <a:pt x="2647" y="4883"/>
                    <a:pt x="2805" y="5041"/>
                    <a:pt x="2805" y="5262"/>
                  </a:cubicBezTo>
                  <a:lnTo>
                    <a:pt x="2805" y="9420"/>
                  </a:lnTo>
                  <a:cubicBezTo>
                    <a:pt x="2805" y="9609"/>
                    <a:pt x="2647" y="9767"/>
                    <a:pt x="2458" y="9767"/>
                  </a:cubicBezTo>
                  <a:lnTo>
                    <a:pt x="2112" y="9767"/>
                  </a:lnTo>
                  <a:cubicBezTo>
                    <a:pt x="2112" y="10523"/>
                    <a:pt x="1797" y="11247"/>
                    <a:pt x="1261" y="11751"/>
                  </a:cubicBezTo>
                  <a:cubicBezTo>
                    <a:pt x="1419" y="11815"/>
                    <a:pt x="1576" y="11878"/>
                    <a:pt x="1734" y="11878"/>
                  </a:cubicBezTo>
                  <a:lnTo>
                    <a:pt x="5924" y="11878"/>
                  </a:lnTo>
                  <a:cubicBezTo>
                    <a:pt x="6522" y="11878"/>
                    <a:pt x="6932" y="11405"/>
                    <a:pt x="6932" y="10838"/>
                  </a:cubicBezTo>
                  <a:lnTo>
                    <a:pt x="6932" y="9798"/>
                  </a:lnTo>
                  <a:lnTo>
                    <a:pt x="3813" y="9798"/>
                  </a:lnTo>
                  <a:cubicBezTo>
                    <a:pt x="3624" y="9798"/>
                    <a:pt x="3467" y="9672"/>
                    <a:pt x="3467" y="9452"/>
                  </a:cubicBezTo>
                  <a:lnTo>
                    <a:pt x="3467" y="5293"/>
                  </a:lnTo>
                  <a:cubicBezTo>
                    <a:pt x="3467" y="5104"/>
                    <a:pt x="3624" y="4946"/>
                    <a:pt x="3813" y="4946"/>
                  </a:cubicBezTo>
                  <a:lnTo>
                    <a:pt x="6932" y="4946"/>
                  </a:lnTo>
                  <a:lnTo>
                    <a:pt x="6932" y="3529"/>
                  </a:lnTo>
                  <a:lnTo>
                    <a:pt x="7310" y="3529"/>
                  </a:lnTo>
                  <a:cubicBezTo>
                    <a:pt x="7499" y="3529"/>
                    <a:pt x="7657" y="3371"/>
                    <a:pt x="7657" y="3151"/>
                  </a:cubicBezTo>
                  <a:lnTo>
                    <a:pt x="7657" y="1040"/>
                  </a:lnTo>
                  <a:lnTo>
                    <a:pt x="7625" y="1040"/>
                  </a:lnTo>
                  <a:cubicBezTo>
                    <a:pt x="7625" y="441"/>
                    <a:pt x="7153" y="0"/>
                    <a:pt x="65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8"/>
            <p:cNvSpPr/>
            <p:nvPr/>
          </p:nvSpPr>
          <p:spPr>
            <a:xfrm>
              <a:off x="-25834600" y="3350150"/>
              <a:ext cx="69325" cy="96100"/>
            </a:xfrm>
            <a:custGeom>
              <a:rect b="b" l="l" r="r" t="t"/>
              <a:pathLst>
                <a:path extrusionOk="0" h="3844" w="2773">
                  <a:moveTo>
                    <a:pt x="2143" y="0"/>
                  </a:moveTo>
                  <a:cubicBezTo>
                    <a:pt x="1008" y="0"/>
                    <a:pt x="63" y="945"/>
                    <a:pt x="63" y="2080"/>
                  </a:cubicBezTo>
                  <a:cubicBezTo>
                    <a:pt x="0" y="2804"/>
                    <a:pt x="378" y="3434"/>
                    <a:pt x="914" y="3844"/>
                  </a:cubicBezTo>
                  <a:cubicBezTo>
                    <a:pt x="788" y="3529"/>
                    <a:pt x="725" y="3151"/>
                    <a:pt x="725" y="2804"/>
                  </a:cubicBezTo>
                  <a:cubicBezTo>
                    <a:pt x="725" y="1544"/>
                    <a:pt x="1576" y="473"/>
                    <a:pt x="2773" y="126"/>
                  </a:cubicBezTo>
                  <a:cubicBezTo>
                    <a:pt x="2584" y="63"/>
                    <a:pt x="2332" y="0"/>
                    <a:pt x="21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8"/>
            <p:cNvSpPr/>
            <p:nvPr/>
          </p:nvSpPr>
          <p:spPr>
            <a:xfrm>
              <a:off x="-25799950" y="3368250"/>
              <a:ext cx="104775" cy="104000"/>
            </a:xfrm>
            <a:custGeom>
              <a:rect b="b" l="l" r="r" t="t"/>
              <a:pathLst>
                <a:path extrusionOk="0" h="4160" w="4191">
                  <a:moveTo>
                    <a:pt x="2080" y="694"/>
                  </a:moveTo>
                  <a:cubicBezTo>
                    <a:pt x="2836" y="694"/>
                    <a:pt x="3466" y="1324"/>
                    <a:pt x="3466" y="2080"/>
                  </a:cubicBezTo>
                  <a:cubicBezTo>
                    <a:pt x="3466" y="2364"/>
                    <a:pt x="3403" y="2584"/>
                    <a:pt x="3246" y="2836"/>
                  </a:cubicBezTo>
                  <a:lnTo>
                    <a:pt x="1292" y="915"/>
                  </a:lnTo>
                  <a:cubicBezTo>
                    <a:pt x="1576" y="788"/>
                    <a:pt x="1828" y="694"/>
                    <a:pt x="2080" y="694"/>
                  </a:cubicBezTo>
                  <a:close/>
                  <a:moveTo>
                    <a:pt x="2111" y="1"/>
                  </a:moveTo>
                  <a:cubicBezTo>
                    <a:pt x="946" y="1"/>
                    <a:pt x="1" y="946"/>
                    <a:pt x="1" y="2080"/>
                  </a:cubicBezTo>
                  <a:cubicBezTo>
                    <a:pt x="1" y="3214"/>
                    <a:pt x="946" y="4160"/>
                    <a:pt x="2111" y="4160"/>
                  </a:cubicBezTo>
                  <a:cubicBezTo>
                    <a:pt x="3246" y="4160"/>
                    <a:pt x="4191" y="3214"/>
                    <a:pt x="4191" y="2080"/>
                  </a:cubicBezTo>
                  <a:cubicBezTo>
                    <a:pt x="4191" y="946"/>
                    <a:pt x="3246" y="1"/>
                    <a:pt x="2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8"/>
            <p:cNvSpPr/>
            <p:nvPr/>
          </p:nvSpPr>
          <p:spPr>
            <a:xfrm>
              <a:off x="-25712525" y="3317075"/>
              <a:ext cx="34675" cy="86650"/>
            </a:xfrm>
            <a:custGeom>
              <a:rect b="b" l="l" r="r" t="t"/>
              <a:pathLst>
                <a:path extrusionOk="0" h="3466" w="1387">
                  <a:moveTo>
                    <a:pt x="1" y="0"/>
                  </a:moveTo>
                  <a:lnTo>
                    <a:pt x="1" y="1764"/>
                  </a:lnTo>
                  <a:cubicBezTo>
                    <a:pt x="631" y="2111"/>
                    <a:pt x="1072" y="2709"/>
                    <a:pt x="1261" y="3466"/>
                  </a:cubicBezTo>
                  <a:lnTo>
                    <a:pt x="1387" y="346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5" name="Google Shape;1135;p48"/>
          <p:cNvGrpSpPr/>
          <p:nvPr/>
        </p:nvGrpSpPr>
        <p:grpSpPr>
          <a:xfrm>
            <a:off x="7948238" y="1774024"/>
            <a:ext cx="353757" cy="331241"/>
            <a:chOff x="-25834600" y="3564375"/>
            <a:chExt cx="296950" cy="278050"/>
          </a:xfrm>
        </p:grpSpPr>
        <p:sp>
          <p:nvSpPr>
            <p:cNvPr id="1136" name="Google Shape;1136;p48"/>
            <p:cNvSpPr/>
            <p:nvPr/>
          </p:nvSpPr>
          <p:spPr>
            <a:xfrm>
              <a:off x="-25694400" y="3703775"/>
              <a:ext cx="17350" cy="17375"/>
            </a:xfrm>
            <a:custGeom>
              <a:rect b="b" l="l" r="r" t="t"/>
              <a:pathLst>
                <a:path extrusionOk="0" h="695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8"/>
            <p:cNvSpPr/>
            <p:nvPr/>
          </p:nvSpPr>
          <p:spPr>
            <a:xfrm>
              <a:off x="-25591225" y="3703775"/>
              <a:ext cx="53575" cy="18150"/>
            </a:xfrm>
            <a:custGeom>
              <a:rect b="b" l="l" r="r" t="t"/>
              <a:pathLst>
                <a:path extrusionOk="0" h="726" w="2143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8"/>
            <p:cNvSpPr/>
            <p:nvPr/>
          </p:nvSpPr>
          <p:spPr>
            <a:xfrm>
              <a:off x="-25834600" y="3703775"/>
              <a:ext cx="53575" cy="18150"/>
            </a:xfrm>
            <a:custGeom>
              <a:rect b="b" l="l" r="r" t="t"/>
              <a:pathLst>
                <a:path extrusionOk="0" h="726" w="2143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8"/>
            <p:cNvSpPr/>
            <p:nvPr/>
          </p:nvSpPr>
          <p:spPr>
            <a:xfrm>
              <a:off x="-25695200" y="3564375"/>
              <a:ext cx="17350" cy="52800"/>
            </a:xfrm>
            <a:custGeom>
              <a:rect b="b" l="l" r="r" t="t"/>
              <a:pathLst>
                <a:path extrusionOk="0" h="2112" w="69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8"/>
            <p:cNvSpPr/>
            <p:nvPr/>
          </p:nvSpPr>
          <p:spPr>
            <a:xfrm>
              <a:off x="-25792850" y="3606125"/>
              <a:ext cx="42550" cy="40975"/>
            </a:xfrm>
            <a:custGeom>
              <a:rect b="b" l="l" r="r" t="t"/>
              <a:pathLst>
                <a:path extrusionOk="0" h="1639" w="1702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8"/>
            <p:cNvSpPr/>
            <p:nvPr/>
          </p:nvSpPr>
          <p:spPr>
            <a:xfrm>
              <a:off x="-25621950" y="3606125"/>
              <a:ext cx="43350" cy="40975"/>
            </a:xfrm>
            <a:custGeom>
              <a:rect b="b" l="l" r="r" t="t"/>
              <a:pathLst>
                <a:path extrusionOk="0" h="1639" w="1734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8"/>
            <p:cNvSpPr/>
            <p:nvPr/>
          </p:nvSpPr>
          <p:spPr>
            <a:xfrm>
              <a:off x="-25783400" y="3806975"/>
              <a:ext cx="192200" cy="35450"/>
            </a:xfrm>
            <a:custGeom>
              <a:rect b="b" l="l" r="r" t="t"/>
              <a:pathLst>
                <a:path extrusionOk="0" h="1418" w="7688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8"/>
            <p:cNvSpPr/>
            <p:nvPr/>
          </p:nvSpPr>
          <p:spPr>
            <a:xfrm>
              <a:off x="-25764500" y="3635275"/>
              <a:ext cx="153600" cy="155175"/>
            </a:xfrm>
            <a:custGeom>
              <a:rect b="b" l="l" r="r" t="t"/>
              <a:pathLst>
                <a:path extrusionOk="0" h="6207" w="6144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4" name="Google Shape;1144;p48"/>
          <p:cNvGrpSpPr/>
          <p:nvPr/>
        </p:nvGrpSpPr>
        <p:grpSpPr>
          <a:xfrm>
            <a:off x="7946362" y="2213376"/>
            <a:ext cx="357509" cy="352595"/>
            <a:chOff x="-25834600" y="3915850"/>
            <a:chExt cx="300100" cy="295975"/>
          </a:xfrm>
        </p:grpSpPr>
        <p:sp>
          <p:nvSpPr>
            <p:cNvPr id="1145" name="Google Shape;1145;p48"/>
            <p:cNvSpPr/>
            <p:nvPr/>
          </p:nvSpPr>
          <p:spPr>
            <a:xfrm>
              <a:off x="-25677875" y="3915850"/>
              <a:ext cx="143375" cy="137675"/>
            </a:xfrm>
            <a:custGeom>
              <a:rect b="b" l="l" r="r" t="t"/>
              <a:pathLst>
                <a:path extrusionOk="0" h="5507" w="5735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8"/>
            <p:cNvSpPr/>
            <p:nvPr/>
          </p:nvSpPr>
          <p:spPr>
            <a:xfrm>
              <a:off x="-25834600" y="4167700"/>
              <a:ext cx="43350" cy="44125"/>
            </a:xfrm>
            <a:custGeom>
              <a:rect b="b" l="l" r="r" t="t"/>
              <a:pathLst>
                <a:path extrusionOk="0" h="1765" w="1734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8"/>
            <p:cNvSpPr/>
            <p:nvPr/>
          </p:nvSpPr>
          <p:spPr>
            <a:xfrm>
              <a:off x="-25800725" y="3972375"/>
              <a:ext cx="206375" cy="207950"/>
            </a:xfrm>
            <a:custGeom>
              <a:rect b="b" l="l" r="r" t="t"/>
              <a:pathLst>
                <a:path extrusionOk="0" h="8318" w="8255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8" name="Google Shape;1148;p48"/>
          <p:cNvGrpSpPr/>
          <p:nvPr/>
        </p:nvGrpSpPr>
        <p:grpSpPr>
          <a:xfrm>
            <a:off x="6681790" y="2694606"/>
            <a:ext cx="228968" cy="350987"/>
            <a:chOff x="-23930925" y="3149300"/>
            <a:chExt cx="192200" cy="294625"/>
          </a:xfrm>
        </p:grpSpPr>
        <p:sp>
          <p:nvSpPr>
            <p:cNvPr id="1149" name="Google Shape;1149;p48"/>
            <p:cNvSpPr/>
            <p:nvPr/>
          </p:nvSpPr>
          <p:spPr>
            <a:xfrm>
              <a:off x="-23930125" y="3149300"/>
              <a:ext cx="191400" cy="35475"/>
            </a:xfrm>
            <a:custGeom>
              <a:rect b="b" l="l" r="r" t="t"/>
              <a:pathLst>
                <a:path extrusionOk="0" h="1419" w="7656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8"/>
            <p:cNvSpPr/>
            <p:nvPr/>
          </p:nvSpPr>
          <p:spPr>
            <a:xfrm>
              <a:off x="-23878925" y="3237525"/>
              <a:ext cx="86650" cy="86650"/>
            </a:xfrm>
            <a:custGeom>
              <a:rect b="b" l="l" r="r" t="t"/>
              <a:pathLst>
                <a:path extrusionOk="0" h="3466" w="3466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8"/>
            <p:cNvSpPr/>
            <p:nvPr/>
          </p:nvSpPr>
          <p:spPr>
            <a:xfrm>
              <a:off x="-23930925" y="3375350"/>
              <a:ext cx="190625" cy="68575"/>
            </a:xfrm>
            <a:custGeom>
              <a:rect b="b" l="l" r="r" t="t"/>
              <a:pathLst>
                <a:path extrusionOk="0" h="2743" w="7625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8"/>
            <p:cNvSpPr/>
            <p:nvPr/>
          </p:nvSpPr>
          <p:spPr>
            <a:xfrm>
              <a:off x="-23930925" y="3202075"/>
              <a:ext cx="190625" cy="155975"/>
            </a:xfrm>
            <a:custGeom>
              <a:rect b="b" l="l" r="r" t="t"/>
              <a:pathLst>
                <a:path extrusionOk="0" h="6239" w="7625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3" name="Google Shape;1153;p48"/>
          <p:cNvGrpSpPr/>
          <p:nvPr/>
        </p:nvGrpSpPr>
        <p:grpSpPr>
          <a:xfrm>
            <a:off x="6638620" y="3173090"/>
            <a:ext cx="315307" cy="351910"/>
            <a:chOff x="-23962425" y="3519475"/>
            <a:chExt cx="264675" cy="295400"/>
          </a:xfrm>
        </p:grpSpPr>
        <p:sp>
          <p:nvSpPr>
            <p:cNvPr id="1154" name="Google Shape;1154;p48"/>
            <p:cNvSpPr/>
            <p:nvPr/>
          </p:nvSpPr>
          <p:spPr>
            <a:xfrm>
              <a:off x="-23961625" y="3580925"/>
              <a:ext cx="263875" cy="233950"/>
            </a:xfrm>
            <a:custGeom>
              <a:rect b="b" l="l" r="r" t="t"/>
              <a:pathLst>
                <a:path extrusionOk="0" h="9358" w="10555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8"/>
            <p:cNvSpPr/>
            <p:nvPr/>
          </p:nvSpPr>
          <p:spPr>
            <a:xfrm>
              <a:off x="-23962425" y="3519475"/>
              <a:ext cx="158350" cy="122125"/>
            </a:xfrm>
            <a:custGeom>
              <a:rect b="b" l="l" r="r" t="t"/>
              <a:pathLst>
                <a:path extrusionOk="0" h="4885" w="6334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6" name="Google Shape;1156;p48"/>
          <p:cNvSpPr/>
          <p:nvPr/>
        </p:nvSpPr>
        <p:spPr>
          <a:xfrm>
            <a:off x="6609056" y="3626801"/>
            <a:ext cx="375349" cy="344435"/>
          </a:xfrm>
          <a:custGeom>
            <a:rect b="b" l="l" r="r" t="t"/>
            <a:pathLst>
              <a:path extrusionOk="0" h="11565" w="12603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7" name="Google Shape;1157;p48"/>
          <p:cNvGrpSpPr/>
          <p:nvPr/>
        </p:nvGrpSpPr>
        <p:grpSpPr>
          <a:xfrm>
            <a:off x="8017295" y="3623134"/>
            <a:ext cx="239302" cy="351880"/>
            <a:chOff x="-22788075" y="3904625"/>
            <a:chExt cx="200875" cy="295375"/>
          </a:xfrm>
        </p:grpSpPr>
        <p:sp>
          <p:nvSpPr>
            <p:cNvPr id="1158" name="Google Shape;1158;p48"/>
            <p:cNvSpPr/>
            <p:nvPr/>
          </p:nvSpPr>
          <p:spPr>
            <a:xfrm>
              <a:off x="-22775475" y="4165325"/>
              <a:ext cx="65400" cy="34675"/>
            </a:xfrm>
            <a:custGeom>
              <a:rect b="b" l="l" r="r" t="t"/>
              <a:pathLst>
                <a:path extrusionOk="0" h="1387" w="2616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85" y="1387"/>
                    <a:pt x="2615" y="851"/>
                    <a:pt x="2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8"/>
            <p:cNvSpPr/>
            <p:nvPr/>
          </p:nvSpPr>
          <p:spPr>
            <a:xfrm>
              <a:off x="-22669150" y="3904725"/>
              <a:ext cx="81950" cy="244100"/>
            </a:xfrm>
            <a:custGeom>
              <a:rect b="b" l="l" r="r" t="t"/>
              <a:pathLst>
                <a:path extrusionOk="0" h="9764" w="3278">
                  <a:moveTo>
                    <a:pt x="1198" y="5541"/>
                  </a:moveTo>
                  <a:cubicBezTo>
                    <a:pt x="1387" y="5604"/>
                    <a:pt x="1544" y="5699"/>
                    <a:pt x="1544" y="5888"/>
                  </a:cubicBezTo>
                  <a:lnTo>
                    <a:pt x="1576" y="6266"/>
                  </a:lnTo>
                  <a:lnTo>
                    <a:pt x="788" y="6266"/>
                  </a:lnTo>
                  <a:lnTo>
                    <a:pt x="788" y="5888"/>
                  </a:lnTo>
                  <a:cubicBezTo>
                    <a:pt x="788" y="5699"/>
                    <a:pt x="946" y="5541"/>
                    <a:pt x="1198" y="5541"/>
                  </a:cubicBezTo>
                  <a:close/>
                  <a:moveTo>
                    <a:pt x="2885" y="0"/>
                  </a:moveTo>
                  <a:cubicBezTo>
                    <a:pt x="2798" y="0"/>
                    <a:pt x="2714" y="40"/>
                    <a:pt x="2647" y="123"/>
                  </a:cubicBezTo>
                  <a:lnTo>
                    <a:pt x="914" y="2202"/>
                  </a:lnTo>
                  <a:cubicBezTo>
                    <a:pt x="883" y="2296"/>
                    <a:pt x="820" y="2360"/>
                    <a:pt x="820" y="2454"/>
                  </a:cubicBezTo>
                  <a:lnTo>
                    <a:pt x="820" y="4974"/>
                  </a:lnTo>
                  <a:cubicBezTo>
                    <a:pt x="442" y="5069"/>
                    <a:pt x="127" y="5478"/>
                    <a:pt x="127" y="5920"/>
                  </a:cubicBezTo>
                  <a:lnTo>
                    <a:pt x="1" y="9763"/>
                  </a:lnTo>
                  <a:lnTo>
                    <a:pt x="2458" y="9763"/>
                  </a:lnTo>
                  <a:lnTo>
                    <a:pt x="2238" y="5857"/>
                  </a:lnTo>
                  <a:cubicBezTo>
                    <a:pt x="2206" y="5447"/>
                    <a:pt x="1923" y="5069"/>
                    <a:pt x="1513" y="4974"/>
                  </a:cubicBezTo>
                  <a:lnTo>
                    <a:pt x="1513" y="2549"/>
                  </a:lnTo>
                  <a:lnTo>
                    <a:pt x="3151" y="595"/>
                  </a:lnTo>
                  <a:cubicBezTo>
                    <a:pt x="3277" y="375"/>
                    <a:pt x="3277" y="186"/>
                    <a:pt x="3120" y="91"/>
                  </a:cubicBezTo>
                  <a:cubicBezTo>
                    <a:pt x="3045" y="32"/>
                    <a:pt x="2964" y="0"/>
                    <a:pt x="2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8"/>
            <p:cNvSpPr/>
            <p:nvPr/>
          </p:nvSpPr>
          <p:spPr>
            <a:xfrm>
              <a:off x="-22788075" y="3904625"/>
              <a:ext cx="87450" cy="244200"/>
            </a:xfrm>
            <a:custGeom>
              <a:rect b="b" l="l" r="r" t="t"/>
              <a:pathLst>
                <a:path extrusionOk="0" h="9768" w="3498">
                  <a:moveTo>
                    <a:pt x="1733" y="1355"/>
                  </a:moveTo>
                  <a:cubicBezTo>
                    <a:pt x="1922" y="1355"/>
                    <a:pt x="2080" y="1513"/>
                    <a:pt x="2080" y="1702"/>
                  </a:cubicBezTo>
                  <a:cubicBezTo>
                    <a:pt x="2080" y="1922"/>
                    <a:pt x="1922" y="2048"/>
                    <a:pt x="1733" y="2048"/>
                  </a:cubicBezTo>
                  <a:cubicBezTo>
                    <a:pt x="1544" y="2048"/>
                    <a:pt x="1387" y="1891"/>
                    <a:pt x="1387" y="1702"/>
                  </a:cubicBezTo>
                  <a:cubicBezTo>
                    <a:pt x="1387" y="1513"/>
                    <a:pt x="1544" y="1355"/>
                    <a:pt x="1733" y="1355"/>
                  </a:cubicBezTo>
                  <a:close/>
                  <a:moveTo>
                    <a:pt x="1765" y="5545"/>
                  </a:moveTo>
                  <a:cubicBezTo>
                    <a:pt x="1954" y="5608"/>
                    <a:pt x="2111" y="5703"/>
                    <a:pt x="2111" y="5892"/>
                  </a:cubicBezTo>
                  <a:lnTo>
                    <a:pt x="2174" y="6270"/>
                  </a:lnTo>
                  <a:lnTo>
                    <a:pt x="1387" y="6270"/>
                  </a:lnTo>
                  <a:lnTo>
                    <a:pt x="1387" y="5892"/>
                  </a:lnTo>
                  <a:cubicBezTo>
                    <a:pt x="1387" y="5703"/>
                    <a:pt x="1544" y="5545"/>
                    <a:pt x="1765" y="554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553"/>
                    <a:pt x="599" y="3277"/>
                    <a:pt x="1387" y="3435"/>
                  </a:cubicBezTo>
                  <a:lnTo>
                    <a:pt x="1387" y="4947"/>
                  </a:lnTo>
                  <a:cubicBezTo>
                    <a:pt x="977" y="5073"/>
                    <a:pt x="662" y="5482"/>
                    <a:pt x="662" y="5892"/>
                  </a:cubicBezTo>
                  <a:lnTo>
                    <a:pt x="536" y="9767"/>
                  </a:lnTo>
                  <a:lnTo>
                    <a:pt x="2993" y="9767"/>
                  </a:lnTo>
                  <a:lnTo>
                    <a:pt x="2804" y="5861"/>
                  </a:lnTo>
                  <a:cubicBezTo>
                    <a:pt x="2741" y="5419"/>
                    <a:pt x="2489" y="5073"/>
                    <a:pt x="2048" y="4947"/>
                  </a:cubicBezTo>
                  <a:lnTo>
                    <a:pt x="2048" y="3435"/>
                  </a:lnTo>
                  <a:cubicBezTo>
                    <a:pt x="2836" y="3277"/>
                    <a:pt x="3435" y="2553"/>
                    <a:pt x="3435" y="1733"/>
                  </a:cubicBezTo>
                  <a:cubicBezTo>
                    <a:pt x="3498" y="757"/>
                    <a:pt x="2710" y="1"/>
                    <a:pt x="1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8"/>
            <p:cNvSpPr/>
            <p:nvPr/>
          </p:nvSpPr>
          <p:spPr>
            <a:xfrm>
              <a:off x="-22670725" y="4165325"/>
              <a:ext cx="64625" cy="34675"/>
            </a:xfrm>
            <a:custGeom>
              <a:rect b="b" l="l" r="r" t="t"/>
              <a:pathLst>
                <a:path extrusionOk="0" h="1387" w="2585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54" y="1387"/>
                    <a:pt x="2584" y="851"/>
                    <a:pt x="2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2" name="Google Shape;1162;p48"/>
          <p:cNvGrpSpPr/>
          <p:nvPr/>
        </p:nvGrpSpPr>
        <p:grpSpPr>
          <a:xfrm>
            <a:off x="6172593" y="1306499"/>
            <a:ext cx="354710" cy="352803"/>
            <a:chOff x="-27351575" y="3175300"/>
            <a:chExt cx="297750" cy="296150"/>
          </a:xfrm>
        </p:grpSpPr>
        <p:sp>
          <p:nvSpPr>
            <p:cNvPr id="1163" name="Google Shape;1163;p48"/>
            <p:cNvSpPr/>
            <p:nvPr/>
          </p:nvSpPr>
          <p:spPr>
            <a:xfrm>
              <a:off x="-27351575" y="3175300"/>
              <a:ext cx="296975" cy="157550"/>
            </a:xfrm>
            <a:custGeom>
              <a:rect b="b" l="l" r="r" t="t"/>
              <a:pathLst>
                <a:path extrusionOk="0" h="6302" w="11879">
                  <a:moveTo>
                    <a:pt x="7688" y="2080"/>
                  </a:moveTo>
                  <a:lnTo>
                    <a:pt x="7688" y="2836"/>
                  </a:lnTo>
                  <a:lnTo>
                    <a:pt x="4191" y="2836"/>
                  </a:lnTo>
                  <a:lnTo>
                    <a:pt x="4191" y="2080"/>
                  </a:lnTo>
                  <a:close/>
                  <a:moveTo>
                    <a:pt x="10177" y="3497"/>
                  </a:moveTo>
                  <a:cubicBezTo>
                    <a:pt x="10586" y="3497"/>
                    <a:pt x="10996" y="3781"/>
                    <a:pt x="11154" y="4222"/>
                  </a:cubicBezTo>
                  <a:lnTo>
                    <a:pt x="820" y="4222"/>
                  </a:lnTo>
                  <a:cubicBezTo>
                    <a:pt x="914" y="3812"/>
                    <a:pt x="1292" y="3497"/>
                    <a:pt x="1765" y="3497"/>
                  </a:cubicBezTo>
                  <a:close/>
                  <a:moveTo>
                    <a:pt x="3844" y="0"/>
                  </a:moveTo>
                  <a:cubicBezTo>
                    <a:pt x="2899" y="0"/>
                    <a:pt x="2112" y="788"/>
                    <a:pt x="2112" y="1733"/>
                  </a:cubicBezTo>
                  <a:lnTo>
                    <a:pt x="2112" y="2836"/>
                  </a:lnTo>
                  <a:lnTo>
                    <a:pt x="1734" y="2836"/>
                  </a:lnTo>
                  <a:cubicBezTo>
                    <a:pt x="788" y="2836"/>
                    <a:pt x="1" y="3623"/>
                    <a:pt x="1" y="4568"/>
                  </a:cubicBezTo>
                  <a:lnTo>
                    <a:pt x="1" y="6301"/>
                  </a:lnTo>
                  <a:lnTo>
                    <a:pt x="1387" y="6301"/>
                  </a:lnTo>
                  <a:lnTo>
                    <a:pt x="1387" y="5955"/>
                  </a:lnTo>
                  <a:lnTo>
                    <a:pt x="1418" y="5955"/>
                  </a:lnTo>
                  <a:cubicBezTo>
                    <a:pt x="1418" y="5734"/>
                    <a:pt x="1576" y="5577"/>
                    <a:pt x="1765" y="5577"/>
                  </a:cubicBezTo>
                  <a:lnTo>
                    <a:pt x="3151" y="5577"/>
                  </a:lnTo>
                  <a:cubicBezTo>
                    <a:pt x="3340" y="5577"/>
                    <a:pt x="3529" y="5734"/>
                    <a:pt x="3529" y="5955"/>
                  </a:cubicBezTo>
                  <a:lnTo>
                    <a:pt x="3529" y="6301"/>
                  </a:lnTo>
                  <a:lnTo>
                    <a:pt x="8413" y="6301"/>
                  </a:lnTo>
                  <a:lnTo>
                    <a:pt x="8413" y="5955"/>
                  </a:lnTo>
                  <a:cubicBezTo>
                    <a:pt x="8413" y="5734"/>
                    <a:pt x="8570" y="5577"/>
                    <a:pt x="8759" y="5577"/>
                  </a:cubicBezTo>
                  <a:lnTo>
                    <a:pt x="10145" y="5577"/>
                  </a:lnTo>
                  <a:cubicBezTo>
                    <a:pt x="10334" y="5577"/>
                    <a:pt x="10492" y="5734"/>
                    <a:pt x="10492" y="5955"/>
                  </a:cubicBezTo>
                  <a:lnTo>
                    <a:pt x="10492" y="6301"/>
                  </a:lnTo>
                  <a:lnTo>
                    <a:pt x="11878" y="6301"/>
                  </a:lnTo>
                  <a:lnTo>
                    <a:pt x="11878" y="4568"/>
                  </a:lnTo>
                  <a:cubicBezTo>
                    <a:pt x="11878" y="3623"/>
                    <a:pt x="1109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80" y="0"/>
                    <a:pt x="8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8"/>
            <p:cNvSpPr/>
            <p:nvPr/>
          </p:nvSpPr>
          <p:spPr>
            <a:xfrm>
              <a:off x="-27123950" y="3332825"/>
              <a:ext cx="17350" cy="52000"/>
            </a:xfrm>
            <a:custGeom>
              <a:rect b="b" l="l" r="r" t="t"/>
              <a:pathLst>
                <a:path extrusionOk="0" h="2080" w="694">
                  <a:moveTo>
                    <a:pt x="1" y="0"/>
                  </a:move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36" y="2079"/>
                    <a:pt x="694" y="1922"/>
                    <a:pt x="694" y="1733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8"/>
            <p:cNvSpPr/>
            <p:nvPr/>
          </p:nvSpPr>
          <p:spPr>
            <a:xfrm>
              <a:off x="-27350775" y="3350150"/>
              <a:ext cx="296950" cy="121300"/>
            </a:xfrm>
            <a:custGeom>
              <a:rect b="b" l="l" r="r" t="t"/>
              <a:pathLst>
                <a:path extrusionOk="0" h="4852" w="11878">
                  <a:moveTo>
                    <a:pt x="5923" y="693"/>
                  </a:moveTo>
                  <a:cubicBezTo>
                    <a:pt x="6112" y="693"/>
                    <a:pt x="6270" y="851"/>
                    <a:pt x="6270" y="1040"/>
                  </a:cubicBezTo>
                  <a:lnTo>
                    <a:pt x="6270" y="1733"/>
                  </a:lnTo>
                  <a:lnTo>
                    <a:pt x="6994" y="1733"/>
                  </a:lnTo>
                  <a:cubicBezTo>
                    <a:pt x="7183" y="1733"/>
                    <a:pt x="7341" y="1891"/>
                    <a:pt x="7341" y="2080"/>
                  </a:cubicBezTo>
                  <a:cubicBezTo>
                    <a:pt x="7341" y="2300"/>
                    <a:pt x="7183" y="2458"/>
                    <a:pt x="6994" y="2458"/>
                  </a:cubicBezTo>
                  <a:lnTo>
                    <a:pt x="6270" y="2458"/>
                  </a:lnTo>
                  <a:lnTo>
                    <a:pt x="6270" y="3151"/>
                  </a:lnTo>
                  <a:cubicBezTo>
                    <a:pt x="6270" y="3340"/>
                    <a:pt x="6112" y="3497"/>
                    <a:pt x="5923" y="3497"/>
                  </a:cubicBezTo>
                  <a:cubicBezTo>
                    <a:pt x="5734" y="3497"/>
                    <a:pt x="5577" y="3340"/>
                    <a:pt x="5577" y="3151"/>
                  </a:cubicBezTo>
                  <a:lnTo>
                    <a:pt x="5577" y="2458"/>
                  </a:lnTo>
                  <a:lnTo>
                    <a:pt x="4852" y="2458"/>
                  </a:lnTo>
                  <a:cubicBezTo>
                    <a:pt x="4663" y="2458"/>
                    <a:pt x="4505" y="2300"/>
                    <a:pt x="4505" y="2080"/>
                  </a:cubicBezTo>
                  <a:cubicBezTo>
                    <a:pt x="4537" y="1891"/>
                    <a:pt x="4695" y="1733"/>
                    <a:pt x="4852" y="1733"/>
                  </a:cubicBezTo>
                  <a:lnTo>
                    <a:pt x="5577" y="1733"/>
                  </a:lnTo>
                  <a:lnTo>
                    <a:pt x="5577" y="1040"/>
                  </a:lnTo>
                  <a:cubicBezTo>
                    <a:pt x="5577" y="851"/>
                    <a:pt x="5734" y="693"/>
                    <a:pt x="5923" y="693"/>
                  </a:cubicBezTo>
                  <a:close/>
                  <a:moveTo>
                    <a:pt x="126" y="0"/>
                  </a:moveTo>
                  <a:lnTo>
                    <a:pt x="126" y="3119"/>
                  </a:lnTo>
                  <a:cubicBezTo>
                    <a:pt x="0" y="4064"/>
                    <a:pt x="756" y="4852"/>
                    <a:pt x="1733" y="4852"/>
                  </a:cubicBezTo>
                  <a:lnTo>
                    <a:pt x="10145" y="4852"/>
                  </a:lnTo>
                  <a:cubicBezTo>
                    <a:pt x="11090" y="4852"/>
                    <a:pt x="11878" y="4064"/>
                    <a:pt x="11878" y="3119"/>
                  </a:cubicBezTo>
                  <a:lnTo>
                    <a:pt x="11878" y="0"/>
                  </a:lnTo>
                  <a:lnTo>
                    <a:pt x="10491" y="0"/>
                  </a:lnTo>
                  <a:lnTo>
                    <a:pt x="10491" y="1040"/>
                  </a:lnTo>
                  <a:cubicBezTo>
                    <a:pt x="10491" y="1639"/>
                    <a:pt x="10019" y="2048"/>
                    <a:pt x="9452" y="2048"/>
                  </a:cubicBezTo>
                  <a:cubicBezTo>
                    <a:pt x="8885" y="2048"/>
                    <a:pt x="8444" y="1576"/>
                    <a:pt x="8444" y="1040"/>
                  </a:cubicBezTo>
                  <a:lnTo>
                    <a:pt x="8444" y="0"/>
                  </a:lnTo>
                  <a:lnTo>
                    <a:pt x="3560" y="0"/>
                  </a:lnTo>
                  <a:lnTo>
                    <a:pt x="3560" y="1040"/>
                  </a:lnTo>
                  <a:cubicBezTo>
                    <a:pt x="3560" y="1639"/>
                    <a:pt x="3088" y="2048"/>
                    <a:pt x="2521" y="2048"/>
                  </a:cubicBezTo>
                  <a:cubicBezTo>
                    <a:pt x="1954" y="2048"/>
                    <a:pt x="1513" y="1576"/>
                    <a:pt x="1513" y="1040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8"/>
            <p:cNvSpPr/>
            <p:nvPr/>
          </p:nvSpPr>
          <p:spPr>
            <a:xfrm>
              <a:off x="-27299575" y="3332825"/>
              <a:ext cx="18125" cy="52000"/>
            </a:xfrm>
            <a:custGeom>
              <a:rect b="b" l="l" r="r" t="t"/>
              <a:pathLst>
                <a:path extrusionOk="0" h="2080" w="725">
                  <a:moveTo>
                    <a:pt x="0" y="0"/>
                  </a:moveTo>
                  <a:lnTo>
                    <a:pt x="0" y="1733"/>
                  </a:lnTo>
                  <a:cubicBezTo>
                    <a:pt x="0" y="1922"/>
                    <a:pt x="158" y="2079"/>
                    <a:pt x="378" y="2079"/>
                  </a:cubicBezTo>
                  <a:cubicBezTo>
                    <a:pt x="567" y="2079"/>
                    <a:pt x="725" y="1922"/>
                    <a:pt x="725" y="1733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7" name="Google Shape;1167;p48"/>
          <p:cNvGrpSpPr/>
          <p:nvPr/>
        </p:nvGrpSpPr>
        <p:grpSpPr>
          <a:xfrm>
            <a:off x="6218402" y="1758809"/>
            <a:ext cx="269293" cy="353072"/>
            <a:chOff x="-27313750" y="3545275"/>
            <a:chExt cx="226050" cy="296375"/>
          </a:xfrm>
        </p:grpSpPr>
        <p:sp>
          <p:nvSpPr>
            <p:cNvPr id="1168" name="Google Shape;1168;p48"/>
            <p:cNvSpPr/>
            <p:nvPr/>
          </p:nvSpPr>
          <p:spPr>
            <a:xfrm>
              <a:off x="-27305100" y="3598450"/>
              <a:ext cx="208750" cy="173100"/>
            </a:xfrm>
            <a:custGeom>
              <a:rect b="b" l="l" r="r" t="t"/>
              <a:pathLst>
                <a:path extrusionOk="0" h="6924" w="8350">
                  <a:moveTo>
                    <a:pt x="4128" y="2733"/>
                  </a:moveTo>
                  <a:cubicBezTo>
                    <a:pt x="4380" y="3048"/>
                    <a:pt x="4726" y="3269"/>
                    <a:pt x="5167" y="3552"/>
                  </a:cubicBezTo>
                  <a:lnTo>
                    <a:pt x="5167" y="4497"/>
                  </a:lnTo>
                  <a:cubicBezTo>
                    <a:pt x="5167" y="4844"/>
                    <a:pt x="5010" y="5159"/>
                    <a:pt x="4695" y="5348"/>
                  </a:cubicBezTo>
                  <a:cubicBezTo>
                    <a:pt x="4537" y="5474"/>
                    <a:pt x="4325" y="5537"/>
                    <a:pt x="4112" y="5537"/>
                  </a:cubicBezTo>
                  <a:cubicBezTo>
                    <a:pt x="3899" y="5537"/>
                    <a:pt x="3687" y="5474"/>
                    <a:pt x="3529" y="5348"/>
                  </a:cubicBezTo>
                  <a:cubicBezTo>
                    <a:pt x="3277" y="5159"/>
                    <a:pt x="3057" y="4844"/>
                    <a:pt x="3057" y="4497"/>
                  </a:cubicBezTo>
                  <a:lnTo>
                    <a:pt x="3057" y="3552"/>
                  </a:lnTo>
                  <a:lnTo>
                    <a:pt x="3120" y="3552"/>
                  </a:lnTo>
                  <a:cubicBezTo>
                    <a:pt x="3529" y="3269"/>
                    <a:pt x="3907" y="2985"/>
                    <a:pt x="4128" y="2733"/>
                  </a:cubicBezTo>
                  <a:close/>
                  <a:moveTo>
                    <a:pt x="4222" y="0"/>
                  </a:moveTo>
                  <a:cubicBezTo>
                    <a:pt x="3568" y="0"/>
                    <a:pt x="2915" y="166"/>
                    <a:pt x="2363" y="496"/>
                  </a:cubicBezTo>
                  <a:cubicBezTo>
                    <a:pt x="1702" y="906"/>
                    <a:pt x="1229" y="1473"/>
                    <a:pt x="946" y="2166"/>
                  </a:cubicBezTo>
                  <a:lnTo>
                    <a:pt x="190" y="4560"/>
                  </a:lnTo>
                  <a:cubicBezTo>
                    <a:pt x="1" y="5002"/>
                    <a:pt x="64" y="5474"/>
                    <a:pt x="316" y="5915"/>
                  </a:cubicBezTo>
                  <a:cubicBezTo>
                    <a:pt x="662" y="6514"/>
                    <a:pt x="1324" y="6892"/>
                    <a:pt x="2080" y="6923"/>
                  </a:cubicBezTo>
                  <a:cubicBezTo>
                    <a:pt x="2363" y="6923"/>
                    <a:pt x="2615" y="6892"/>
                    <a:pt x="2805" y="6766"/>
                  </a:cubicBezTo>
                  <a:cubicBezTo>
                    <a:pt x="3120" y="6608"/>
                    <a:pt x="3403" y="6419"/>
                    <a:pt x="3561" y="6104"/>
                  </a:cubicBezTo>
                  <a:cubicBezTo>
                    <a:pt x="3750" y="6199"/>
                    <a:pt x="3939" y="6230"/>
                    <a:pt x="4191" y="6230"/>
                  </a:cubicBezTo>
                  <a:cubicBezTo>
                    <a:pt x="4380" y="6230"/>
                    <a:pt x="4600" y="6199"/>
                    <a:pt x="4821" y="6104"/>
                  </a:cubicBezTo>
                  <a:cubicBezTo>
                    <a:pt x="5010" y="6388"/>
                    <a:pt x="5230" y="6608"/>
                    <a:pt x="5545" y="6766"/>
                  </a:cubicBezTo>
                  <a:cubicBezTo>
                    <a:pt x="5797" y="6892"/>
                    <a:pt x="6018" y="6923"/>
                    <a:pt x="6270" y="6923"/>
                  </a:cubicBezTo>
                  <a:lnTo>
                    <a:pt x="6302" y="6923"/>
                  </a:lnTo>
                  <a:cubicBezTo>
                    <a:pt x="7026" y="6892"/>
                    <a:pt x="7688" y="6451"/>
                    <a:pt x="8034" y="5915"/>
                  </a:cubicBezTo>
                  <a:cubicBezTo>
                    <a:pt x="8318" y="5474"/>
                    <a:pt x="8349" y="5002"/>
                    <a:pt x="8192" y="4623"/>
                  </a:cubicBezTo>
                  <a:lnTo>
                    <a:pt x="7436" y="2135"/>
                  </a:lnTo>
                  <a:cubicBezTo>
                    <a:pt x="7184" y="1473"/>
                    <a:pt x="6711" y="906"/>
                    <a:pt x="6081" y="496"/>
                  </a:cubicBezTo>
                  <a:cubicBezTo>
                    <a:pt x="5530" y="166"/>
                    <a:pt x="4876" y="0"/>
                    <a:pt x="4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8"/>
            <p:cNvSpPr/>
            <p:nvPr/>
          </p:nvSpPr>
          <p:spPr>
            <a:xfrm>
              <a:off x="-27313750" y="3770725"/>
              <a:ext cx="226050" cy="70925"/>
            </a:xfrm>
            <a:custGeom>
              <a:rect b="b" l="l" r="r" t="t"/>
              <a:pathLst>
                <a:path extrusionOk="0" h="2837" w="9042">
                  <a:moveTo>
                    <a:pt x="4159" y="1"/>
                  </a:moveTo>
                  <a:cubicBezTo>
                    <a:pt x="3970" y="190"/>
                    <a:pt x="3686" y="379"/>
                    <a:pt x="3403" y="505"/>
                  </a:cubicBezTo>
                  <a:cubicBezTo>
                    <a:pt x="3151" y="631"/>
                    <a:pt x="2772" y="694"/>
                    <a:pt x="2426" y="694"/>
                  </a:cubicBezTo>
                  <a:cubicBezTo>
                    <a:pt x="1764" y="662"/>
                    <a:pt x="1166" y="442"/>
                    <a:pt x="693" y="32"/>
                  </a:cubicBezTo>
                  <a:cubicBezTo>
                    <a:pt x="252" y="473"/>
                    <a:pt x="0" y="1072"/>
                    <a:pt x="0" y="1734"/>
                  </a:cubicBezTo>
                  <a:lnTo>
                    <a:pt x="0" y="2490"/>
                  </a:lnTo>
                  <a:cubicBezTo>
                    <a:pt x="0" y="2679"/>
                    <a:pt x="158" y="2836"/>
                    <a:pt x="347" y="2836"/>
                  </a:cubicBezTo>
                  <a:lnTo>
                    <a:pt x="8695" y="2836"/>
                  </a:lnTo>
                  <a:cubicBezTo>
                    <a:pt x="8884" y="2836"/>
                    <a:pt x="9042" y="2679"/>
                    <a:pt x="9042" y="2490"/>
                  </a:cubicBezTo>
                  <a:lnTo>
                    <a:pt x="9042" y="1765"/>
                  </a:lnTo>
                  <a:cubicBezTo>
                    <a:pt x="9042" y="1135"/>
                    <a:pt x="8821" y="505"/>
                    <a:pt x="8349" y="95"/>
                  </a:cubicBezTo>
                  <a:cubicBezTo>
                    <a:pt x="7876" y="473"/>
                    <a:pt x="7309" y="725"/>
                    <a:pt x="6679" y="757"/>
                  </a:cubicBezTo>
                  <a:lnTo>
                    <a:pt x="6616" y="757"/>
                  </a:lnTo>
                  <a:cubicBezTo>
                    <a:pt x="6238" y="757"/>
                    <a:pt x="5891" y="662"/>
                    <a:pt x="5576" y="505"/>
                  </a:cubicBezTo>
                  <a:cubicBezTo>
                    <a:pt x="5324" y="379"/>
                    <a:pt x="5072" y="221"/>
                    <a:pt x="4883" y="1"/>
                  </a:cubicBezTo>
                  <a:cubicBezTo>
                    <a:pt x="4757" y="32"/>
                    <a:pt x="4631" y="32"/>
                    <a:pt x="4505" y="32"/>
                  </a:cubicBezTo>
                  <a:cubicBezTo>
                    <a:pt x="4411" y="32"/>
                    <a:pt x="4285" y="32"/>
                    <a:pt x="4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48"/>
            <p:cNvSpPr/>
            <p:nvPr/>
          </p:nvSpPr>
          <p:spPr>
            <a:xfrm>
              <a:off x="-27261000" y="3545275"/>
              <a:ext cx="122100" cy="51425"/>
            </a:xfrm>
            <a:custGeom>
              <a:rect b="b" l="l" r="r" t="t"/>
              <a:pathLst>
                <a:path extrusionOk="0" h="2057" w="4884">
                  <a:moveTo>
                    <a:pt x="2454" y="1"/>
                  </a:moveTo>
                  <a:cubicBezTo>
                    <a:pt x="1639" y="1"/>
                    <a:pt x="820" y="339"/>
                    <a:pt x="127" y="1017"/>
                  </a:cubicBezTo>
                  <a:cubicBezTo>
                    <a:pt x="32" y="1111"/>
                    <a:pt x="1" y="1237"/>
                    <a:pt x="32" y="1332"/>
                  </a:cubicBezTo>
                  <a:lnTo>
                    <a:pt x="190" y="2056"/>
                  </a:lnTo>
                  <a:cubicBezTo>
                    <a:pt x="820" y="1647"/>
                    <a:pt x="1608" y="1458"/>
                    <a:pt x="2395" y="1458"/>
                  </a:cubicBezTo>
                  <a:cubicBezTo>
                    <a:pt x="3183" y="1458"/>
                    <a:pt x="3970" y="1647"/>
                    <a:pt x="4601" y="2056"/>
                  </a:cubicBezTo>
                  <a:lnTo>
                    <a:pt x="4664" y="2056"/>
                  </a:lnTo>
                  <a:lnTo>
                    <a:pt x="4853" y="1332"/>
                  </a:lnTo>
                  <a:cubicBezTo>
                    <a:pt x="4884" y="1237"/>
                    <a:pt x="4853" y="1111"/>
                    <a:pt x="4758" y="1017"/>
                  </a:cubicBezTo>
                  <a:cubicBezTo>
                    <a:pt x="4081" y="339"/>
                    <a:pt x="3269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48"/>
          <p:cNvGrpSpPr/>
          <p:nvPr/>
        </p:nvGrpSpPr>
        <p:grpSpPr>
          <a:xfrm>
            <a:off x="6172593" y="2211380"/>
            <a:ext cx="354710" cy="356586"/>
            <a:chOff x="-27351575" y="3915650"/>
            <a:chExt cx="297750" cy="299325"/>
          </a:xfrm>
        </p:grpSpPr>
        <p:sp>
          <p:nvSpPr>
            <p:cNvPr id="1172" name="Google Shape;1172;p48"/>
            <p:cNvSpPr/>
            <p:nvPr/>
          </p:nvSpPr>
          <p:spPr>
            <a:xfrm>
              <a:off x="-27351575" y="4059000"/>
              <a:ext cx="153625" cy="155975"/>
            </a:xfrm>
            <a:custGeom>
              <a:rect b="b" l="l" r="r" t="t"/>
              <a:pathLst>
                <a:path extrusionOk="0" h="6239" w="6145">
                  <a:moveTo>
                    <a:pt x="3183" y="1"/>
                  </a:moveTo>
                  <a:lnTo>
                    <a:pt x="2490" y="725"/>
                  </a:lnTo>
                  <a:cubicBezTo>
                    <a:pt x="2206" y="1009"/>
                    <a:pt x="1986" y="1387"/>
                    <a:pt x="1860" y="1828"/>
                  </a:cubicBezTo>
                  <a:cubicBezTo>
                    <a:pt x="1608" y="2742"/>
                    <a:pt x="1229" y="3435"/>
                    <a:pt x="725" y="4002"/>
                  </a:cubicBezTo>
                  <a:lnTo>
                    <a:pt x="316" y="4411"/>
                  </a:lnTo>
                  <a:cubicBezTo>
                    <a:pt x="127" y="4632"/>
                    <a:pt x="1" y="4884"/>
                    <a:pt x="1" y="5167"/>
                  </a:cubicBezTo>
                  <a:cubicBezTo>
                    <a:pt x="1" y="5451"/>
                    <a:pt x="127" y="5734"/>
                    <a:pt x="316" y="5923"/>
                  </a:cubicBezTo>
                  <a:cubicBezTo>
                    <a:pt x="505" y="6113"/>
                    <a:pt x="788" y="6239"/>
                    <a:pt x="1072" y="6239"/>
                  </a:cubicBezTo>
                  <a:cubicBezTo>
                    <a:pt x="1355" y="6113"/>
                    <a:pt x="1608" y="5986"/>
                    <a:pt x="1765" y="5797"/>
                  </a:cubicBezTo>
                  <a:lnTo>
                    <a:pt x="2206" y="5419"/>
                  </a:lnTo>
                  <a:cubicBezTo>
                    <a:pt x="2710" y="4884"/>
                    <a:pt x="3435" y="4506"/>
                    <a:pt x="4380" y="4254"/>
                  </a:cubicBezTo>
                  <a:cubicBezTo>
                    <a:pt x="4664" y="4191"/>
                    <a:pt x="4916" y="4033"/>
                    <a:pt x="5168" y="3876"/>
                  </a:cubicBezTo>
                  <a:lnTo>
                    <a:pt x="4664" y="3372"/>
                  </a:lnTo>
                  <a:cubicBezTo>
                    <a:pt x="4537" y="3246"/>
                    <a:pt x="4537" y="2994"/>
                    <a:pt x="4664" y="2899"/>
                  </a:cubicBezTo>
                  <a:cubicBezTo>
                    <a:pt x="4711" y="2836"/>
                    <a:pt x="4797" y="2805"/>
                    <a:pt x="4888" y="2805"/>
                  </a:cubicBezTo>
                  <a:cubicBezTo>
                    <a:pt x="4979" y="2805"/>
                    <a:pt x="5073" y="2836"/>
                    <a:pt x="5136" y="2899"/>
                  </a:cubicBezTo>
                  <a:lnTo>
                    <a:pt x="5672" y="3435"/>
                  </a:lnTo>
                  <a:lnTo>
                    <a:pt x="6144" y="2962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8"/>
            <p:cNvSpPr/>
            <p:nvPr/>
          </p:nvSpPr>
          <p:spPr>
            <a:xfrm>
              <a:off x="-27257050" y="3915650"/>
              <a:ext cx="203225" cy="202450"/>
            </a:xfrm>
            <a:custGeom>
              <a:rect b="b" l="l" r="r" t="t"/>
              <a:pathLst>
                <a:path extrusionOk="0" h="8098" w="8129">
                  <a:moveTo>
                    <a:pt x="1891" y="2364"/>
                  </a:moveTo>
                  <a:cubicBezTo>
                    <a:pt x="1985" y="2364"/>
                    <a:pt x="2048" y="2395"/>
                    <a:pt x="2143" y="2490"/>
                  </a:cubicBezTo>
                  <a:lnTo>
                    <a:pt x="5545" y="5892"/>
                  </a:lnTo>
                  <a:cubicBezTo>
                    <a:pt x="5671" y="6018"/>
                    <a:pt x="5671" y="6239"/>
                    <a:pt x="5545" y="6365"/>
                  </a:cubicBezTo>
                  <a:cubicBezTo>
                    <a:pt x="5498" y="6428"/>
                    <a:pt x="5411" y="6459"/>
                    <a:pt x="5321" y="6459"/>
                  </a:cubicBezTo>
                  <a:cubicBezTo>
                    <a:pt x="5230" y="6459"/>
                    <a:pt x="5136" y="6428"/>
                    <a:pt x="5073" y="6365"/>
                  </a:cubicBezTo>
                  <a:lnTo>
                    <a:pt x="1670" y="2962"/>
                  </a:lnTo>
                  <a:cubicBezTo>
                    <a:pt x="1544" y="2836"/>
                    <a:pt x="1544" y="2647"/>
                    <a:pt x="1670" y="2490"/>
                  </a:cubicBezTo>
                  <a:cubicBezTo>
                    <a:pt x="1733" y="2395"/>
                    <a:pt x="1828" y="2364"/>
                    <a:pt x="1891" y="2364"/>
                  </a:cubicBezTo>
                  <a:close/>
                  <a:moveTo>
                    <a:pt x="6742" y="1"/>
                  </a:moveTo>
                  <a:cubicBezTo>
                    <a:pt x="6333" y="1"/>
                    <a:pt x="6018" y="158"/>
                    <a:pt x="5766" y="379"/>
                  </a:cubicBezTo>
                  <a:lnTo>
                    <a:pt x="4128" y="2017"/>
                  </a:lnTo>
                  <a:cubicBezTo>
                    <a:pt x="3938" y="2206"/>
                    <a:pt x="3679" y="2301"/>
                    <a:pt x="3415" y="2301"/>
                  </a:cubicBezTo>
                  <a:cubicBezTo>
                    <a:pt x="3151" y="2301"/>
                    <a:pt x="2883" y="2206"/>
                    <a:pt x="2678" y="2017"/>
                  </a:cubicBezTo>
                  <a:cubicBezTo>
                    <a:pt x="2489" y="1812"/>
                    <a:pt x="2229" y="1710"/>
                    <a:pt x="1965" y="1710"/>
                  </a:cubicBezTo>
                  <a:cubicBezTo>
                    <a:pt x="1702" y="1710"/>
                    <a:pt x="1434" y="1812"/>
                    <a:pt x="1229" y="2017"/>
                  </a:cubicBezTo>
                  <a:cubicBezTo>
                    <a:pt x="851" y="2395"/>
                    <a:pt x="851" y="3057"/>
                    <a:pt x="1229" y="3466"/>
                  </a:cubicBezTo>
                  <a:lnTo>
                    <a:pt x="1481" y="3687"/>
                  </a:lnTo>
                  <a:lnTo>
                    <a:pt x="0" y="5167"/>
                  </a:lnTo>
                  <a:lnTo>
                    <a:pt x="2962" y="8097"/>
                  </a:lnTo>
                  <a:lnTo>
                    <a:pt x="3403" y="7625"/>
                  </a:lnTo>
                  <a:lnTo>
                    <a:pt x="2836" y="7089"/>
                  </a:lnTo>
                  <a:cubicBezTo>
                    <a:pt x="2710" y="6963"/>
                    <a:pt x="2710" y="6743"/>
                    <a:pt x="2836" y="6617"/>
                  </a:cubicBezTo>
                  <a:cubicBezTo>
                    <a:pt x="2899" y="6554"/>
                    <a:pt x="2985" y="6522"/>
                    <a:pt x="3072" y="6522"/>
                  </a:cubicBezTo>
                  <a:cubicBezTo>
                    <a:pt x="3159" y="6522"/>
                    <a:pt x="3245" y="6554"/>
                    <a:pt x="3308" y="6617"/>
                  </a:cubicBezTo>
                  <a:lnTo>
                    <a:pt x="3875" y="7152"/>
                  </a:lnTo>
                  <a:lnTo>
                    <a:pt x="4380" y="6648"/>
                  </a:lnTo>
                  <a:lnTo>
                    <a:pt x="4600" y="6900"/>
                  </a:lnTo>
                  <a:cubicBezTo>
                    <a:pt x="4821" y="7089"/>
                    <a:pt x="5073" y="7215"/>
                    <a:pt x="5356" y="7215"/>
                  </a:cubicBezTo>
                  <a:cubicBezTo>
                    <a:pt x="5640" y="7215"/>
                    <a:pt x="5923" y="7089"/>
                    <a:pt x="6112" y="6900"/>
                  </a:cubicBezTo>
                  <a:cubicBezTo>
                    <a:pt x="6490" y="6491"/>
                    <a:pt x="6490" y="5829"/>
                    <a:pt x="6112" y="5420"/>
                  </a:cubicBezTo>
                  <a:cubicBezTo>
                    <a:pt x="5703" y="5041"/>
                    <a:pt x="5703" y="4380"/>
                    <a:pt x="6112" y="3970"/>
                  </a:cubicBezTo>
                  <a:lnTo>
                    <a:pt x="7719" y="2364"/>
                  </a:lnTo>
                  <a:cubicBezTo>
                    <a:pt x="8003" y="2080"/>
                    <a:pt x="8129" y="1733"/>
                    <a:pt x="8129" y="1387"/>
                  </a:cubicBezTo>
                  <a:cubicBezTo>
                    <a:pt x="8129" y="1009"/>
                    <a:pt x="7971" y="662"/>
                    <a:pt x="7719" y="379"/>
                  </a:cubicBezTo>
                  <a:cubicBezTo>
                    <a:pt x="7436" y="127"/>
                    <a:pt x="7120" y="1"/>
                    <a:pt x="6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4" name="Google Shape;1174;p48"/>
          <p:cNvGrpSpPr/>
          <p:nvPr/>
        </p:nvGrpSpPr>
        <p:grpSpPr>
          <a:xfrm>
            <a:off x="4860084" y="2693579"/>
            <a:ext cx="319060" cy="353042"/>
            <a:chOff x="-25445525" y="3175900"/>
            <a:chExt cx="267825" cy="296350"/>
          </a:xfrm>
        </p:grpSpPr>
        <p:sp>
          <p:nvSpPr>
            <p:cNvPr id="1175" name="Google Shape;1175;p48"/>
            <p:cNvSpPr/>
            <p:nvPr/>
          </p:nvSpPr>
          <p:spPr>
            <a:xfrm>
              <a:off x="-25445525" y="3367475"/>
              <a:ext cx="123675" cy="104775"/>
            </a:xfrm>
            <a:custGeom>
              <a:rect b="b" l="l" r="r" t="t"/>
              <a:pathLst>
                <a:path extrusionOk="0" h="4191" w="4947">
                  <a:moveTo>
                    <a:pt x="3088" y="0"/>
                  </a:moveTo>
                  <a:cubicBezTo>
                    <a:pt x="2364" y="883"/>
                    <a:pt x="1387" y="2080"/>
                    <a:pt x="127" y="3655"/>
                  </a:cubicBezTo>
                  <a:cubicBezTo>
                    <a:pt x="1" y="3718"/>
                    <a:pt x="1" y="3875"/>
                    <a:pt x="32" y="4001"/>
                  </a:cubicBezTo>
                  <a:cubicBezTo>
                    <a:pt x="95" y="4127"/>
                    <a:pt x="253" y="4191"/>
                    <a:pt x="379" y="4191"/>
                  </a:cubicBezTo>
                  <a:lnTo>
                    <a:pt x="3246" y="4191"/>
                  </a:lnTo>
                  <a:cubicBezTo>
                    <a:pt x="3372" y="4191"/>
                    <a:pt x="3435" y="4159"/>
                    <a:pt x="3529" y="4096"/>
                  </a:cubicBezTo>
                  <a:lnTo>
                    <a:pt x="4947" y="2363"/>
                  </a:lnTo>
                  <a:lnTo>
                    <a:pt x="3466" y="536"/>
                  </a:lnTo>
                  <a:lnTo>
                    <a:pt x="3120" y="63"/>
                  </a:lnTo>
                  <a:cubicBezTo>
                    <a:pt x="3120" y="32"/>
                    <a:pt x="3088" y="32"/>
                    <a:pt x="3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8"/>
            <p:cNvSpPr/>
            <p:nvPr/>
          </p:nvSpPr>
          <p:spPr>
            <a:xfrm>
              <a:off x="-25398250" y="3175900"/>
              <a:ext cx="220550" cy="296350"/>
            </a:xfrm>
            <a:custGeom>
              <a:rect b="b" l="l" r="r" t="t"/>
              <a:pathLst>
                <a:path extrusionOk="0" h="11854" w="8822">
                  <a:moveTo>
                    <a:pt x="3491" y="1"/>
                  </a:moveTo>
                  <a:cubicBezTo>
                    <a:pt x="3420" y="1"/>
                    <a:pt x="3348" y="3"/>
                    <a:pt x="3277" y="8"/>
                  </a:cubicBezTo>
                  <a:cubicBezTo>
                    <a:pt x="1481" y="134"/>
                    <a:pt x="0" y="1709"/>
                    <a:pt x="0" y="3568"/>
                  </a:cubicBezTo>
                  <a:cubicBezTo>
                    <a:pt x="0" y="4733"/>
                    <a:pt x="945" y="6246"/>
                    <a:pt x="1764" y="7285"/>
                  </a:cubicBezTo>
                  <a:lnTo>
                    <a:pt x="2142" y="7758"/>
                  </a:lnTo>
                  <a:lnTo>
                    <a:pt x="5324" y="11759"/>
                  </a:lnTo>
                  <a:cubicBezTo>
                    <a:pt x="5387" y="11822"/>
                    <a:pt x="5482" y="11854"/>
                    <a:pt x="5608" y="11854"/>
                  </a:cubicBezTo>
                  <a:lnTo>
                    <a:pt x="8475" y="11854"/>
                  </a:lnTo>
                  <a:cubicBezTo>
                    <a:pt x="8601" y="11854"/>
                    <a:pt x="8695" y="11790"/>
                    <a:pt x="8790" y="11664"/>
                  </a:cubicBezTo>
                  <a:cubicBezTo>
                    <a:pt x="8821" y="11538"/>
                    <a:pt x="8821" y="11381"/>
                    <a:pt x="8758" y="11318"/>
                  </a:cubicBezTo>
                  <a:cubicBezTo>
                    <a:pt x="7939" y="10278"/>
                    <a:pt x="7183" y="9302"/>
                    <a:pt x="6459" y="8482"/>
                  </a:cubicBezTo>
                  <a:cubicBezTo>
                    <a:pt x="6144" y="8073"/>
                    <a:pt x="5828" y="7695"/>
                    <a:pt x="5513" y="7348"/>
                  </a:cubicBezTo>
                  <a:cubicBezTo>
                    <a:pt x="5387" y="7191"/>
                    <a:pt x="5293" y="7065"/>
                    <a:pt x="5167" y="6907"/>
                  </a:cubicBezTo>
                  <a:cubicBezTo>
                    <a:pt x="4600" y="6246"/>
                    <a:pt x="4127" y="5647"/>
                    <a:pt x="3749" y="5080"/>
                  </a:cubicBezTo>
                  <a:cubicBezTo>
                    <a:pt x="3088" y="4198"/>
                    <a:pt x="2646" y="3568"/>
                    <a:pt x="2363" y="3032"/>
                  </a:cubicBezTo>
                  <a:cubicBezTo>
                    <a:pt x="2174" y="2686"/>
                    <a:pt x="2079" y="2371"/>
                    <a:pt x="2079" y="2182"/>
                  </a:cubicBezTo>
                  <a:cubicBezTo>
                    <a:pt x="2079" y="1425"/>
                    <a:pt x="2678" y="764"/>
                    <a:pt x="3466" y="764"/>
                  </a:cubicBezTo>
                  <a:cubicBezTo>
                    <a:pt x="4253" y="764"/>
                    <a:pt x="4852" y="1425"/>
                    <a:pt x="4852" y="2182"/>
                  </a:cubicBezTo>
                  <a:cubicBezTo>
                    <a:pt x="4852" y="2308"/>
                    <a:pt x="4820" y="2528"/>
                    <a:pt x="4568" y="3001"/>
                  </a:cubicBezTo>
                  <a:cubicBezTo>
                    <a:pt x="4379" y="3347"/>
                    <a:pt x="4159" y="3757"/>
                    <a:pt x="3907" y="4103"/>
                  </a:cubicBezTo>
                  <a:cubicBezTo>
                    <a:pt x="4064" y="4292"/>
                    <a:pt x="4190" y="4513"/>
                    <a:pt x="4316" y="4670"/>
                  </a:cubicBezTo>
                  <a:cubicBezTo>
                    <a:pt x="4694" y="5206"/>
                    <a:pt x="5167" y="5805"/>
                    <a:pt x="5734" y="6435"/>
                  </a:cubicBezTo>
                  <a:lnTo>
                    <a:pt x="5765" y="6466"/>
                  </a:lnTo>
                  <a:cubicBezTo>
                    <a:pt x="6396" y="5521"/>
                    <a:pt x="6931" y="4418"/>
                    <a:pt x="6931" y="3505"/>
                  </a:cubicBezTo>
                  <a:cubicBezTo>
                    <a:pt x="6931" y="1621"/>
                    <a:pt x="5408" y="1"/>
                    <a:pt x="34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8"/>
            <p:cNvSpPr/>
            <p:nvPr/>
          </p:nvSpPr>
          <p:spPr>
            <a:xfrm>
              <a:off x="-25328950" y="3211525"/>
              <a:ext cx="35475" cy="36250"/>
            </a:xfrm>
            <a:custGeom>
              <a:rect b="b" l="l" r="r" t="t"/>
              <a:pathLst>
                <a:path extrusionOk="0" h="1450" w="1419">
                  <a:moveTo>
                    <a:pt x="694" y="0"/>
                  </a:moveTo>
                  <a:cubicBezTo>
                    <a:pt x="316" y="0"/>
                    <a:pt x="0" y="347"/>
                    <a:pt x="0" y="757"/>
                  </a:cubicBezTo>
                  <a:cubicBezTo>
                    <a:pt x="0" y="757"/>
                    <a:pt x="0" y="914"/>
                    <a:pt x="190" y="1292"/>
                  </a:cubicBezTo>
                  <a:cubicBezTo>
                    <a:pt x="221" y="1355"/>
                    <a:pt x="221" y="1418"/>
                    <a:pt x="253" y="1450"/>
                  </a:cubicBezTo>
                  <a:cubicBezTo>
                    <a:pt x="379" y="1418"/>
                    <a:pt x="536" y="1387"/>
                    <a:pt x="662" y="1387"/>
                  </a:cubicBezTo>
                  <a:cubicBezTo>
                    <a:pt x="788" y="1387"/>
                    <a:pt x="946" y="1418"/>
                    <a:pt x="1040" y="1450"/>
                  </a:cubicBezTo>
                  <a:cubicBezTo>
                    <a:pt x="1103" y="1418"/>
                    <a:pt x="1135" y="1355"/>
                    <a:pt x="1135" y="1292"/>
                  </a:cubicBezTo>
                  <a:cubicBezTo>
                    <a:pt x="1324" y="914"/>
                    <a:pt x="1324" y="757"/>
                    <a:pt x="1324" y="757"/>
                  </a:cubicBezTo>
                  <a:cubicBezTo>
                    <a:pt x="1418" y="347"/>
                    <a:pt x="1103" y="0"/>
                    <a:pt x="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8" name="Google Shape;1178;p48"/>
          <p:cNvGrpSpPr/>
          <p:nvPr/>
        </p:nvGrpSpPr>
        <p:grpSpPr>
          <a:xfrm>
            <a:off x="4841797" y="3183902"/>
            <a:ext cx="355633" cy="330288"/>
            <a:chOff x="-25465200" y="3565175"/>
            <a:chExt cx="298525" cy="277250"/>
          </a:xfrm>
        </p:grpSpPr>
        <p:sp>
          <p:nvSpPr>
            <p:cNvPr id="1179" name="Google Shape;1179;p48"/>
            <p:cNvSpPr/>
            <p:nvPr/>
          </p:nvSpPr>
          <p:spPr>
            <a:xfrm>
              <a:off x="-25413225" y="3565175"/>
              <a:ext cx="172500" cy="103975"/>
            </a:xfrm>
            <a:custGeom>
              <a:rect b="b" l="l" r="r" t="t"/>
              <a:pathLst>
                <a:path extrusionOk="0" h="4159" w="6900">
                  <a:moveTo>
                    <a:pt x="4884" y="1166"/>
                  </a:moveTo>
                  <a:lnTo>
                    <a:pt x="5797" y="2079"/>
                  </a:lnTo>
                  <a:lnTo>
                    <a:pt x="4884" y="2079"/>
                  </a:lnTo>
                  <a:lnTo>
                    <a:pt x="4884" y="1166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284" y="2899"/>
                    <a:pt x="631" y="2804"/>
                    <a:pt x="1040" y="2804"/>
                  </a:cubicBezTo>
                  <a:lnTo>
                    <a:pt x="4065" y="2804"/>
                  </a:lnTo>
                  <a:cubicBezTo>
                    <a:pt x="4726" y="2804"/>
                    <a:pt x="5325" y="3151"/>
                    <a:pt x="5608" y="3718"/>
                  </a:cubicBezTo>
                  <a:lnTo>
                    <a:pt x="5797" y="4159"/>
                  </a:lnTo>
                  <a:lnTo>
                    <a:pt x="6900" y="4159"/>
                  </a:lnTo>
                  <a:lnTo>
                    <a:pt x="6900" y="2426"/>
                  </a:lnTo>
                  <a:cubicBezTo>
                    <a:pt x="6900" y="2394"/>
                    <a:pt x="6869" y="2237"/>
                    <a:pt x="6774" y="2205"/>
                  </a:cubicBezTo>
                  <a:lnTo>
                    <a:pt x="4695" y="126"/>
                  </a:lnTo>
                  <a:cubicBezTo>
                    <a:pt x="4726" y="32"/>
                    <a:pt x="4632" y="0"/>
                    <a:pt x="45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48"/>
            <p:cNvSpPr/>
            <p:nvPr/>
          </p:nvSpPr>
          <p:spPr>
            <a:xfrm>
              <a:off x="-25465200" y="3650225"/>
              <a:ext cx="298525" cy="192200"/>
            </a:xfrm>
            <a:custGeom>
              <a:rect b="b" l="l" r="r" t="t"/>
              <a:pathLst>
                <a:path extrusionOk="0" h="7688" w="11941">
                  <a:moveTo>
                    <a:pt x="10838" y="3529"/>
                  </a:moveTo>
                  <a:cubicBezTo>
                    <a:pt x="10964" y="3529"/>
                    <a:pt x="11027" y="3561"/>
                    <a:pt x="11121" y="3655"/>
                  </a:cubicBezTo>
                  <a:cubicBezTo>
                    <a:pt x="11184" y="3718"/>
                    <a:pt x="11184" y="3813"/>
                    <a:pt x="11184" y="3907"/>
                  </a:cubicBezTo>
                  <a:lnTo>
                    <a:pt x="10901" y="5703"/>
                  </a:lnTo>
                  <a:lnTo>
                    <a:pt x="10365" y="3529"/>
                  </a:lnTo>
                  <a:close/>
                  <a:moveTo>
                    <a:pt x="5227" y="2768"/>
                  </a:moveTo>
                  <a:cubicBezTo>
                    <a:pt x="5400" y="2768"/>
                    <a:pt x="5580" y="2884"/>
                    <a:pt x="5608" y="3025"/>
                  </a:cubicBezTo>
                  <a:lnTo>
                    <a:pt x="5892" y="4159"/>
                  </a:lnTo>
                  <a:lnTo>
                    <a:pt x="7341" y="4159"/>
                  </a:lnTo>
                  <a:cubicBezTo>
                    <a:pt x="7530" y="4159"/>
                    <a:pt x="7687" y="4317"/>
                    <a:pt x="7687" y="4506"/>
                  </a:cubicBezTo>
                  <a:cubicBezTo>
                    <a:pt x="7687" y="4758"/>
                    <a:pt x="7530" y="4915"/>
                    <a:pt x="7341" y="4915"/>
                  </a:cubicBezTo>
                  <a:lnTo>
                    <a:pt x="6018" y="4915"/>
                  </a:lnTo>
                  <a:lnTo>
                    <a:pt x="6270" y="5829"/>
                  </a:lnTo>
                  <a:cubicBezTo>
                    <a:pt x="6301" y="6050"/>
                    <a:pt x="6175" y="6207"/>
                    <a:pt x="6018" y="6270"/>
                  </a:cubicBezTo>
                  <a:lnTo>
                    <a:pt x="5955" y="6270"/>
                  </a:lnTo>
                  <a:cubicBezTo>
                    <a:pt x="5797" y="6270"/>
                    <a:pt x="5640" y="6176"/>
                    <a:pt x="5608" y="6018"/>
                  </a:cubicBezTo>
                  <a:lnTo>
                    <a:pt x="5324" y="4852"/>
                  </a:lnTo>
                  <a:lnTo>
                    <a:pt x="3875" y="4852"/>
                  </a:lnTo>
                  <a:cubicBezTo>
                    <a:pt x="3686" y="4852"/>
                    <a:pt x="3529" y="4695"/>
                    <a:pt x="3529" y="4506"/>
                  </a:cubicBezTo>
                  <a:cubicBezTo>
                    <a:pt x="3529" y="4317"/>
                    <a:pt x="3686" y="4159"/>
                    <a:pt x="3875" y="4159"/>
                  </a:cubicBezTo>
                  <a:lnTo>
                    <a:pt x="5167" y="4159"/>
                  </a:lnTo>
                  <a:lnTo>
                    <a:pt x="4946" y="3214"/>
                  </a:lnTo>
                  <a:cubicBezTo>
                    <a:pt x="4883" y="3025"/>
                    <a:pt x="5009" y="2868"/>
                    <a:pt x="5167" y="2773"/>
                  </a:cubicBezTo>
                  <a:cubicBezTo>
                    <a:pt x="5187" y="2770"/>
                    <a:pt x="5207" y="2768"/>
                    <a:pt x="5227" y="2768"/>
                  </a:cubicBezTo>
                  <a:close/>
                  <a:moveTo>
                    <a:pt x="3151" y="1"/>
                  </a:moveTo>
                  <a:cubicBezTo>
                    <a:pt x="2584" y="1"/>
                    <a:pt x="2142" y="473"/>
                    <a:pt x="2142" y="1040"/>
                  </a:cubicBezTo>
                  <a:lnTo>
                    <a:pt x="2142" y="1387"/>
                  </a:lnTo>
                  <a:lnTo>
                    <a:pt x="1103" y="1387"/>
                  </a:lnTo>
                  <a:cubicBezTo>
                    <a:pt x="788" y="1387"/>
                    <a:pt x="473" y="1544"/>
                    <a:pt x="284" y="1796"/>
                  </a:cubicBezTo>
                  <a:cubicBezTo>
                    <a:pt x="95" y="2017"/>
                    <a:pt x="0" y="2332"/>
                    <a:pt x="95" y="2679"/>
                  </a:cubicBezTo>
                  <a:lnTo>
                    <a:pt x="1166" y="6869"/>
                  </a:lnTo>
                  <a:cubicBezTo>
                    <a:pt x="1260" y="7341"/>
                    <a:pt x="1701" y="7656"/>
                    <a:pt x="2174" y="7656"/>
                  </a:cubicBezTo>
                  <a:lnTo>
                    <a:pt x="10995" y="7688"/>
                  </a:lnTo>
                  <a:cubicBezTo>
                    <a:pt x="11153" y="7688"/>
                    <a:pt x="11310" y="7593"/>
                    <a:pt x="11342" y="7436"/>
                  </a:cubicBezTo>
                  <a:lnTo>
                    <a:pt x="11909" y="4033"/>
                  </a:lnTo>
                  <a:cubicBezTo>
                    <a:pt x="11941" y="3718"/>
                    <a:pt x="11846" y="3435"/>
                    <a:pt x="11657" y="3214"/>
                  </a:cubicBezTo>
                  <a:cubicBezTo>
                    <a:pt x="11468" y="2962"/>
                    <a:pt x="11184" y="2868"/>
                    <a:pt x="10869" y="2868"/>
                  </a:cubicBezTo>
                  <a:lnTo>
                    <a:pt x="10208" y="2868"/>
                  </a:lnTo>
                  <a:lnTo>
                    <a:pt x="10050" y="2269"/>
                  </a:lnTo>
                  <a:cubicBezTo>
                    <a:pt x="9924" y="1796"/>
                    <a:pt x="9546" y="1450"/>
                    <a:pt x="9042" y="1450"/>
                  </a:cubicBezTo>
                  <a:lnTo>
                    <a:pt x="7530" y="1450"/>
                  </a:lnTo>
                  <a:lnTo>
                    <a:pt x="7120" y="599"/>
                  </a:lnTo>
                  <a:cubicBezTo>
                    <a:pt x="6963" y="253"/>
                    <a:pt x="6585" y="1"/>
                    <a:pt x="6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1" name="Google Shape;1181;p48"/>
          <p:cNvGrpSpPr/>
          <p:nvPr/>
        </p:nvGrpSpPr>
        <p:grpSpPr>
          <a:xfrm>
            <a:off x="4841336" y="3623432"/>
            <a:ext cx="356556" cy="351285"/>
            <a:chOff x="-25465200" y="3916150"/>
            <a:chExt cx="299300" cy="294875"/>
          </a:xfrm>
        </p:grpSpPr>
        <p:sp>
          <p:nvSpPr>
            <p:cNvPr id="1182" name="Google Shape;1182;p48"/>
            <p:cNvSpPr/>
            <p:nvPr/>
          </p:nvSpPr>
          <p:spPr>
            <a:xfrm>
              <a:off x="-25316350" y="3916150"/>
              <a:ext cx="150450" cy="149175"/>
            </a:xfrm>
            <a:custGeom>
              <a:rect b="b" l="l" r="r" t="t"/>
              <a:pathLst>
                <a:path extrusionOk="0" h="5967" w="6018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48"/>
            <p:cNvSpPr/>
            <p:nvPr/>
          </p:nvSpPr>
          <p:spPr>
            <a:xfrm>
              <a:off x="-25465200" y="4003875"/>
              <a:ext cx="208725" cy="207150"/>
            </a:xfrm>
            <a:custGeom>
              <a:rect b="b" l="l" r="r" t="t"/>
              <a:pathLst>
                <a:path extrusionOk="0" h="8286" w="8349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4" name="Google Shape;1184;p48"/>
          <p:cNvGrpSpPr/>
          <p:nvPr/>
        </p:nvGrpSpPr>
        <p:grpSpPr>
          <a:xfrm>
            <a:off x="7068775" y="2693698"/>
            <a:ext cx="351880" cy="352803"/>
            <a:chOff x="-23615075" y="3148525"/>
            <a:chExt cx="295375" cy="296150"/>
          </a:xfrm>
        </p:grpSpPr>
        <p:sp>
          <p:nvSpPr>
            <p:cNvPr id="1185" name="Google Shape;1185;p48"/>
            <p:cNvSpPr/>
            <p:nvPr/>
          </p:nvSpPr>
          <p:spPr>
            <a:xfrm>
              <a:off x="-23493775" y="3183950"/>
              <a:ext cx="52775" cy="53600"/>
            </a:xfrm>
            <a:custGeom>
              <a:rect b="b" l="l" r="r" t="t"/>
              <a:pathLst>
                <a:path extrusionOk="0" h="2144" w="2111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8"/>
            <p:cNvSpPr/>
            <p:nvPr/>
          </p:nvSpPr>
          <p:spPr>
            <a:xfrm>
              <a:off x="-23615075" y="3268225"/>
              <a:ext cx="34675" cy="173300"/>
            </a:xfrm>
            <a:custGeom>
              <a:rect b="b" l="l" r="r" t="t"/>
              <a:pathLst>
                <a:path extrusionOk="0" h="6932" w="1387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8"/>
            <p:cNvSpPr/>
            <p:nvPr/>
          </p:nvSpPr>
          <p:spPr>
            <a:xfrm>
              <a:off x="-23354375" y="3270600"/>
              <a:ext cx="34675" cy="173300"/>
            </a:xfrm>
            <a:custGeom>
              <a:rect b="b" l="l" r="r" t="t"/>
              <a:pathLst>
                <a:path extrusionOk="0" h="6932" w="1387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8"/>
            <p:cNvSpPr/>
            <p:nvPr/>
          </p:nvSpPr>
          <p:spPr>
            <a:xfrm>
              <a:off x="-23562300" y="3148525"/>
              <a:ext cx="191400" cy="296150"/>
            </a:xfrm>
            <a:custGeom>
              <a:rect b="b" l="l" r="r" t="t"/>
              <a:pathLst>
                <a:path extrusionOk="0" h="11846" w="7656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9" name="Google Shape;1189;p48"/>
          <p:cNvSpPr/>
          <p:nvPr/>
        </p:nvSpPr>
        <p:spPr>
          <a:xfrm>
            <a:off x="7066872" y="3172057"/>
            <a:ext cx="356586" cy="353876"/>
          </a:xfrm>
          <a:custGeom>
            <a:rect b="b" l="l" r="r" t="t"/>
            <a:pathLst>
              <a:path extrusionOk="0" h="11882" w="11973">
                <a:moveTo>
                  <a:pt x="6302" y="725"/>
                </a:moveTo>
                <a:lnTo>
                  <a:pt x="6302" y="1639"/>
                </a:lnTo>
                <a:cubicBezTo>
                  <a:pt x="6302" y="2111"/>
                  <a:pt x="6522" y="2552"/>
                  <a:pt x="6837" y="2867"/>
                </a:cubicBezTo>
                <a:lnTo>
                  <a:pt x="7152" y="3182"/>
                </a:lnTo>
                <a:cubicBezTo>
                  <a:pt x="6900" y="3340"/>
                  <a:pt x="6774" y="3560"/>
                  <a:pt x="6711" y="3749"/>
                </a:cubicBezTo>
                <a:cubicBezTo>
                  <a:pt x="6479" y="3517"/>
                  <a:pt x="6209" y="3407"/>
                  <a:pt x="5942" y="3407"/>
                </a:cubicBezTo>
                <a:cubicBezTo>
                  <a:pt x="5665" y="3407"/>
                  <a:pt x="5392" y="3525"/>
                  <a:pt x="5168" y="3749"/>
                </a:cubicBezTo>
                <a:cubicBezTo>
                  <a:pt x="5042" y="3497"/>
                  <a:pt x="4979" y="3340"/>
                  <a:pt x="4758" y="3151"/>
                </a:cubicBezTo>
                <a:lnTo>
                  <a:pt x="5105" y="2836"/>
                </a:lnTo>
                <a:cubicBezTo>
                  <a:pt x="5420" y="2521"/>
                  <a:pt x="5609" y="2080"/>
                  <a:pt x="5609" y="1607"/>
                </a:cubicBezTo>
                <a:lnTo>
                  <a:pt x="5609" y="725"/>
                </a:lnTo>
                <a:close/>
                <a:moveTo>
                  <a:pt x="5231" y="0"/>
                </a:moveTo>
                <a:cubicBezTo>
                  <a:pt x="5042" y="0"/>
                  <a:pt x="4884" y="158"/>
                  <a:pt x="4884" y="347"/>
                </a:cubicBezTo>
                <a:lnTo>
                  <a:pt x="4884" y="725"/>
                </a:ln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7"/>
                </a:lnTo>
                <a:lnTo>
                  <a:pt x="4033" y="2867"/>
                </a:lnTo>
                <a:cubicBezTo>
                  <a:pt x="2206" y="2867"/>
                  <a:pt x="127" y="7404"/>
                  <a:pt x="32" y="9830"/>
                </a:cubicBezTo>
                <a:cubicBezTo>
                  <a:pt x="1" y="11311"/>
                  <a:pt x="631" y="11846"/>
                  <a:pt x="1292" y="11846"/>
                </a:cubicBezTo>
                <a:cubicBezTo>
                  <a:pt x="1346" y="11852"/>
                  <a:pt x="1398" y="11855"/>
                  <a:pt x="1450" y="11855"/>
                </a:cubicBezTo>
                <a:cubicBezTo>
                  <a:pt x="2222" y="11855"/>
                  <a:pt x="2817" y="11224"/>
                  <a:pt x="3466" y="10869"/>
                </a:cubicBezTo>
                <a:cubicBezTo>
                  <a:pt x="4033" y="10554"/>
                  <a:pt x="4537" y="10271"/>
                  <a:pt x="4884" y="9767"/>
                </a:cubicBezTo>
                <a:cubicBezTo>
                  <a:pt x="5357" y="9137"/>
                  <a:pt x="5640" y="7593"/>
                  <a:pt x="5640" y="6144"/>
                </a:cubicBezTo>
                <a:lnTo>
                  <a:pt x="5640" y="6144"/>
                </a:lnTo>
                <a:lnTo>
                  <a:pt x="4222" y="7561"/>
                </a:lnTo>
                <a:cubicBezTo>
                  <a:pt x="4222" y="7593"/>
                  <a:pt x="4191" y="7593"/>
                  <a:pt x="4191" y="7624"/>
                </a:cubicBezTo>
                <a:cubicBezTo>
                  <a:pt x="4159" y="7687"/>
                  <a:pt x="4159" y="7687"/>
                  <a:pt x="4096" y="7687"/>
                </a:cubicBezTo>
                <a:lnTo>
                  <a:pt x="2773" y="9011"/>
                </a:lnTo>
                <a:cubicBezTo>
                  <a:pt x="2710" y="9074"/>
                  <a:pt x="2616" y="9105"/>
                  <a:pt x="2525" y="9105"/>
                </a:cubicBezTo>
                <a:cubicBezTo>
                  <a:pt x="2435" y="9105"/>
                  <a:pt x="2348" y="9074"/>
                  <a:pt x="2301" y="9011"/>
                </a:cubicBezTo>
                <a:cubicBezTo>
                  <a:pt x="2175" y="8885"/>
                  <a:pt x="2175" y="8664"/>
                  <a:pt x="2301" y="8538"/>
                </a:cubicBezTo>
                <a:lnTo>
                  <a:pt x="3435" y="7404"/>
                </a:lnTo>
                <a:lnTo>
                  <a:pt x="2994" y="6963"/>
                </a:lnTo>
                <a:cubicBezTo>
                  <a:pt x="2931" y="6900"/>
                  <a:pt x="2899" y="6805"/>
                  <a:pt x="2899" y="6742"/>
                </a:cubicBezTo>
                <a:cubicBezTo>
                  <a:pt x="2899" y="6648"/>
                  <a:pt x="2931" y="6585"/>
                  <a:pt x="2962" y="6490"/>
                </a:cubicBezTo>
                <a:cubicBezTo>
                  <a:pt x="3029" y="6424"/>
                  <a:pt x="3122" y="6384"/>
                  <a:pt x="3213" y="6384"/>
                </a:cubicBezTo>
                <a:cubicBezTo>
                  <a:pt x="3295" y="6384"/>
                  <a:pt x="3375" y="6416"/>
                  <a:pt x="3435" y="6490"/>
                </a:cubicBezTo>
                <a:lnTo>
                  <a:pt x="3907" y="6931"/>
                </a:lnTo>
                <a:lnTo>
                  <a:pt x="5546" y="5262"/>
                </a:lnTo>
                <a:lnTo>
                  <a:pt x="5451" y="4568"/>
                </a:lnTo>
                <a:lnTo>
                  <a:pt x="5703" y="4285"/>
                </a:lnTo>
                <a:cubicBezTo>
                  <a:pt x="5766" y="4222"/>
                  <a:pt x="5861" y="4190"/>
                  <a:pt x="5951" y="4190"/>
                </a:cubicBezTo>
                <a:cubicBezTo>
                  <a:pt x="6042" y="4190"/>
                  <a:pt x="6128" y="4222"/>
                  <a:pt x="6176" y="4285"/>
                </a:cubicBezTo>
                <a:lnTo>
                  <a:pt x="6459" y="4568"/>
                </a:lnTo>
                <a:cubicBezTo>
                  <a:pt x="6428" y="4789"/>
                  <a:pt x="6396" y="5010"/>
                  <a:pt x="6333" y="5262"/>
                </a:cubicBezTo>
                <a:lnTo>
                  <a:pt x="8035" y="6963"/>
                </a:lnTo>
                <a:lnTo>
                  <a:pt x="8476" y="6522"/>
                </a:lnTo>
                <a:cubicBezTo>
                  <a:pt x="8539" y="6475"/>
                  <a:pt x="8625" y="6451"/>
                  <a:pt x="8712" y="6451"/>
                </a:cubicBezTo>
                <a:cubicBezTo>
                  <a:pt x="8799" y="6451"/>
                  <a:pt x="8885" y="6475"/>
                  <a:pt x="8948" y="6522"/>
                </a:cubicBezTo>
                <a:cubicBezTo>
                  <a:pt x="9074" y="6648"/>
                  <a:pt x="9074" y="6900"/>
                  <a:pt x="8948" y="6994"/>
                </a:cubicBezTo>
                <a:lnTo>
                  <a:pt x="8507" y="7435"/>
                </a:lnTo>
                <a:lnTo>
                  <a:pt x="9641" y="8570"/>
                </a:lnTo>
                <a:cubicBezTo>
                  <a:pt x="9767" y="8696"/>
                  <a:pt x="9767" y="8948"/>
                  <a:pt x="9641" y="9042"/>
                </a:cubicBezTo>
                <a:cubicBezTo>
                  <a:pt x="9594" y="9105"/>
                  <a:pt x="9507" y="9137"/>
                  <a:pt x="9417" y="9137"/>
                </a:cubicBezTo>
                <a:cubicBezTo>
                  <a:pt x="9326" y="9137"/>
                  <a:pt x="9232" y="9105"/>
                  <a:pt x="9169" y="9042"/>
                </a:cubicBezTo>
                <a:lnTo>
                  <a:pt x="6302" y="6175"/>
                </a:lnTo>
                <a:lnTo>
                  <a:pt x="6302" y="6175"/>
                </a:lnTo>
                <a:cubicBezTo>
                  <a:pt x="6270" y="7624"/>
                  <a:pt x="6585" y="9168"/>
                  <a:pt x="7058" y="9798"/>
                </a:cubicBezTo>
                <a:cubicBezTo>
                  <a:pt x="7404" y="10302"/>
                  <a:pt x="7909" y="10617"/>
                  <a:pt x="8476" y="10901"/>
                </a:cubicBezTo>
                <a:cubicBezTo>
                  <a:pt x="9136" y="11291"/>
                  <a:pt x="9711" y="11882"/>
                  <a:pt x="10527" y="11882"/>
                </a:cubicBezTo>
                <a:cubicBezTo>
                  <a:pt x="10567" y="11882"/>
                  <a:pt x="10608" y="11881"/>
                  <a:pt x="10649" y="11878"/>
                </a:cubicBezTo>
                <a:cubicBezTo>
                  <a:pt x="11028" y="11846"/>
                  <a:pt x="11973" y="11626"/>
                  <a:pt x="11910" y="9893"/>
                </a:cubicBezTo>
                <a:cubicBezTo>
                  <a:pt x="11752" y="7372"/>
                  <a:pt x="9673" y="2836"/>
                  <a:pt x="7846" y="2836"/>
                </a:cubicBezTo>
                <a:lnTo>
                  <a:pt x="7751" y="2836"/>
                </a:lnTo>
                <a:lnTo>
                  <a:pt x="7310" y="2363"/>
                </a:lnTo>
                <a:cubicBezTo>
                  <a:pt x="7089" y="2174"/>
                  <a:pt x="6963" y="1891"/>
                  <a:pt x="6963" y="1607"/>
                </a:cubicBezTo>
                <a:lnTo>
                  <a:pt x="6963" y="725"/>
                </a:lnTo>
                <a:lnTo>
                  <a:pt x="6963" y="347"/>
                </a:lnTo>
                <a:cubicBezTo>
                  <a:pt x="6963" y="158"/>
                  <a:pt x="6806" y="0"/>
                  <a:pt x="66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0" name="Google Shape;1190;p48"/>
          <p:cNvGrpSpPr/>
          <p:nvPr/>
        </p:nvGrpSpPr>
        <p:grpSpPr>
          <a:xfrm>
            <a:off x="7068299" y="3632977"/>
            <a:ext cx="352833" cy="332194"/>
            <a:chOff x="-23615075" y="3906200"/>
            <a:chExt cx="296175" cy="278850"/>
          </a:xfrm>
        </p:grpSpPr>
        <p:sp>
          <p:nvSpPr>
            <p:cNvPr id="1191" name="Google Shape;1191;p48"/>
            <p:cNvSpPr/>
            <p:nvPr/>
          </p:nvSpPr>
          <p:spPr>
            <a:xfrm>
              <a:off x="-23615075" y="3954250"/>
              <a:ext cx="296175" cy="193775"/>
            </a:xfrm>
            <a:custGeom>
              <a:rect b="b" l="l" r="r" t="t"/>
              <a:pathLst>
                <a:path extrusionOk="0" h="7751" w="11847">
                  <a:moveTo>
                    <a:pt x="10838" y="2993"/>
                  </a:moveTo>
                  <a:cubicBezTo>
                    <a:pt x="11027" y="2993"/>
                    <a:pt x="11185" y="3119"/>
                    <a:pt x="11185" y="3340"/>
                  </a:cubicBezTo>
                  <a:cubicBezTo>
                    <a:pt x="11153" y="3403"/>
                    <a:pt x="11153" y="3497"/>
                    <a:pt x="11059" y="3529"/>
                  </a:cubicBezTo>
                  <a:cubicBezTo>
                    <a:pt x="10996" y="3592"/>
                    <a:pt x="10901" y="3687"/>
                    <a:pt x="10806" y="3687"/>
                  </a:cubicBezTo>
                  <a:lnTo>
                    <a:pt x="1040" y="3687"/>
                  </a:lnTo>
                  <a:cubicBezTo>
                    <a:pt x="914" y="3687"/>
                    <a:pt x="819" y="3655"/>
                    <a:pt x="756" y="3529"/>
                  </a:cubicBezTo>
                  <a:cubicBezTo>
                    <a:pt x="725" y="3497"/>
                    <a:pt x="662" y="3403"/>
                    <a:pt x="662" y="3340"/>
                  </a:cubicBezTo>
                  <a:cubicBezTo>
                    <a:pt x="662" y="3119"/>
                    <a:pt x="819" y="2993"/>
                    <a:pt x="1040" y="2993"/>
                  </a:cubicBezTo>
                  <a:close/>
                  <a:moveTo>
                    <a:pt x="9735" y="4411"/>
                  </a:moveTo>
                  <a:cubicBezTo>
                    <a:pt x="9641" y="4947"/>
                    <a:pt x="9357" y="5671"/>
                    <a:pt x="8507" y="6364"/>
                  </a:cubicBezTo>
                  <a:cubicBezTo>
                    <a:pt x="8444" y="6396"/>
                    <a:pt x="8349" y="6459"/>
                    <a:pt x="8318" y="6459"/>
                  </a:cubicBezTo>
                  <a:cubicBezTo>
                    <a:pt x="8192" y="6459"/>
                    <a:pt x="8129" y="6396"/>
                    <a:pt x="8034" y="6333"/>
                  </a:cubicBezTo>
                  <a:cubicBezTo>
                    <a:pt x="7908" y="6175"/>
                    <a:pt x="7971" y="5986"/>
                    <a:pt x="8066" y="5860"/>
                  </a:cubicBezTo>
                  <a:cubicBezTo>
                    <a:pt x="8696" y="5356"/>
                    <a:pt x="8948" y="4821"/>
                    <a:pt x="9011" y="4411"/>
                  </a:cubicBezTo>
                  <a:close/>
                  <a:moveTo>
                    <a:pt x="3497" y="0"/>
                  </a:moveTo>
                  <a:cubicBezTo>
                    <a:pt x="3434" y="95"/>
                    <a:pt x="3340" y="221"/>
                    <a:pt x="3214" y="347"/>
                  </a:cubicBezTo>
                  <a:lnTo>
                    <a:pt x="2237" y="1324"/>
                  </a:lnTo>
                  <a:cubicBezTo>
                    <a:pt x="2111" y="1450"/>
                    <a:pt x="1985" y="1576"/>
                    <a:pt x="1765" y="1639"/>
                  </a:cubicBezTo>
                  <a:lnTo>
                    <a:pt x="2174" y="2237"/>
                  </a:lnTo>
                  <a:lnTo>
                    <a:pt x="1040" y="2237"/>
                  </a:lnTo>
                  <a:cubicBezTo>
                    <a:pt x="441" y="2237"/>
                    <a:pt x="0" y="2710"/>
                    <a:pt x="0" y="3245"/>
                  </a:cubicBezTo>
                  <a:cubicBezTo>
                    <a:pt x="0" y="3497"/>
                    <a:pt x="63" y="3687"/>
                    <a:pt x="189" y="3876"/>
                  </a:cubicBezTo>
                  <a:cubicBezTo>
                    <a:pt x="315" y="4096"/>
                    <a:pt x="504" y="4191"/>
                    <a:pt x="756" y="4254"/>
                  </a:cubicBezTo>
                  <a:cubicBezTo>
                    <a:pt x="945" y="6018"/>
                    <a:pt x="1765" y="6932"/>
                    <a:pt x="2930" y="7719"/>
                  </a:cubicBezTo>
                  <a:cubicBezTo>
                    <a:pt x="2962" y="7751"/>
                    <a:pt x="3025" y="7751"/>
                    <a:pt x="3119" y="7751"/>
                  </a:cubicBezTo>
                  <a:lnTo>
                    <a:pt x="8696" y="7751"/>
                  </a:lnTo>
                  <a:cubicBezTo>
                    <a:pt x="8790" y="7751"/>
                    <a:pt x="8822" y="7719"/>
                    <a:pt x="8916" y="7719"/>
                  </a:cubicBezTo>
                  <a:cubicBezTo>
                    <a:pt x="10239" y="6805"/>
                    <a:pt x="10932" y="5671"/>
                    <a:pt x="11090" y="4254"/>
                  </a:cubicBezTo>
                  <a:cubicBezTo>
                    <a:pt x="11311" y="4159"/>
                    <a:pt x="11500" y="4033"/>
                    <a:pt x="11626" y="3876"/>
                  </a:cubicBezTo>
                  <a:cubicBezTo>
                    <a:pt x="11752" y="3687"/>
                    <a:pt x="11815" y="3497"/>
                    <a:pt x="11815" y="3245"/>
                  </a:cubicBezTo>
                  <a:cubicBezTo>
                    <a:pt x="11846" y="2741"/>
                    <a:pt x="11374" y="2269"/>
                    <a:pt x="10775" y="2269"/>
                  </a:cubicBezTo>
                  <a:lnTo>
                    <a:pt x="10712" y="2269"/>
                  </a:lnTo>
                  <a:cubicBezTo>
                    <a:pt x="10996" y="1733"/>
                    <a:pt x="11153" y="1135"/>
                    <a:pt x="11153" y="536"/>
                  </a:cubicBezTo>
                  <a:cubicBezTo>
                    <a:pt x="11153" y="347"/>
                    <a:pt x="10996" y="189"/>
                    <a:pt x="10775" y="189"/>
                  </a:cubicBezTo>
                  <a:cubicBezTo>
                    <a:pt x="9326" y="189"/>
                    <a:pt x="8034" y="1009"/>
                    <a:pt x="7404" y="2269"/>
                  </a:cubicBezTo>
                  <a:lnTo>
                    <a:pt x="6301" y="2269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8"/>
            <p:cNvSpPr/>
            <p:nvPr/>
          </p:nvSpPr>
          <p:spPr>
            <a:xfrm>
              <a:off x="-23615075" y="3906200"/>
              <a:ext cx="77200" cy="77225"/>
            </a:xfrm>
            <a:custGeom>
              <a:rect b="b" l="l" r="r" t="t"/>
              <a:pathLst>
                <a:path extrusionOk="0" h="3089" w="3088">
                  <a:moveTo>
                    <a:pt x="2009" y="1"/>
                  </a:moveTo>
                  <a:cubicBezTo>
                    <a:pt x="1733" y="1"/>
                    <a:pt x="1465" y="95"/>
                    <a:pt x="1292" y="284"/>
                  </a:cubicBezTo>
                  <a:lnTo>
                    <a:pt x="315" y="1292"/>
                  </a:lnTo>
                  <a:cubicBezTo>
                    <a:pt x="126" y="1481"/>
                    <a:pt x="0" y="1765"/>
                    <a:pt x="0" y="2017"/>
                  </a:cubicBezTo>
                  <a:cubicBezTo>
                    <a:pt x="0" y="2301"/>
                    <a:pt x="126" y="2584"/>
                    <a:pt x="315" y="2773"/>
                  </a:cubicBezTo>
                  <a:cubicBezTo>
                    <a:pt x="504" y="2962"/>
                    <a:pt x="756" y="3088"/>
                    <a:pt x="1040" y="3088"/>
                  </a:cubicBezTo>
                  <a:cubicBezTo>
                    <a:pt x="1292" y="3088"/>
                    <a:pt x="1576" y="2962"/>
                    <a:pt x="1765" y="2773"/>
                  </a:cubicBezTo>
                  <a:lnTo>
                    <a:pt x="2773" y="1796"/>
                  </a:lnTo>
                  <a:cubicBezTo>
                    <a:pt x="2962" y="1576"/>
                    <a:pt x="3088" y="1324"/>
                    <a:pt x="3088" y="1040"/>
                  </a:cubicBezTo>
                  <a:cubicBezTo>
                    <a:pt x="3088" y="757"/>
                    <a:pt x="2962" y="505"/>
                    <a:pt x="2773" y="284"/>
                  </a:cubicBezTo>
                  <a:cubicBezTo>
                    <a:pt x="2568" y="95"/>
                    <a:pt x="2284" y="1"/>
                    <a:pt x="2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-23543400" y="4167700"/>
              <a:ext cx="153600" cy="17350"/>
            </a:xfrm>
            <a:custGeom>
              <a:rect b="b" l="l" r="r" t="t"/>
              <a:pathLst>
                <a:path extrusionOk="0" h="694" w="6144">
                  <a:moveTo>
                    <a:pt x="0" y="0"/>
                  </a:moveTo>
                  <a:cubicBezTo>
                    <a:pt x="158" y="378"/>
                    <a:pt x="536" y="693"/>
                    <a:pt x="1008" y="693"/>
                  </a:cubicBezTo>
                  <a:lnTo>
                    <a:pt x="5167" y="693"/>
                  </a:lnTo>
                  <a:cubicBezTo>
                    <a:pt x="5608" y="693"/>
                    <a:pt x="5986" y="441"/>
                    <a:pt x="6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4" name="Google Shape;1194;p48"/>
          <p:cNvSpPr/>
          <p:nvPr/>
        </p:nvSpPr>
        <p:spPr>
          <a:xfrm>
            <a:off x="6187131" y="4064945"/>
            <a:ext cx="351880" cy="350957"/>
          </a:xfrm>
          <a:custGeom>
            <a:rect b="b" l="l" r="r" t="t"/>
            <a:pathLst>
              <a:path extrusionOk="0" h="11784" w="11815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5" name="Google Shape;1195;p48"/>
          <p:cNvGrpSpPr/>
          <p:nvPr/>
        </p:nvGrpSpPr>
        <p:grpSpPr>
          <a:xfrm>
            <a:off x="6617268" y="1306618"/>
            <a:ext cx="353757" cy="352565"/>
            <a:chOff x="-26980600" y="3175500"/>
            <a:chExt cx="296950" cy="295950"/>
          </a:xfrm>
        </p:grpSpPr>
        <p:sp>
          <p:nvSpPr>
            <p:cNvPr id="1196" name="Google Shape;1196;p48"/>
            <p:cNvSpPr/>
            <p:nvPr/>
          </p:nvSpPr>
          <p:spPr>
            <a:xfrm>
              <a:off x="-26798650" y="3175500"/>
              <a:ext cx="115000" cy="114025"/>
            </a:xfrm>
            <a:custGeom>
              <a:rect b="b" l="l" r="r" t="t"/>
              <a:pathLst>
                <a:path extrusionOk="0" h="4561" w="460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8"/>
            <p:cNvSpPr/>
            <p:nvPr/>
          </p:nvSpPr>
          <p:spPr>
            <a:xfrm>
              <a:off x="-26980600" y="3325725"/>
              <a:ext cx="168575" cy="145725"/>
            </a:xfrm>
            <a:custGeom>
              <a:rect b="b" l="l" r="r" t="t"/>
              <a:pathLst>
                <a:path extrusionOk="0" h="5829" w="6743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8"/>
            <p:cNvSpPr/>
            <p:nvPr/>
          </p:nvSpPr>
          <p:spPr>
            <a:xfrm>
              <a:off x="-26893950" y="3226500"/>
              <a:ext cx="159125" cy="137850"/>
            </a:xfrm>
            <a:custGeom>
              <a:rect b="b" l="l" r="r" t="t"/>
              <a:pathLst>
                <a:path extrusionOk="0" h="5514" w="6365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9" name="Google Shape;1199;p48"/>
          <p:cNvSpPr/>
          <p:nvPr/>
        </p:nvSpPr>
        <p:spPr>
          <a:xfrm>
            <a:off x="6639835" y="1763639"/>
            <a:ext cx="309649" cy="351910"/>
          </a:xfrm>
          <a:custGeom>
            <a:rect b="b" l="l" r="r" t="t"/>
            <a:pathLst>
              <a:path extrusionOk="0" h="11816" w="10397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0" name="Google Shape;1200;p48"/>
          <p:cNvGrpSpPr/>
          <p:nvPr/>
        </p:nvGrpSpPr>
        <p:grpSpPr>
          <a:xfrm>
            <a:off x="6617744" y="2245154"/>
            <a:ext cx="352803" cy="289039"/>
            <a:chOff x="-26981375" y="3951875"/>
            <a:chExt cx="296150" cy="242625"/>
          </a:xfrm>
        </p:grpSpPr>
        <p:sp>
          <p:nvSpPr>
            <p:cNvPr id="1201" name="Google Shape;1201;p48"/>
            <p:cNvSpPr/>
            <p:nvPr/>
          </p:nvSpPr>
          <p:spPr>
            <a:xfrm>
              <a:off x="-26978225" y="3951875"/>
              <a:ext cx="173300" cy="155975"/>
            </a:xfrm>
            <a:custGeom>
              <a:rect b="b" l="l" r="r" t="t"/>
              <a:pathLst>
                <a:path extrusionOk="0" h="6239" w="6932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8"/>
            <p:cNvSpPr/>
            <p:nvPr/>
          </p:nvSpPr>
          <p:spPr>
            <a:xfrm>
              <a:off x="-26981375" y="4124375"/>
              <a:ext cx="174075" cy="70125"/>
            </a:xfrm>
            <a:custGeom>
              <a:rect b="b" l="l" r="r" t="t"/>
              <a:pathLst>
                <a:path extrusionOk="0" h="2805" w="6963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8"/>
            <p:cNvSpPr/>
            <p:nvPr/>
          </p:nvSpPr>
          <p:spPr>
            <a:xfrm>
              <a:off x="-26790000" y="4002300"/>
              <a:ext cx="104775" cy="192200"/>
            </a:xfrm>
            <a:custGeom>
              <a:rect b="b" l="l" r="r" t="t"/>
              <a:pathLst>
                <a:path extrusionOk="0" h="7688" w="4191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4" name="Google Shape;1204;p48"/>
          <p:cNvGrpSpPr/>
          <p:nvPr/>
        </p:nvGrpSpPr>
        <p:grpSpPr>
          <a:xfrm>
            <a:off x="5282787" y="2692745"/>
            <a:ext cx="351910" cy="354710"/>
            <a:chOff x="-25094250" y="3176075"/>
            <a:chExt cx="295400" cy="297750"/>
          </a:xfrm>
        </p:grpSpPr>
        <p:sp>
          <p:nvSpPr>
            <p:cNvPr id="1205" name="Google Shape;1205;p48"/>
            <p:cNvSpPr/>
            <p:nvPr/>
          </p:nvSpPr>
          <p:spPr>
            <a:xfrm>
              <a:off x="-24989225" y="3176075"/>
              <a:ext cx="87200" cy="122500"/>
            </a:xfrm>
            <a:custGeom>
              <a:rect b="b" l="l" r="r" t="t"/>
              <a:pathLst>
                <a:path extrusionOk="0" h="4900" w="3488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-25094250" y="3179225"/>
              <a:ext cx="295400" cy="291450"/>
            </a:xfrm>
            <a:custGeom>
              <a:rect b="b" l="l" r="r" t="t"/>
              <a:pathLst>
                <a:path extrusionOk="0" h="11658" w="11816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8"/>
            <p:cNvSpPr/>
            <p:nvPr/>
          </p:nvSpPr>
          <p:spPr>
            <a:xfrm>
              <a:off x="-24989225" y="3350975"/>
              <a:ext cx="87200" cy="122850"/>
            </a:xfrm>
            <a:custGeom>
              <a:rect b="b" l="l" r="r" t="t"/>
              <a:pathLst>
                <a:path extrusionOk="0" h="4914" w="3488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48"/>
          <p:cNvGrpSpPr/>
          <p:nvPr/>
        </p:nvGrpSpPr>
        <p:grpSpPr>
          <a:xfrm>
            <a:off x="5282787" y="3173106"/>
            <a:ext cx="351910" cy="351880"/>
            <a:chOff x="-25094250" y="3547050"/>
            <a:chExt cx="295400" cy="295375"/>
          </a:xfrm>
        </p:grpSpPr>
        <p:sp>
          <p:nvSpPr>
            <p:cNvPr id="1209" name="Google Shape;1209;p48"/>
            <p:cNvSpPr/>
            <p:nvPr/>
          </p:nvSpPr>
          <p:spPr>
            <a:xfrm>
              <a:off x="-24990275" y="358092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8"/>
            <p:cNvSpPr/>
            <p:nvPr/>
          </p:nvSpPr>
          <p:spPr>
            <a:xfrm>
              <a:off x="-25041475" y="3668350"/>
              <a:ext cx="52025" cy="52000"/>
            </a:xfrm>
            <a:custGeom>
              <a:rect b="b" l="l" r="r" t="t"/>
              <a:pathLst>
                <a:path extrusionOk="0" h="2080" w="2081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8"/>
            <p:cNvSpPr/>
            <p:nvPr/>
          </p:nvSpPr>
          <p:spPr>
            <a:xfrm>
              <a:off x="-25094250" y="3547050"/>
              <a:ext cx="224500" cy="295375"/>
            </a:xfrm>
            <a:custGeom>
              <a:rect b="b" l="l" r="r" t="t"/>
              <a:pathLst>
                <a:path extrusionOk="0" h="11815" w="898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8"/>
            <p:cNvSpPr/>
            <p:nvPr/>
          </p:nvSpPr>
          <p:spPr>
            <a:xfrm>
              <a:off x="-24851650" y="3582300"/>
              <a:ext cx="52800" cy="190825"/>
            </a:xfrm>
            <a:custGeom>
              <a:rect b="b" l="l" r="r" t="t"/>
              <a:pathLst>
                <a:path extrusionOk="0" h="7633" w="2112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8"/>
            <p:cNvSpPr/>
            <p:nvPr/>
          </p:nvSpPr>
          <p:spPr>
            <a:xfrm>
              <a:off x="-24850875" y="3788050"/>
              <a:ext cx="52025" cy="53600"/>
            </a:xfrm>
            <a:custGeom>
              <a:rect b="b" l="l" r="r" t="t"/>
              <a:pathLst>
                <a:path extrusionOk="0" h="2144" w="2081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4" name="Google Shape;1214;p48"/>
          <p:cNvSpPr/>
          <p:nvPr/>
        </p:nvSpPr>
        <p:spPr>
          <a:xfrm>
            <a:off x="5282803" y="3678086"/>
            <a:ext cx="352833" cy="241864"/>
          </a:xfrm>
          <a:custGeom>
            <a:rect b="b" l="l" r="r" t="t"/>
            <a:pathLst>
              <a:path extrusionOk="0" h="8121" w="11847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5" name="Google Shape;1215;p48"/>
          <p:cNvGrpSpPr/>
          <p:nvPr/>
        </p:nvGrpSpPr>
        <p:grpSpPr>
          <a:xfrm>
            <a:off x="7514864" y="2693698"/>
            <a:ext cx="352803" cy="352803"/>
            <a:chOff x="-23245675" y="3148525"/>
            <a:chExt cx="296150" cy="296150"/>
          </a:xfrm>
        </p:grpSpPr>
        <p:sp>
          <p:nvSpPr>
            <p:cNvPr id="1216" name="Google Shape;1216;p48"/>
            <p:cNvSpPr/>
            <p:nvPr/>
          </p:nvSpPr>
          <p:spPr>
            <a:xfrm>
              <a:off x="-23192925" y="3251700"/>
              <a:ext cx="192225" cy="105550"/>
            </a:xfrm>
            <a:custGeom>
              <a:rect b="b" l="l" r="r" t="t"/>
              <a:pathLst>
                <a:path extrusionOk="0" h="4222" w="7689">
                  <a:moveTo>
                    <a:pt x="3151" y="0"/>
                  </a:moveTo>
                  <a:lnTo>
                    <a:pt x="2616" y="1260"/>
                  </a:lnTo>
                  <a:cubicBezTo>
                    <a:pt x="2584" y="1386"/>
                    <a:pt x="2427" y="1481"/>
                    <a:pt x="2301" y="1481"/>
                  </a:cubicBezTo>
                  <a:lnTo>
                    <a:pt x="1" y="1481"/>
                  </a:lnTo>
                  <a:lnTo>
                    <a:pt x="1" y="4222"/>
                  </a:lnTo>
                  <a:lnTo>
                    <a:pt x="7688" y="4222"/>
                  </a:lnTo>
                  <a:lnTo>
                    <a:pt x="7688" y="1481"/>
                  </a:lnTo>
                  <a:lnTo>
                    <a:pt x="5672" y="1481"/>
                  </a:lnTo>
                  <a:lnTo>
                    <a:pt x="4884" y="3371"/>
                  </a:lnTo>
                  <a:cubicBezTo>
                    <a:pt x="4827" y="3513"/>
                    <a:pt x="4713" y="3578"/>
                    <a:pt x="4593" y="3578"/>
                  </a:cubicBezTo>
                  <a:cubicBezTo>
                    <a:pt x="4447" y="3578"/>
                    <a:pt x="4292" y="3481"/>
                    <a:pt x="4223" y="3308"/>
                  </a:cubicBezTo>
                  <a:lnTo>
                    <a:pt x="31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8"/>
            <p:cNvSpPr/>
            <p:nvPr/>
          </p:nvSpPr>
          <p:spPr>
            <a:xfrm>
              <a:off x="-23193700" y="3200500"/>
              <a:ext cx="192200" cy="106350"/>
            </a:xfrm>
            <a:custGeom>
              <a:rect b="b" l="l" r="r" t="t"/>
              <a:pathLst>
                <a:path extrusionOk="0" h="4254" w="7688">
                  <a:moveTo>
                    <a:pt x="0" y="0"/>
                  </a:moveTo>
                  <a:lnTo>
                    <a:pt x="0" y="2836"/>
                  </a:lnTo>
                  <a:lnTo>
                    <a:pt x="2111" y="2836"/>
                  </a:lnTo>
                  <a:lnTo>
                    <a:pt x="2962" y="945"/>
                  </a:lnTo>
                  <a:cubicBezTo>
                    <a:pt x="3020" y="800"/>
                    <a:pt x="3138" y="735"/>
                    <a:pt x="3258" y="735"/>
                  </a:cubicBezTo>
                  <a:cubicBezTo>
                    <a:pt x="3399" y="735"/>
                    <a:pt x="3541" y="824"/>
                    <a:pt x="3592" y="977"/>
                  </a:cubicBezTo>
                  <a:lnTo>
                    <a:pt x="4632" y="4253"/>
                  </a:lnTo>
                  <a:lnTo>
                    <a:pt x="5104" y="3056"/>
                  </a:lnTo>
                  <a:cubicBezTo>
                    <a:pt x="5167" y="2930"/>
                    <a:pt x="5325" y="2836"/>
                    <a:pt x="5419" y="2836"/>
                  </a:cubicBezTo>
                  <a:lnTo>
                    <a:pt x="7688" y="2836"/>
                  </a:lnTo>
                  <a:lnTo>
                    <a:pt x="76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8"/>
            <p:cNvSpPr/>
            <p:nvPr/>
          </p:nvSpPr>
          <p:spPr>
            <a:xfrm>
              <a:off x="-23245675" y="3148525"/>
              <a:ext cx="296150" cy="296150"/>
            </a:xfrm>
            <a:custGeom>
              <a:rect b="b" l="l" r="r" t="t"/>
              <a:pathLst>
                <a:path extrusionOk="0" h="11846" w="11846">
                  <a:moveTo>
                    <a:pt x="10113" y="1386"/>
                  </a:moveTo>
                  <a:cubicBezTo>
                    <a:pt x="10302" y="1386"/>
                    <a:pt x="10460" y="1544"/>
                    <a:pt x="10460" y="1733"/>
                  </a:cubicBezTo>
                  <a:lnTo>
                    <a:pt x="10460" y="8758"/>
                  </a:lnTo>
                  <a:cubicBezTo>
                    <a:pt x="10460" y="8947"/>
                    <a:pt x="10302" y="9105"/>
                    <a:pt x="10113" y="9105"/>
                  </a:cubicBezTo>
                  <a:lnTo>
                    <a:pt x="1733" y="9105"/>
                  </a:lnTo>
                  <a:cubicBezTo>
                    <a:pt x="1512" y="9105"/>
                    <a:pt x="1355" y="8947"/>
                    <a:pt x="1355" y="8758"/>
                  </a:cubicBezTo>
                  <a:lnTo>
                    <a:pt x="1355" y="1733"/>
                  </a:lnTo>
                  <a:cubicBezTo>
                    <a:pt x="1355" y="1544"/>
                    <a:pt x="1512" y="1386"/>
                    <a:pt x="1733" y="1386"/>
                  </a:cubicBezTo>
                  <a:close/>
                  <a:moveTo>
                    <a:pt x="2426" y="9767"/>
                  </a:moveTo>
                  <a:cubicBezTo>
                    <a:pt x="2615" y="9767"/>
                    <a:pt x="2804" y="9924"/>
                    <a:pt x="2804" y="10113"/>
                  </a:cubicBezTo>
                  <a:cubicBezTo>
                    <a:pt x="2804" y="10334"/>
                    <a:pt x="2615" y="10491"/>
                    <a:pt x="2426" y="10491"/>
                  </a:cubicBezTo>
                  <a:cubicBezTo>
                    <a:pt x="2237" y="10491"/>
                    <a:pt x="2079" y="10334"/>
                    <a:pt x="2079" y="10113"/>
                  </a:cubicBezTo>
                  <a:cubicBezTo>
                    <a:pt x="2079" y="9924"/>
                    <a:pt x="2237" y="9767"/>
                    <a:pt x="2426" y="9767"/>
                  </a:cubicBezTo>
                  <a:close/>
                  <a:moveTo>
                    <a:pt x="3844" y="9767"/>
                  </a:moveTo>
                  <a:cubicBezTo>
                    <a:pt x="4033" y="9767"/>
                    <a:pt x="4190" y="9924"/>
                    <a:pt x="4190" y="10113"/>
                  </a:cubicBezTo>
                  <a:cubicBezTo>
                    <a:pt x="4190" y="10334"/>
                    <a:pt x="4001" y="10491"/>
                    <a:pt x="3844" y="10491"/>
                  </a:cubicBezTo>
                  <a:cubicBezTo>
                    <a:pt x="3655" y="10491"/>
                    <a:pt x="3497" y="10334"/>
                    <a:pt x="3497" y="10113"/>
                  </a:cubicBezTo>
                  <a:cubicBezTo>
                    <a:pt x="3497" y="9924"/>
                    <a:pt x="3655" y="9767"/>
                    <a:pt x="3844" y="9767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13" y="11846"/>
                  </a:lnTo>
                  <a:cubicBezTo>
                    <a:pt x="11058" y="11846"/>
                    <a:pt x="11846" y="11058"/>
                    <a:pt x="11846" y="10113"/>
                  </a:cubicBezTo>
                  <a:lnTo>
                    <a:pt x="11846" y="1733"/>
                  </a:lnTo>
                  <a:cubicBezTo>
                    <a:pt x="11846" y="788"/>
                    <a:pt x="11058" y="0"/>
                    <a:pt x="101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9" name="Google Shape;1219;p48"/>
          <p:cNvSpPr/>
          <p:nvPr/>
        </p:nvSpPr>
        <p:spPr>
          <a:xfrm>
            <a:off x="7557046" y="3173040"/>
            <a:ext cx="269323" cy="351910"/>
          </a:xfrm>
          <a:custGeom>
            <a:rect b="b" l="l" r="r" t="t"/>
            <a:pathLst>
              <a:path extrusionOk="0" h="11816" w="9043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0" name="Google Shape;1220;p48"/>
          <p:cNvGrpSpPr/>
          <p:nvPr/>
        </p:nvGrpSpPr>
        <p:grpSpPr>
          <a:xfrm>
            <a:off x="7515325" y="3622672"/>
            <a:ext cx="351880" cy="352803"/>
            <a:chOff x="-23244900" y="3888100"/>
            <a:chExt cx="295375" cy="296150"/>
          </a:xfrm>
        </p:grpSpPr>
        <p:sp>
          <p:nvSpPr>
            <p:cNvPr id="1221" name="Google Shape;1221;p48"/>
            <p:cNvSpPr/>
            <p:nvPr/>
          </p:nvSpPr>
          <p:spPr>
            <a:xfrm>
              <a:off x="-23106275" y="39589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8"/>
            <p:cNvSpPr/>
            <p:nvPr/>
          </p:nvSpPr>
          <p:spPr>
            <a:xfrm>
              <a:off x="-23106275" y="399285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8"/>
            <p:cNvSpPr/>
            <p:nvPr/>
          </p:nvSpPr>
          <p:spPr>
            <a:xfrm>
              <a:off x="-23106275" y="4062950"/>
              <a:ext cx="18150" cy="34675"/>
            </a:xfrm>
            <a:custGeom>
              <a:rect b="b" l="l" r="r" t="t"/>
              <a:pathLst>
                <a:path extrusionOk="0" h="1387" w="726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8"/>
            <p:cNvSpPr/>
            <p:nvPr/>
          </p:nvSpPr>
          <p:spPr>
            <a:xfrm>
              <a:off x="-23070825" y="3940850"/>
              <a:ext cx="52775" cy="26825"/>
            </a:xfrm>
            <a:custGeom>
              <a:rect b="b" l="l" r="r" t="t"/>
              <a:pathLst>
                <a:path extrusionOk="0" h="1073" w="2111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48"/>
            <p:cNvSpPr/>
            <p:nvPr/>
          </p:nvSpPr>
          <p:spPr>
            <a:xfrm>
              <a:off x="-23106275" y="392352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48"/>
            <p:cNvSpPr/>
            <p:nvPr/>
          </p:nvSpPr>
          <p:spPr>
            <a:xfrm>
              <a:off x="-23106275" y="402750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48"/>
            <p:cNvSpPr/>
            <p:nvPr/>
          </p:nvSpPr>
          <p:spPr>
            <a:xfrm>
              <a:off x="-23244900" y="3888100"/>
              <a:ext cx="295375" cy="296150"/>
            </a:xfrm>
            <a:custGeom>
              <a:rect b="b" l="l" r="r" t="t"/>
              <a:pathLst>
                <a:path extrusionOk="0" h="11846" w="11815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48"/>
            <p:cNvSpPr/>
            <p:nvPr/>
          </p:nvSpPr>
          <p:spPr>
            <a:xfrm>
              <a:off x="-23070825" y="3975525"/>
              <a:ext cx="43325" cy="26800"/>
            </a:xfrm>
            <a:custGeom>
              <a:rect b="b" l="l" r="r" t="t"/>
              <a:pathLst>
                <a:path extrusionOk="0" h="1072" w="1733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48"/>
            <p:cNvSpPr/>
            <p:nvPr/>
          </p:nvSpPr>
          <p:spPr>
            <a:xfrm>
              <a:off x="-23158250" y="4097600"/>
              <a:ext cx="121300" cy="52000"/>
            </a:xfrm>
            <a:custGeom>
              <a:rect b="b" l="l" r="r" t="t"/>
              <a:pathLst>
                <a:path extrusionOk="0" h="2080" w="4852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48"/>
            <p:cNvSpPr/>
            <p:nvPr/>
          </p:nvSpPr>
          <p:spPr>
            <a:xfrm>
              <a:off x="-23176375" y="3940850"/>
              <a:ext cx="52800" cy="26825"/>
            </a:xfrm>
            <a:custGeom>
              <a:rect b="b" l="l" r="r" t="t"/>
              <a:pathLst>
                <a:path extrusionOk="0" h="1073" w="2112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48"/>
            <p:cNvSpPr/>
            <p:nvPr/>
          </p:nvSpPr>
          <p:spPr>
            <a:xfrm>
              <a:off x="-23166125" y="3976300"/>
              <a:ext cx="44125" cy="26800"/>
            </a:xfrm>
            <a:custGeom>
              <a:rect b="b" l="l" r="r" t="t"/>
              <a:pathLst>
                <a:path extrusionOk="0" h="1072" w="1765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2" name="Google Shape;1232;p48"/>
          <p:cNvSpPr/>
          <p:nvPr/>
        </p:nvSpPr>
        <p:spPr>
          <a:xfrm>
            <a:off x="6591589" y="4063538"/>
            <a:ext cx="353786" cy="353757"/>
          </a:xfrm>
          <a:custGeom>
            <a:rect b="b" l="l" r="r" t="t"/>
            <a:pathLst>
              <a:path extrusionOk="0" h="11878" w="11879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48"/>
          <p:cNvSpPr txBox="1"/>
          <p:nvPr/>
        </p:nvSpPr>
        <p:spPr>
          <a:xfrm>
            <a:off x="826588" y="511017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Educational Icons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234" name="Google Shape;1234;p48"/>
          <p:cNvSpPr txBox="1"/>
          <p:nvPr/>
        </p:nvSpPr>
        <p:spPr>
          <a:xfrm>
            <a:off x="4835313" y="511017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Medical Icons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235" name="Google Shape;1235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E2A47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4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erebellar Disorders by Slidesgo">
  <a:themeElements>
    <a:clrScheme name="Simple Light">
      <a:dk1>
        <a:srgbClr val="2D4757"/>
      </a:dk1>
      <a:lt1>
        <a:srgbClr val="FFFFFF"/>
      </a:lt1>
      <a:dk2>
        <a:srgbClr val="42B1D9"/>
      </a:dk2>
      <a:lt2>
        <a:srgbClr val="B4EEFE"/>
      </a:lt2>
      <a:accent1>
        <a:srgbClr val="B3524F"/>
      </a:accent1>
      <a:accent2>
        <a:srgbClr val="DA6B58"/>
      </a:accent2>
      <a:accent3>
        <a:srgbClr val="FF8E8A"/>
      </a:accent3>
      <a:accent4>
        <a:srgbClr val="F0A985"/>
      </a:accent4>
      <a:accent5>
        <a:srgbClr val="FFC9A4"/>
      </a:accent5>
      <a:accent6>
        <a:srgbClr val="FFFFFF"/>
      </a:accent6>
      <a:hlink>
        <a:srgbClr val="2D47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